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p:sldMasterIdLst>
    <p:sldMasterId id="2147483666" r:id="rId1"/>
  </p:sldMasterIdLst>
  <p:notesMasterIdLst>
    <p:notesMasterId r:id="rId73"/>
  </p:notesMasterIdLst>
  <p:sldIdLst>
    <p:sldId id="258" r:id="rId2"/>
    <p:sldId id="309" r:id="rId3"/>
    <p:sldId id="293" r:id="rId4"/>
    <p:sldId id="294" r:id="rId5"/>
    <p:sldId id="295" r:id="rId6"/>
    <p:sldId id="296" r:id="rId7"/>
    <p:sldId id="297" r:id="rId8"/>
    <p:sldId id="298" r:id="rId9"/>
    <p:sldId id="299" r:id="rId10"/>
    <p:sldId id="280" r:id="rId11"/>
    <p:sldId id="300" r:id="rId12"/>
    <p:sldId id="302" r:id="rId13"/>
    <p:sldId id="303" r:id="rId14"/>
    <p:sldId id="304" r:id="rId15"/>
    <p:sldId id="305" r:id="rId16"/>
    <p:sldId id="306" r:id="rId17"/>
    <p:sldId id="310" r:id="rId18"/>
    <p:sldId id="312" r:id="rId19"/>
    <p:sldId id="313" r:id="rId20"/>
    <p:sldId id="301" r:id="rId21"/>
    <p:sldId id="314" r:id="rId22"/>
    <p:sldId id="315" r:id="rId23"/>
    <p:sldId id="316" r:id="rId24"/>
    <p:sldId id="317" r:id="rId25"/>
    <p:sldId id="318" r:id="rId26"/>
    <p:sldId id="319" r:id="rId27"/>
    <p:sldId id="320" r:id="rId28"/>
    <p:sldId id="321" r:id="rId29"/>
    <p:sldId id="307" r:id="rId30"/>
    <p:sldId id="308" r:id="rId31"/>
    <p:sldId id="322" r:id="rId32"/>
    <p:sldId id="323" r:id="rId33"/>
    <p:sldId id="324" r:id="rId34"/>
    <p:sldId id="325" r:id="rId35"/>
    <p:sldId id="326" r:id="rId36"/>
    <p:sldId id="327" r:id="rId37"/>
    <p:sldId id="328" r:id="rId38"/>
    <p:sldId id="260" r:id="rId39"/>
    <p:sldId id="261" r:id="rId40"/>
    <p:sldId id="262" r:id="rId41"/>
    <p:sldId id="263" r:id="rId42"/>
    <p:sldId id="264" r:id="rId43"/>
    <p:sldId id="265" r:id="rId44"/>
    <p:sldId id="266" r:id="rId45"/>
    <p:sldId id="267" r:id="rId46"/>
    <p:sldId id="268" r:id="rId47"/>
    <p:sldId id="269" r:id="rId48"/>
    <p:sldId id="270" r:id="rId49"/>
    <p:sldId id="271" r:id="rId50"/>
    <p:sldId id="272" r:id="rId51"/>
    <p:sldId id="273" r:id="rId52"/>
    <p:sldId id="275" r:id="rId53"/>
    <p:sldId id="276" r:id="rId54"/>
    <p:sldId id="277" r:id="rId55"/>
    <p:sldId id="278" r:id="rId56"/>
    <p:sldId id="279" r:id="rId57"/>
    <p:sldId id="329" r:id="rId58"/>
    <p:sldId id="281" r:id="rId59"/>
    <p:sldId id="282" r:id="rId60"/>
    <p:sldId id="283" r:id="rId61"/>
    <p:sldId id="284" r:id="rId62"/>
    <p:sldId id="330" r:id="rId63"/>
    <p:sldId id="331" r:id="rId64"/>
    <p:sldId id="332" r:id="rId65"/>
    <p:sldId id="333" r:id="rId66"/>
    <p:sldId id="334" r:id="rId67"/>
    <p:sldId id="335" r:id="rId68"/>
    <p:sldId id="336" r:id="rId69"/>
    <p:sldId id="337" r:id="rId70"/>
    <p:sldId id="338" r:id="rId71"/>
    <p:sldId id="339" r:id="rId72"/>
  </p:sldIdLst>
  <p:sldSz cx="12192000" cy="6858000"/>
  <p:notesSz cx="6858000" cy="9144000"/>
  <p:embeddedFontLst>
    <p:embeddedFont>
      <p:font typeface="Cambria" panose="02040503050406030204" pitchFamily="18" charset="0"/>
      <p:regular r:id="rId74"/>
      <p:bold r:id="rId75"/>
      <p:italic r:id="rId76"/>
      <p:boldItalic r:id="rId77"/>
    </p:embeddedFont>
    <p:embeddedFont>
      <p:font typeface="Monotype Corsiva" panose="03010101010201010101" pitchFamily="66" charset="0"/>
      <p:italic r:id="rId78"/>
    </p:embeddedFont>
    <p:embeddedFont>
      <p:font typeface="Roboto" panose="02000000000000000000" pitchFamily="2" charset="0"/>
      <p:regular r:id="rId79"/>
      <p:bold r:id="rId80"/>
      <p:italic r:id="rId81"/>
      <p:boldItalic r:id="rId82"/>
    </p:embeddedFont>
    <p:embeddedFont>
      <p:font typeface="Tahoma" panose="020B0604030504040204" pitchFamily="34" charset="0"/>
      <p:regular r:id="rId83"/>
      <p:bold r:id="rId84"/>
    </p:embeddedFont>
    <p:embeddedFont>
      <p:font typeface="Webdings" panose="05030102010509060703" pitchFamily="18" charset="2"/>
      <p:regular r:id="rId85"/>
    </p:embeddedFont>
    <p:embeddedFont>
      <p:font typeface="Wingdings 2" panose="05020102010507070707" pitchFamily="18" charset="2"/>
      <p:regular r:id="rId8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U Nguyen Thi Thu" initials="DNTT" lastIdx="1" clrIdx="0">
    <p:extLst>
      <p:ext uri="{19B8F6BF-5375-455C-9EA6-DF929625EA0E}">
        <p15:presenceInfo xmlns:p15="http://schemas.microsoft.com/office/powerpoint/2012/main" userId="S-1-5-21-832769980-3389888482-1901773546-2448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94" autoAdjust="0"/>
    <p:restoredTop sz="82136" autoAdjust="0"/>
  </p:normalViewPr>
  <p:slideViewPr>
    <p:cSldViewPr snapToGrid="0" showGuides="1">
      <p:cViewPr varScale="1">
        <p:scale>
          <a:sx n="54" d="100"/>
          <a:sy n="54" d="100"/>
        </p:scale>
        <p:origin x="84" y="19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font" Target="fonts/font3.fntdata"/><Relationship Id="rId84" Type="http://schemas.openxmlformats.org/officeDocument/2006/relationships/font" Target="fonts/font11.fntdata"/><Relationship Id="rId89"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font" Target="fonts/font1.fntdata"/><Relationship Id="rId79" Type="http://schemas.openxmlformats.org/officeDocument/2006/relationships/font" Target="fonts/font6.fntdata"/><Relationship Id="rId87" Type="http://schemas.openxmlformats.org/officeDocument/2006/relationships/commentAuthors" Target="commentAuthor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font" Target="fonts/font9.fntdata"/><Relationship Id="rId90"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font" Target="fonts/font4.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7.fntdata"/><Relationship Id="rId85" Type="http://schemas.openxmlformats.org/officeDocument/2006/relationships/font" Target="fonts/font1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font" Target="fonts/font2.fntdata"/><Relationship Id="rId83" Type="http://schemas.openxmlformats.org/officeDocument/2006/relationships/font" Target="fonts/font10.fntdata"/><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notesMaster" Target="notesMasters/notesMaster1.xml"/><Relationship Id="rId78" Type="http://schemas.openxmlformats.org/officeDocument/2006/relationships/font" Target="fonts/font5.fntdata"/><Relationship Id="rId81" Type="http://schemas.openxmlformats.org/officeDocument/2006/relationships/font" Target="fonts/font8.fntdata"/><Relationship Id="rId86"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69B8AE-9696-44A8-A645-E5470E2FFE39}" type="datetimeFigureOut">
              <a:rPr lang="en-US" smtClean="0"/>
              <a:t>10/9/2024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39CDBB5-D4B6-4541-BA74-0CD6C6BC281F}" type="slidenum">
              <a:rPr lang="en-US" smtClean="0"/>
              <a:t>‹#›</a:t>
            </a:fld>
            <a:endParaRPr lang="en-US"/>
          </a:p>
        </p:txBody>
      </p:sp>
    </p:spTree>
    <p:extLst>
      <p:ext uri="{BB962C8B-B14F-4D97-AF65-F5344CB8AC3E}">
        <p14:creationId xmlns:p14="http://schemas.microsoft.com/office/powerpoint/2010/main" val="26827388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571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959057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673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23518294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776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1781101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878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9086640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981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1590380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083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7891669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185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96863175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Slide Image Placeholder 1">
            <a:extLst>
              <a:ext uri="{FF2B5EF4-FFF2-40B4-BE49-F238E27FC236}">
                <a16:creationId xmlns:a16="http://schemas.microsoft.com/office/drawing/2014/main" id="{B80FB200-55B3-473F-BE15-28E141FC43A6}"/>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87043" name="Notes Placeholder 2">
            <a:extLst>
              <a:ext uri="{FF2B5EF4-FFF2-40B4-BE49-F238E27FC236}">
                <a16:creationId xmlns:a16="http://schemas.microsoft.com/office/drawing/2014/main" id="{8310764B-691C-44B2-ACD5-18D7BA48A6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a:spcBef>
                <a:spcPct val="0"/>
              </a:spcBef>
            </a:pPr>
            <a:endParaRPr lang="vi-VN" altLang="en-US"/>
          </a:p>
        </p:txBody>
      </p:sp>
      <p:sp>
        <p:nvSpPr>
          <p:cNvPr id="87044" name="Slide Number Placeholder 3">
            <a:extLst>
              <a:ext uri="{FF2B5EF4-FFF2-40B4-BE49-F238E27FC236}">
                <a16:creationId xmlns:a16="http://schemas.microsoft.com/office/drawing/2014/main" id="{169759D5-BAA4-47BB-9E34-22B3190AE7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fld id="{931D68DE-CFA2-4ACD-A1CC-74BBEB158336}" type="slidenum">
              <a:rPr lang="en-US" altLang="en-US"/>
              <a:pPr eaLnBrk="1" hangingPunct="1"/>
              <a:t>10</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288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69145120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390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5420784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493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7714116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5955"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233728426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8"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6979"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72848959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8002"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8003"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302345009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29027"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53102345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2"/>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30051" name="Rectangle 3"/>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latin typeface="Arial" panose="020B0604020202020204" pitchFamily="34" charset="0"/>
            </a:endParaRPr>
          </a:p>
        </p:txBody>
      </p:sp>
    </p:spTree>
    <p:extLst>
      <p:ext uri="{BB962C8B-B14F-4D97-AF65-F5344CB8AC3E}">
        <p14:creationId xmlns:p14="http://schemas.microsoft.com/office/powerpoint/2010/main" val="14464653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72D21A8-62C9-09BC-0E73-D859C6ECDD21}"/>
              </a:ext>
            </a:extLst>
          </p:cNvPr>
          <p:cNvSpPr>
            <a:spLocks noGrp="1" noChangeArrowheads="1"/>
          </p:cNvSpPr>
          <p:nvPr>
            <p:ph type="sldNum" sz="quarter" idx="5"/>
          </p:nvPr>
        </p:nvSpPr>
        <p:spPr>
          <a:ln/>
        </p:spPr>
        <p:txBody>
          <a:bodyPr/>
          <a:lstStyle/>
          <a:p>
            <a:fld id="{1F3945DC-984B-4892-9971-9B6667A41C6C}" type="slidenum">
              <a:rPr lang="en-US" altLang="en-US"/>
              <a:pPr/>
              <a:t>38</a:t>
            </a:fld>
            <a:endParaRPr lang="en-US" altLang="en-US"/>
          </a:p>
        </p:txBody>
      </p:sp>
      <p:sp>
        <p:nvSpPr>
          <p:cNvPr id="9218" name="Rectangle 2">
            <a:extLst>
              <a:ext uri="{FF2B5EF4-FFF2-40B4-BE49-F238E27FC236}">
                <a16:creationId xmlns:a16="http://schemas.microsoft.com/office/drawing/2014/main" id="{889AC837-92A9-6C20-D6DF-7081DA9B1968}"/>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This lecture introduces hash tables, which are an array-based method for implementing a Dictionary. You should recall that we have seen dictionaries implemented in other ways, for example with a binary search tree. The abstract properties of a dictionary remain the same: We can insert items in the dictionary, and each item has a key associated with it. When we want to retrieve an item, we specify only the key, and the retrieval process finds the associated data.</a:t>
            </a:r>
          </a:p>
          <a:p>
            <a:endParaRPr lang="en-US" altLang="en-US"/>
          </a:p>
          <a:p>
            <a:r>
              <a:rPr lang="en-US" altLang="en-US"/>
              <a:t>What we do now is use an array to implement the dictionary. The array is an array of records. In this example, we could store up to 701 records in the array.</a:t>
            </a:r>
          </a:p>
        </p:txBody>
      </p:sp>
      <p:sp>
        <p:nvSpPr>
          <p:cNvPr id="9219" name="Rectangle 3">
            <a:extLst>
              <a:ext uri="{FF2B5EF4-FFF2-40B4-BE49-F238E27FC236}">
                <a16:creationId xmlns:a16="http://schemas.microsoft.com/office/drawing/2014/main" id="{2DC752AF-5889-AB0C-4C4F-C57F2AF418E3}"/>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6A3D5AA-0E31-9544-C13D-D457B752BC74}"/>
              </a:ext>
            </a:extLst>
          </p:cNvPr>
          <p:cNvSpPr>
            <a:spLocks noGrp="1" noChangeArrowheads="1"/>
          </p:cNvSpPr>
          <p:nvPr>
            <p:ph type="sldNum" sz="quarter" idx="5"/>
          </p:nvPr>
        </p:nvSpPr>
        <p:spPr>
          <a:ln/>
        </p:spPr>
        <p:txBody>
          <a:bodyPr/>
          <a:lstStyle/>
          <a:p>
            <a:fld id="{77CC7374-3980-46BE-BB07-41E4D30D4B03}" type="slidenum">
              <a:rPr lang="en-US" altLang="en-US"/>
              <a:pPr/>
              <a:t>39</a:t>
            </a:fld>
            <a:endParaRPr lang="en-US" altLang="en-US"/>
          </a:p>
        </p:txBody>
      </p:sp>
      <p:sp>
        <p:nvSpPr>
          <p:cNvPr id="11266" name="Rectangle 2">
            <a:extLst>
              <a:ext uri="{FF2B5EF4-FFF2-40B4-BE49-F238E27FC236}">
                <a16:creationId xmlns:a16="http://schemas.microsoft.com/office/drawing/2014/main" id="{33404351-8BF1-7D09-B1ED-327AF9DE3023}"/>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Each record in the array contains two parts. The first part is a number that we'll use for the key of the item. We could use something else for the keys, such as a string. But for a hash table, numbers make the most convenient keys.</a:t>
            </a:r>
          </a:p>
        </p:txBody>
      </p:sp>
      <p:sp>
        <p:nvSpPr>
          <p:cNvPr id="11267" name="Rectangle 3">
            <a:extLst>
              <a:ext uri="{FF2B5EF4-FFF2-40B4-BE49-F238E27FC236}">
                <a16:creationId xmlns:a16="http://schemas.microsoft.com/office/drawing/2014/main" id="{EAD4240B-02BC-6731-0664-4CC6F012C2AF}"/>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809C55F-D37D-783C-DE61-AD992401F3AD}"/>
              </a:ext>
            </a:extLst>
          </p:cNvPr>
          <p:cNvSpPr>
            <a:spLocks noGrp="1" noChangeArrowheads="1"/>
          </p:cNvSpPr>
          <p:nvPr>
            <p:ph type="sldNum" sz="quarter" idx="5"/>
          </p:nvPr>
        </p:nvSpPr>
        <p:spPr>
          <a:ln/>
        </p:spPr>
        <p:txBody>
          <a:bodyPr/>
          <a:lstStyle/>
          <a:p>
            <a:fld id="{4C4EEC41-7F60-449E-8F95-9CC8CDD23536}" type="slidenum">
              <a:rPr lang="en-US" altLang="en-US"/>
              <a:pPr/>
              <a:t>40</a:t>
            </a:fld>
            <a:endParaRPr lang="en-US" altLang="en-US"/>
          </a:p>
        </p:txBody>
      </p:sp>
      <p:sp>
        <p:nvSpPr>
          <p:cNvPr id="13314" name="Rectangle 2">
            <a:extLst>
              <a:ext uri="{FF2B5EF4-FFF2-40B4-BE49-F238E27FC236}">
                <a16:creationId xmlns:a16="http://schemas.microsoft.com/office/drawing/2014/main" id="{B5BF3377-A821-6616-F459-30746C03F716}"/>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The numbers might be identification numbers of some sort, and the rest of the record contains information about a person. So the pattern that you see here is the same pattern that you've seen in other dictionaries: Each entry in the dictionary has a key (in this case an identifying number) and some associated data.</a:t>
            </a:r>
          </a:p>
        </p:txBody>
      </p:sp>
      <p:sp>
        <p:nvSpPr>
          <p:cNvPr id="13315" name="Rectangle 3">
            <a:extLst>
              <a:ext uri="{FF2B5EF4-FFF2-40B4-BE49-F238E27FC236}">
                <a16:creationId xmlns:a16="http://schemas.microsoft.com/office/drawing/2014/main" id="{ED32C92D-734A-3B28-52AF-1C67A16C29DD}"/>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45F233A-97F4-D492-0382-A13B9C6E5FA0}"/>
              </a:ext>
            </a:extLst>
          </p:cNvPr>
          <p:cNvSpPr>
            <a:spLocks noGrp="1" noChangeArrowheads="1"/>
          </p:cNvSpPr>
          <p:nvPr>
            <p:ph type="sldNum" sz="quarter" idx="5"/>
          </p:nvPr>
        </p:nvSpPr>
        <p:spPr>
          <a:ln/>
        </p:spPr>
        <p:txBody>
          <a:bodyPr/>
          <a:lstStyle/>
          <a:p>
            <a:fld id="{17557F57-08B9-418C-9661-F67934154CB3}" type="slidenum">
              <a:rPr lang="en-US" altLang="en-US"/>
              <a:pPr/>
              <a:t>41</a:t>
            </a:fld>
            <a:endParaRPr lang="en-US" altLang="en-US"/>
          </a:p>
        </p:txBody>
      </p:sp>
      <p:sp>
        <p:nvSpPr>
          <p:cNvPr id="15362" name="Rectangle 2">
            <a:extLst>
              <a:ext uri="{FF2B5EF4-FFF2-40B4-BE49-F238E27FC236}">
                <a16:creationId xmlns:a16="http://schemas.microsoft.com/office/drawing/2014/main" id="{27FF7510-ECAE-48B8-A2B5-4147DA2A17E0}"/>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When a hash table is being used as a dictionary, some of the array locations are in use, and other spots are "empty", waiting for a new entry to come along.</a:t>
            </a:r>
          </a:p>
          <a:p>
            <a:endParaRPr lang="en-US" altLang="en-US"/>
          </a:p>
          <a:p>
            <a:r>
              <a:rPr lang="en-US" altLang="en-US"/>
              <a:t>Oftentimes, the empty spots are identified by a special key. For example, if all our identification numbers are positive, then we could use 0 as the Number that indicates an empty spot.</a:t>
            </a:r>
          </a:p>
          <a:p>
            <a:endParaRPr lang="en-US" altLang="en-US"/>
          </a:p>
          <a:p>
            <a:r>
              <a:rPr lang="en-US" altLang="en-US"/>
              <a:t>With this drawing, locations [0], [4], [6], and maybe some others would all have Number=0.</a:t>
            </a:r>
          </a:p>
        </p:txBody>
      </p:sp>
      <p:sp>
        <p:nvSpPr>
          <p:cNvPr id="15363" name="Rectangle 3">
            <a:extLst>
              <a:ext uri="{FF2B5EF4-FFF2-40B4-BE49-F238E27FC236}">
                <a16:creationId xmlns:a16="http://schemas.microsoft.com/office/drawing/2014/main" id="{933CF2CE-D752-52AB-53CC-8E4A561BF18C}"/>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71AA157-15A8-5843-FFB1-E6EF10EC7EA3}"/>
              </a:ext>
            </a:extLst>
          </p:cNvPr>
          <p:cNvSpPr>
            <a:spLocks noGrp="1" noChangeArrowheads="1"/>
          </p:cNvSpPr>
          <p:nvPr>
            <p:ph type="sldNum" sz="quarter" idx="5"/>
          </p:nvPr>
        </p:nvSpPr>
        <p:spPr>
          <a:ln/>
        </p:spPr>
        <p:txBody>
          <a:bodyPr/>
          <a:lstStyle/>
          <a:p>
            <a:fld id="{EC625C6A-58FA-4D22-B803-94ADFEFBCED5}" type="slidenum">
              <a:rPr lang="en-US" altLang="en-US"/>
              <a:pPr/>
              <a:t>42</a:t>
            </a:fld>
            <a:endParaRPr lang="en-US" altLang="en-US"/>
          </a:p>
        </p:txBody>
      </p:sp>
      <p:sp>
        <p:nvSpPr>
          <p:cNvPr id="17410" name="Rectangle 2">
            <a:extLst>
              <a:ext uri="{FF2B5EF4-FFF2-40B4-BE49-F238E27FC236}">
                <a16:creationId xmlns:a16="http://schemas.microsoft.com/office/drawing/2014/main" id="{8A7054FA-465D-9F8D-0E3C-A7B100CFCDAB}"/>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In order to insert a new entry, the key of the entry must somehow be converted to an index in the array. For our example, we must convert the key number into an index between 0 and 700. The conversion process is called </a:t>
            </a:r>
            <a:r>
              <a:rPr lang="en-US" altLang="en-US" u="sng"/>
              <a:t>hashing</a:t>
            </a:r>
            <a:r>
              <a:rPr lang="en-US" altLang="en-US"/>
              <a:t> and the index is called the </a:t>
            </a:r>
            <a:r>
              <a:rPr lang="en-US" altLang="en-US" u="sng"/>
              <a:t>hash value</a:t>
            </a:r>
            <a:r>
              <a:rPr lang="en-US" altLang="en-US"/>
              <a:t> of the key.</a:t>
            </a:r>
          </a:p>
        </p:txBody>
      </p:sp>
      <p:sp>
        <p:nvSpPr>
          <p:cNvPr id="17411" name="Rectangle 3">
            <a:extLst>
              <a:ext uri="{FF2B5EF4-FFF2-40B4-BE49-F238E27FC236}">
                <a16:creationId xmlns:a16="http://schemas.microsoft.com/office/drawing/2014/main" id="{3E1E2B3B-D413-508A-1468-87BCBA0D132B}"/>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EBD0236-E2F2-00B2-4030-E8B6A7E7C077}"/>
              </a:ext>
            </a:extLst>
          </p:cNvPr>
          <p:cNvSpPr>
            <a:spLocks noGrp="1" noChangeArrowheads="1"/>
          </p:cNvSpPr>
          <p:nvPr>
            <p:ph type="sldNum" sz="quarter" idx="5"/>
          </p:nvPr>
        </p:nvSpPr>
        <p:spPr>
          <a:ln/>
        </p:spPr>
        <p:txBody>
          <a:bodyPr/>
          <a:lstStyle/>
          <a:p>
            <a:fld id="{96452A4E-7844-44AD-94BE-EC9F1E978501}" type="slidenum">
              <a:rPr lang="en-US" altLang="en-US"/>
              <a:pPr/>
              <a:t>43</a:t>
            </a:fld>
            <a:endParaRPr lang="en-US" altLang="en-US"/>
          </a:p>
        </p:txBody>
      </p:sp>
      <p:sp>
        <p:nvSpPr>
          <p:cNvPr id="19458" name="Rectangle 2">
            <a:extLst>
              <a:ext uri="{FF2B5EF4-FFF2-40B4-BE49-F238E27FC236}">
                <a16:creationId xmlns:a16="http://schemas.microsoft.com/office/drawing/2014/main" id="{0651C3B3-CA42-D644-91F3-BF5303446DEC}"/>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There are many ways to create hash values. Here is a typical approach. </a:t>
            </a:r>
          </a:p>
          <a:p>
            <a:r>
              <a:rPr lang="en-US" altLang="en-US"/>
              <a:t>a. Take the key mod 701 (which could be anywhere from 0 to 700).</a:t>
            </a:r>
          </a:p>
          <a:p>
            <a:endParaRPr lang="en-US" altLang="en-US"/>
          </a:p>
          <a:p>
            <a:r>
              <a:rPr lang="en-US" altLang="en-US"/>
              <a:t>So, quick, what is (580,625,685 mod 701) ?</a:t>
            </a:r>
          </a:p>
        </p:txBody>
      </p:sp>
      <p:sp>
        <p:nvSpPr>
          <p:cNvPr id="19459" name="Rectangle 3">
            <a:extLst>
              <a:ext uri="{FF2B5EF4-FFF2-40B4-BE49-F238E27FC236}">
                <a16:creationId xmlns:a16="http://schemas.microsoft.com/office/drawing/2014/main" id="{56A1C5A8-929B-9992-EA80-93D96E152B03}"/>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FA5524A-5F7E-E12D-90D7-12E3BAFD5905}"/>
              </a:ext>
            </a:extLst>
          </p:cNvPr>
          <p:cNvSpPr>
            <a:spLocks noGrp="1" noChangeArrowheads="1"/>
          </p:cNvSpPr>
          <p:nvPr>
            <p:ph type="sldNum" sz="quarter" idx="5"/>
          </p:nvPr>
        </p:nvSpPr>
        <p:spPr>
          <a:ln/>
        </p:spPr>
        <p:txBody>
          <a:bodyPr/>
          <a:lstStyle/>
          <a:p>
            <a:fld id="{C8AD8815-6414-4A21-9E3E-2AF18C6EC4CB}" type="slidenum">
              <a:rPr lang="en-US" altLang="en-US"/>
              <a:pPr/>
              <a:t>44</a:t>
            </a:fld>
            <a:endParaRPr lang="en-US" altLang="en-US"/>
          </a:p>
        </p:txBody>
      </p:sp>
      <p:sp>
        <p:nvSpPr>
          <p:cNvPr id="21506" name="Rectangle 2">
            <a:extLst>
              <a:ext uri="{FF2B5EF4-FFF2-40B4-BE49-F238E27FC236}">
                <a16:creationId xmlns:a16="http://schemas.microsoft.com/office/drawing/2014/main" id="{8375179A-E386-593C-8D0B-D56C29571DA1}"/>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Three.</a:t>
            </a:r>
          </a:p>
        </p:txBody>
      </p:sp>
      <p:sp>
        <p:nvSpPr>
          <p:cNvPr id="21507" name="Rectangle 3">
            <a:extLst>
              <a:ext uri="{FF2B5EF4-FFF2-40B4-BE49-F238E27FC236}">
                <a16:creationId xmlns:a16="http://schemas.microsoft.com/office/drawing/2014/main" id="{E166E3FA-4B8E-7BAB-3C01-23FBEE35CF5B}"/>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10C611F-04CA-CBE4-24A2-37B133AD1ED2}"/>
              </a:ext>
            </a:extLst>
          </p:cNvPr>
          <p:cNvSpPr>
            <a:spLocks noGrp="1" noChangeArrowheads="1"/>
          </p:cNvSpPr>
          <p:nvPr>
            <p:ph type="sldNum" sz="quarter" idx="5"/>
          </p:nvPr>
        </p:nvSpPr>
        <p:spPr>
          <a:ln/>
        </p:spPr>
        <p:txBody>
          <a:bodyPr/>
          <a:lstStyle/>
          <a:p>
            <a:fld id="{84591F09-B355-4C82-93F5-4EDD56F1AAEC}" type="slidenum">
              <a:rPr lang="en-US" altLang="en-US"/>
              <a:pPr/>
              <a:t>45</a:t>
            </a:fld>
            <a:endParaRPr lang="en-US" altLang="en-US"/>
          </a:p>
        </p:txBody>
      </p:sp>
      <p:sp>
        <p:nvSpPr>
          <p:cNvPr id="23554" name="Rectangle 2">
            <a:extLst>
              <a:ext uri="{FF2B5EF4-FFF2-40B4-BE49-F238E27FC236}">
                <a16:creationId xmlns:a16="http://schemas.microsoft.com/office/drawing/2014/main" id="{A057AC7E-CBEC-748A-C0EE-5F2439C37786}"/>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So, this new item will be placed at location [3] of the array.</a:t>
            </a:r>
          </a:p>
        </p:txBody>
      </p:sp>
      <p:sp>
        <p:nvSpPr>
          <p:cNvPr id="23555" name="Rectangle 3">
            <a:extLst>
              <a:ext uri="{FF2B5EF4-FFF2-40B4-BE49-F238E27FC236}">
                <a16:creationId xmlns:a16="http://schemas.microsoft.com/office/drawing/2014/main" id="{AE9E94AC-53F3-B549-33A7-3F12A2BE5239}"/>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44B3932-A467-9407-CC27-0ED970359BD7}"/>
              </a:ext>
            </a:extLst>
          </p:cNvPr>
          <p:cNvSpPr>
            <a:spLocks noGrp="1" noChangeArrowheads="1"/>
          </p:cNvSpPr>
          <p:nvPr>
            <p:ph type="sldNum" sz="quarter" idx="5"/>
          </p:nvPr>
        </p:nvSpPr>
        <p:spPr>
          <a:ln/>
        </p:spPr>
        <p:txBody>
          <a:bodyPr/>
          <a:lstStyle/>
          <a:p>
            <a:fld id="{53D51CA5-5C8C-4004-897B-F1D52BD762DB}" type="slidenum">
              <a:rPr lang="en-US" altLang="en-US"/>
              <a:pPr/>
              <a:t>46</a:t>
            </a:fld>
            <a:endParaRPr lang="en-US" altLang="en-US"/>
          </a:p>
        </p:txBody>
      </p:sp>
      <p:sp>
        <p:nvSpPr>
          <p:cNvPr id="25602" name="Rectangle 2">
            <a:extLst>
              <a:ext uri="{FF2B5EF4-FFF2-40B4-BE49-F238E27FC236}">
                <a16:creationId xmlns:a16="http://schemas.microsoft.com/office/drawing/2014/main" id="{13CA324F-E88A-2607-3DD4-AD54F65ADA06}"/>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The hash value is always used to find the location for the record.</a:t>
            </a:r>
          </a:p>
        </p:txBody>
      </p:sp>
      <p:sp>
        <p:nvSpPr>
          <p:cNvPr id="25603" name="Rectangle 3">
            <a:extLst>
              <a:ext uri="{FF2B5EF4-FFF2-40B4-BE49-F238E27FC236}">
                <a16:creationId xmlns:a16="http://schemas.microsoft.com/office/drawing/2014/main" id="{BCD0292A-4EDD-5121-8193-27E0B8019215}"/>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7078380-DB3B-4481-5DF6-C3B35054C499}"/>
              </a:ext>
            </a:extLst>
          </p:cNvPr>
          <p:cNvSpPr>
            <a:spLocks noGrp="1" noChangeArrowheads="1"/>
          </p:cNvSpPr>
          <p:nvPr>
            <p:ph type="sldNum" sz="quarter" idx="5"/>
          </p:nvPr>
        </p:nvSpPr>
        <p:spPr>
          <a:ln/>
        </p:spPr>
        <p:txBody>
          <a:bodyPr/>
          <a:lstStyle/>
          <a:p>
            <a:fld id="{F1165E83-1060-46B8-BCEE-4FDF4D860C79}" type="slidenum">
              <a:rPr lang="en-US" altLang="en-US"/>
              <a:pPr/>
              <a:t>47</a:t>
            </a:fld>
            <a:endParaRPr lang="en-US" altLang="en-US"/>
          </a:p>
        </p:txBody>
      </p:sp>
      <p:sp>
        <p:nvSpPr>
          <p:cNvPr id="27650" name="Rectangle 2">
            <a:extLst>
              <a:ext uri="{FF2B5EF4-FFF2-40B4-BE49-F238E27FC236}">
                <a16:creationId xmlns:a16="http://schemas.microsoft.com/office/drawing/2014/main" id="{B52B5975-49D4-4F90-6E33-609CA02D92DD}"/>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Sometimes, two different records might end up with the same hash value.</a:t>
            </a:r>
          </a:p>
        </p:txBody>
      </p:sp>
      <p:sp>
        <p:nvSpPr>
          <p:cNvPr id="27651" name="Rectangle 3">
            <a:extLst>
              <a:ext uri="{FF2B5EF4-FFF2-40B4-BE49-F238E27FC236}">
                <a16:creationId xmlns:a16="http://schemas.microsoft.com/office/drawing/2014/main" id="{9718BFB6-0DDE-1F44-F840-40615561743B}"/>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59F9A12-9096-7C40-604D-ED725F98F243}"/>
              </a:ext>
            </a:extLst>
          </p:cNvPr>
          <p:cNvSpPr>
            <a:spLocks noGrp="1" noChangeArrowheads="1"/>
          </p:cNvSpPr>
          <p:nvPr>
            <p:ph type="sldNum" sz="quarter" idx="5"/>
          </p:nvPr>
        </p:nvSpPr>
        <p:spPr>
          <a:ln/>
        </p:spPr>
        <p:txBody>
          <a:bodyPr/>
          <a:lstStyle/>
          <a:p>
            <a:fld id="{D870DDC2-6EF6-4154-A581-7F5FA54917D1}" type="slidenum">
              <a:rPr lang="en-US" altLang="en-US"/>
              <a:pPr/>
              <a:t>48</a:t>
            </a:fld>
            <a:endParaRPr lang="en-US" altLang="en-US"/>
          </a:p>
        </p:txBody>
      </p:sp>
      <p:sp>
        <p:nvSpPr>
          <p:cNvPr id="29698" name="Rectangle 2">
            <a:extLst>
              <a:ext uri="{FF2B5EF4-FFF2-40B4-BE49-F238E27FC236}">
                <a16:creationId xmlns:a16="http://schemas.microsoft.com/office/drawing/2014/main" id="{F33048E9-693B-F4E2-185F-CCEF3C74DA5A}"/>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This is called a </a:t>
            </a:r>
            <a:r>
              <a:rPr lang="en-US" altLang="en-US" u="sng"/>
              <a:t>collision</a:t>
            </a:r>
            <a:r>
              <a:rPr lang="en-US" altLang="en-US"/>
              <a:t>.</a:t>
            </a:r>
          </a:p>
          <a:p>
            <a:endParaRPr lang="en-US" altLang="en-US"/>
          </a:p>
          <a:p>
            <a:r>
              <a:rPr lang="en-US" altLang="en-US"/>
              <a:t>When a collision occurs, the insertion process will move forward through the array until an empty spot is found. Sometimes you will have a second collision...</a:t>
            </a:r>
          </a:p>
        </p:txBody>
      </p:sp>
      <p:sp>
        <p:nvSpPr>
          <p:cNvPr id="29699" name="Rectangle 3">
            <a:extLst>
              <a:ext uri="{FF2B5EF4-FFF2-40B4-BE49-F238E27FC236}">
                <a16:creationId xmlns:a16="http://schemas.microsoft.com/office/drawing/2014/main" id="{27567C35-99A4-AA47-D988-868825E8E9D4}"/>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452F0206-6FD7-E51A-377A-DABAF7DF42C5}"/>
              </a:ext>
            </a:extLst>
          </p:cNvPr>
          <p:cNvSpPr>
            <a:spLocks noGrp="1" noChangeArrowheads="1"/>
          </p:cNvSpPr>
          <p:nvPr>
            <p:ph type="sldNum" sz="quarter" idx="5"/>
          </p:nvPr>
        </p:nvSpPr>
        <p:spPr>
          <a:ln/>
        </p:spPr>
        <p:txBody>
          <a:bodyPr/>
          <a:lstStyle/>
          <a:p>
            <a:fld id="{BFBD94D5-B3C5-4E41-9D2D-C27D5707AE8C}" type="slidenum">
              <a:rPr lang="en-US" altLang="en-US"/>
              <a:pPr/>
              <a:t>49</a:t>
            </a:fld>
            <a:endParaRPr lang="en-US" altLang="en-US"/>
          </a:p>
        </p:txBody>
      </p:sp>
      <p:sp>
        <p:nvSpPr>
          <p:cNvPr id="31746" name="Rectangle 2">
            <a:extLst>
              <a:ext uri="{FF2B5EF4-FFF2-40B4-BE49-F238E27FC236}">
                <a16:creationId xmlns:a16="http://schemas.microsoft.com/office/drawing/2014/main" id="{8201906F-B68D-9B7D-72DE-748ADE0DB138}"/>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...and a third collision...</a:t>
            </a:r>
          </a:p>
        </p:txBody>
      </p:sp>
      <p:sp>
        <p:nvSpPr>
          <p:cNvPr id="31747" name="Rectangle 3">
            <a:extLst>
              <a:ext uri="{FF2B5EF4-FFF2-40B4-BE49-F238E27FC236}">
                <a16:creationId xmlns:a16="http://schemas.microsoft.com/office/drawing/2014/main" id="{3DA7AFE9-119C-BFDD-9FEE-993884250BE9}"/>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F1B04242-220A-5448-2B37-441AC4544FC7}"/>
              </a:ext>
            </a:extLst>
          </p:cNvPr>
          <p:cNvSpPr>
            <a:spLocks noGrp="1" noChangeArrowheads="1"/>
          </p:cNvSpPr>
          <p:nvPr>
            <p:ph type="sldNum" sz="quarter" idx="5"/>
          </p:nvPr>
        </p:nvSpPr>
        <p:spPr>
          <a:ln/>
        </p:spPr>
        <p:txBody>
          <a:bodyPr/>
          <a:lstStyle/>
          <a:p>
            <a:fld id="{E67AB003-7D99-468B-B7CD-F013978CFABC}" type="slidenum">
              <a:rPr lang="en-US" altLang="en-US"/>
              <a:pPr/>
              <a:t>50</a:t>
            </a:fld>
            <a:endParaRPr lang="en-US" altLang="en-US"/>
          </a:p>
        </p:txBody>
      </p:sp>
      <p:sp>
        <p:nvSpPr>
          <p:cNvPr id="33794" name="Rectangle 2">
            <a:extLst>
              <a:ext uri="{FF2B5EF4-FFF2-40B4-BE49-F238E27FC236}">
                <a16:creationId xmlns:a16="http://schemas.microsoft.com/office/drawing/2014/main" id="{70F04B92-F7DE-B1C9-A0E9-AD4DA953B04F}"/>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But if there are any empty spots, eventually you will reach an empty spot, and the new item is inserted here.</a:t>
            </a:r>
          </a:p>
        </p:txBody>
      </p:sp>
      <p:sp>
        <p:nvSpPr>
          <p:cNvPr id="33795" name="Rectangle 3">
            <a:extLst>
              <a:ext uri="{FF2B5EF4-FFF2-40B4-BE49-F238E27FC236}">
                <a16:creationId xmlns:a16="http://schemas.microsoft.com/office/drawing/2014/main" id="{2DE82D2C-7C56-78B9-5A3C-258128D1CDA3}"/>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46A2939-EE4B-EF63-6BE5-3207C2FB90E3}"/>
              </a:ext>
            </a:extLst>
          </p:cNvPr>
          <p:cNvSpPr>
            <a:spLocks noGrp="1" noChangeArrowheads="1"/>
          </p:cNvSpPr>
          <p:nvPr>
            <p:ph type="sldNum" sz="quarter" idx="5"/>
          </p:nvPr>
        </p:nvSpPr>
        <p:spPr>
          <a:ln/>
        </p:spPr>
        <p:txBody>
          <a:bodyPr/>
          <a:lstStyle/>
          <a:p>
            <a:fld id="{84D8E290-0882-42AE-8E40-E585DDACF1BE}" type="slidenum">
              <a:rPr lang="en-US" altLang="en-US"/>
              <a:pPr/>
              <a:t>51</a:t>
            </a:fld>
            <a:endParaRPr lang="en-US" altLang="en-US"/>
          </a:p>
        </p:txBody>
      </p:sp>
      <p:sp>
        <p:nvSpPr>
          <p:cNvPr id="35842" name="Rectangle 2">
            <a:extLst>
              <a:ext uri="{FF2B5EF4-FFF2-40B4-BE49-F238E27FC236}">
                <a16:creationId xmlns:a16="http://schemas.microsoft.com/office/drawing/2014/main" id="{5E289121-77F6-4851-104A-1C5014A0850D}"/>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The new record is always placed in the first available empty spot, after the hash value.</a:t>
            </a:r>
          </a:p>
          <a:p>
            <a:endParaRPr lang="en-US" altLang="en-US"/>
          </a:p>
          <a:p>
            <a:endParaRPr lang="en-US" altLang="en-US"/>
          </a:p>
        </p:txBody>
      </p:sp>
      <p:sp>
        <p:nvSpPr>
          <p:cNvPr id="35843" name="Rectangle 3">
            <a:extLst>
              <a:ext uri="{FF2B5EF4-FFF2-40B4-BE49-F238E27FC236}">
                <a16:creationId xmlns:a16="http://schemas.microsoft.com/office/drawing/2014/main" id="{68E9B2A7-A5EE-EEAB-9D75-C939B0E3C08E}"/>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1C3CC4DA-98CB-CF17-D1A2-320381268FD2}"/>
              </a:ext>
            </a:extLst>
          </p:cNvPr>
          <p:cNvSpPr>
            <a:spLocks noGrp="1" noChangeArrowheads="1"/>
          </p:cNvSpPr>
          <p:nvPr>
            <p:ph type="sldNum" sz="quarter" idx="5"/>
          </p:nvPr>
        </p:nvSpPr>
        <p:spPr>
          <a:ln/>
        </p:spPr>
        <p:txBody>
          <a:bodyPr/>
          <a:lstStyle/>
          <a:p>
            <a:fld id="{89233A10-E39E-41E7-996B-5A3BDF3CD152}" type="slidenum">
              <a:rPr lang="en-US" altLang="en-US"/>
              <a:pPr/>
              <a:t>52</a:t>
            </a:fld>
            <a:endParaRPr lang="en-US" altLang="en-US"/>
          </a:p>
        </p:txBody>
      </p:sp>
      <p:sp>
        <p:nvSpPr>
          <p:cNvPr id="39938" name="Rectangle 2">
            <a:extLst>
              <a:ext uri="{FF2B5EF4-FFF2-40B4-BE49-F238E27FC236}">
                <a16:creationId xmlns:a16="http://schemas.microsoft.com/office/drawing/2014/main" id="{0A7FD7CF-62A1-A0E5-EADC-719A952C0AFD}"/>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It is fairly easy to search for a particular item based on its key.</a:t>
            </a:r>
          </a:p>
        </p:txBody>
      </p:sp>
      <p:sp>
        <p:nvSpPr>
          <p:cNvPr id="39939" name="Rectangle 3">
            <a:extLst>
              <a:ext uri="{FF2B5EF4-FFF2-40B4-BE49-F238E27FC236}">
                <a16:creationId xmlns:a16="http://schemas.microsoft.com/office/drawing/2014/main" id="{17DE7F98-92A2-1171-D5BE-963AA00F3850}"/>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A2EB438-28AA-6BC0-81D4-5C5DDD330E3E}"/>
              </a:ext>
            </a:extLst>
          </p:cNvPr>
          <p:cNvSpPr>
            <a:spLocks noGrp="1" noChangeArrowheads="1"/>
          </p:cNvSpPr>
          <p:nvPr>
            <p:ph type="sldNum" sz="quarter" idx="5"/>
          </p:nvPr>
        </p:nvSpPr>
        <p:spPr>
          <a:ln/>
        </p:spPr>
        <p:txBody>
          <a:bodyPr/>
          <a:lstStyle/>
          <a:p>
            <a:fld id="{28285AE7-4D2B-4398-A984-6E901812023A}" type="slidenum">
              <a:rPr lang="en-US" altLang="en-US"/>
              <a:pPr/>
              <a:t>53</a:t>
            </a:fld>
            <a:endParaRPr lang="en-US" altLang="en-US"/>
          </a:p>
        </p:txBody>
      </p:sp>
      <p:sp>
        <p:nvSpPr>
          <p:cNvPr id="41986" name="Rectangle 2">
            <a:extLst>
              <a:ext uri="{FF2B5EF4-FFF2-40B4-BE49-F238E27FC236}">
                <a16:creationId xmlns:a16="http://schemas.microsoft.com/office/drawing/2014/main" id="{4948EC23-C1AB-48D0-0CB7-9F23F3C2F309}"/>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Start by computing the hash value, which is 2 in this case. Then check location 2. If location 2 has a different key than the one you are looking for, then move forward...</a:t>
            </a:r>
          </a:p>
        </p:txBody>
      </p:sp>
      <p:sp>
        <p:nvSpPr>
          <p:cNvPr id="41987" name="Rectangle 3">
            <a:extLst>
              <a:ext uri="{FF2B5EF4-FFF2-40B4-BE49-F238E27FC236}">
                <a16:creationId xmlns:a16="http://schemas.microsoft.com/office/drawing/2014/main" id="{10620AF3-D2F8-BC94-CA4A-2DE5FF5A5CC4}"/>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26C30D8-55E9-BE48-0A7D-74E9D701BB0C}"/>
              </a:ext>
            </a:extLst>
          </p:cNvPr>
          <p:cNvSpPr>
            <a:spLocks noGrp="1" noChangeArrowheads="1"/>
          </p:cNvSpPr>
          <p:nvPr>
            <p:ph type="sldNum" sz="quarter" idx="5"/>
          </p:nvPr>
        </p:nvSpPr>
        <p:spPr>
          <a:ln/>
        </p:spPr>
        <p:txBody>
          <a:bodyPr/>
          <a:lstStyle/>
          <a:p>
            <a:fld id="{5B465BF0-1A88-47D3-ABB2-53452225C490}" type="slidenum">
              <a:rPr lang="en-US" altLang="en-US"/>
              <a:pPr/>
              <a:t>54</a:t>
            </a:fld>
            <a:endParaRPr lang="en-US" altLang="en-US"/>
          </a:p>
        </p:txBody>
      </p:sp>
      <p:sp>
        <p:nvSpPr>
          <p:cNvPr id="44034" name="Rectangle 2">
            <a:extLst>
              <a:ext uri="{FF2B5EF4-FFF2-40B4-BE49-F238E27FC236}">
                <a16:creationId xmlns:a16="http://schemas.microsoft.com/office/drawing/2014/main" id="{F723DF03-BF57-608B-24BE-E9DE658F6E00}"/>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...if the next location is not the one we are looking for, then keep moving forward...</a:t>
            </a:r>
          </a:p>
        </p:txBody>
      </p:sp>
      <p:sp>
        <p:nvSpPr>
          <p:cNvPr id="44035" name="Rectangle 3">
            <a:extLst>
              <a:ext uri="{FF2B5EF4-FFF2-40B4-BE49-F238E27FC236}">
                <a16:creationId xmlns:a16="http://schemas.microsoft.com/office/drawing/2014/main" id="{2B61C798-780A-AC1C-F0BF-8505C5BAEA90}"/>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C9D7B611-81FA-D8BB-39E5-1364B4B0D341}"/>
              </a:ext>
            </a:extLst>
          </p:cNvPr>
          <p:cNvSpPr>
            <a:spLocks noGrp="1" noChangeArrowheads="1"/>
          </p:cNvSpPr>
          <p:nvPr>
            <p:ph type="sldNum" sz="quarter" idx="5"/>
          </p:nvPr>
        </p:nvSpPr>
        <p:spPr>
          <a:ln/>
        </p:spPr>
        <p:txBody>
          <a:bodyPr/>
          <a:lstStyle/>
          <a:p>
            <a:fld id="{0F4003E3-2C39-472E-B574-AFA89DE5460A}" type="slidenum">
              <a:rPr lang="en-US" altLang="en-US"/>
              <a:pPr/>
              <a:t>55</a:t>
            </a:fld>
            <a:endParaRPr lang="en-US" altLang="en-US"/>
          </a:p>
        </p:txBody>
      </p:sp>
      <p:sp>
        <p:nvSpPr>
          <p:cNvPr id="46082" name="Rectangle 2">
            <a:extLst>
              <a:ext uri="{FF2B5EF4-FFF2-40B4-BE49-F238E27FC236}">
                <a16:creationId xmlns:a16="http://schemas.microsoft.com/office/drawing/2014/main" id="{B4E9BD73-409B-F3A9-C8A1-4F8699B9A80E}"/>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Keep moving forward until you find the sought-after key...</a:t>
            </a:r>
          </a:p>
        </p:txBody>
      </p:sp>
      <p:sp>
        <p:nvSpPr>
          <p:cNvPr id="46083" name="Rectangle 3">
            <a:extLst>
              <a:ext uri="{FF2B5EF4-FFF2-40B4-BE49-F238E27FC236}">
                <a16:creationId xmlns:a16="http://schemas.microsoft.com/office/drawing/2014/main" id="{C4DD2048-AA9B-435B-CE32-C8332F8AD8BC}"/>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346BB199-2D2B-77D1-4942-BEBD83DE6854}"/>
              </a:ext>
            </a:extLst>
          </p:cNvPr>
          <p:cNvSpPr>
            <a:spLocks noGrp="1" noChangeArrowheads="1"/>
          </p:cNvSpPr>
          <p:nvPr>
            <p:ph type="sldNum" sz="quarter" idx="5"/>
          </p:nvPr>
        </p:nvSpPr>
        <p:spPr>
          <a:ln/>
        </p:spPr>
        <p:txBody>
          <a:bodyPr/>
          <a:lstStyle/>
          <a:p>
            <a:fld id="{EDC0978C-304C-421A-9B8B-BCB0E6FCBC2C}" type="slidenum">
              <a:rPr lang="en-US" altLang="en-US"/>
              <a:pPr/>
              <a:t>56</a:t>
            </a:fld>
            <a:endParaRPr lang="en-US" altLang="en-US"/>
          </a:p>
        </p:txBody>
      </p:sp>
      <p:sp>
        <p:nvSpPr>
          <p:cNvPr id="48130" name="Rectangle 2">
            <a:extLst>
              <a:ext uri="{FF2B5EF4-FFF2-40B4-BE49-F238E27FC236}">
                <a16:creationId xmlns:a16="http://schemas.microsoft.com/office/drawing/2014/main" id="{6321DC8E-296D-4A25-FD15-B2FBE2C71EA4}"/>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In this case we find the key at location [5].</a:t>
            </a:r>
          </a:p>
        </p:txBody>
      </p:sp>
      <p:sp>
        <p:nvSpPr>
          <p:cNvPr id="48131" name="Rectangle 3">
            <a:extLst>
              <a:ext uri="{FF2B5EF4-FFF2-40B4-BE49-F238E27FC236}">
                <a16:creationId xmlns:a16="http://schemas.microsoft.com/office/drawing/2014/main" id="{9CBA8C50-0F2F-8184-12F6-656B954B8CA2}"/>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905879D-D2F1-1852-0111-7CB8EA5172C5}"/>
              </a:ext>
            </a:extLst>
          </p:cNvPr>
          <p:cNvSpPr>
            <a:spLocks noGrp="1" noChangeArrowheads="1"/>
          </p:cNvSpPr>
          <p:nvPr>
            <p:ph type="sldNum" sz="quarter" idx="5"/>
          </p:nvPr>
        </p:nvSpPr>
        <p:spPr>
          <a:ln/>
        </p:spPr>
        <p:txBody>
          <a:bodyPr/>
          <a:lstStyle/>
          <a:p>
            <a:fld id="{423FDC3F-4D85-443E-A82B-16A0A9407216}" type="slidenum">
              <a:rPr lang="en-US" altLang="en-US"/>
              <a:pPr/>
              <a:t>57</a:t>
            </a:fld>
            <a:endParaRPr lang="en-US" altLang="en-US"/>
          </a:p>
        </p:txBody>
      </p:sp>
      <p:sp>
        <p:nvSpPr>
          <p:cNvPr id="50178" name="Rectangle 2">
            <a:extLst>
              <a:ext uri="{FF2B5EF4-FFF2-40B4-BE49-F238E27FC236}">
                <a16:creationId xmlns:a16="http://schemas.microsoft.com/office/drawing/2014/main" id="{9977BC65-CD3B-4047-8AEC-3BD29DA73F26}"/>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The data from location [5] can then be copied to to provide the result of the search function.</a:t>
            </a:r>
          </a:p>
          <a:p>
            <a:endParaRPr lang="en-US" altLang="en-US"/>
          </a:p>
          <a:p>
            <a:r>
              <a:rPr lang="en-US" altLang="en-US"/>
              <a:t>What happens if a search reaches an empty spot?  In that case, it can</a:t>
            </a:r>
          </a:p>
          <a:p>
            <a:r>
              <a:rPr lang="en-US" altLang="en-US"/>
              <a:t>halt and indicate that the key was not in the hash table.</a:t>
            </a:r>
          </a:p>
          <a:p>
            <a:endParaRPr lang="en-US" altLang="en-US"/>
          </a:p>
        </p:txBody>
      </p:sp>
      <p:sp>
        <p:nvSpPr>
          <p:cNvPr id="50179" name="Rectangle 3">
            <a:extLst>
              <a:ext uri="{FF2B5EF4-FFF2-40B4-BE49-F238E27FC236}">
                <a16:creationId xmlns:a16="http://schemas.microsoft.com/office/drawing/2014/main" id="{0D5E19DB-0EDD-1A8C-FEB1-028831297C2E}"/>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8BC2B9C9-6522-6BAE-F0EA-E17343AC8D50}"/>
              </a:ext>
            </a:extLst>
          </p:cNvPr>
          <p:cNvSpPr>
            <a:spLocks noGrp="1" noChangeArrowheads="1"/>
          </p:cNvSpPr>
          <p:nvPr>
            <p:ph type="sldNum" sz="quarter" idx="5"/>
          </p:nvPr>
        </p:nvSpPr>
        <p:spPr>
          <a:ln/>
        </p:spPr>
        <p:txBody>
          <a:bodyPr/>
          <a:lstStyle/>
          <a:p>
            <a:fld id="{509D5172-E0A4-4A2C-AB3F-2F30CFC47F5D}" type="slidenum">
              <a:rPr lang="en-US" altLang="en-US"/>
              <a:pPr/>
              <a:t>58</a:t>
            </a:fld>
            <a:endParaRPr lang="en-US" altLang="en-US"/>
          </a:p>
        </p:txBody>
      </p:sp>
      <p:sp>
        <p:nvSpPr>
          <p:cNvPr id="52226" name="Rectangle 2">
            <a:extLst>
              <a:ext uri="{FF2B5EF4-FFF2-40B4-BE49-F238E27FC236}">
                <a16:creationId xmlns:a16="http://schemas.microsoft.com/office/drawing/2014/main" id="{9216A7D5-6917-7C3F-BD3E-5BF3C3A00263}"/>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Records can be deleted from a hash table...</a:t>
            </a:r>
          </a:p>
        </p:txBody>
      </p:sp>
      <p:sp>
        <p:nvSpPr>
          <p:cNvPr id="52227" name="Rectangle 3">
            <a:extLst>
              <a:ext uri="{FF2B5EF4-FFF2-40B4-BE49-F238E27FC236}">
                <a16:creationId xmlns:a16="http://schemas.microsoft.com/office/drawing/2014/main" id="{4A91C075-1FD6-EAA1-362F-85FBF801CDE2}"/>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2E92F8F2-55DD-1DC7-FCA1-45FB96A95287}"/>
              </a:ext>
            </a:extLst>
          </p:cNvPr>
          <p:cNvSpPr>
            <a:spLocks noGrp="1" noChangeArrowheads="1"/>
          </p:cNvSpPr>
          <p:nvPr>
            <p:ph type="sldNum" sz="quarter" idx="5"/>
          </p:nvPr>
        </p:nvSpPr>
        <p:spPr>
          <a:ln/>
        </p:spPr>
        <p:txBody>
          <a:bodyPr/>
          <a:lstStyle/>
          <a:p>
            <a:fld id="{D3A88360-53A2-4027-A0C8-41196086248D}" type="slidenum">
              <a:rPr lang="en-US" altLang="en-US"/>
              <a:pPr/>
              <a:t>59</a:t>
            </a:fld>
            <a:endParaRPr lang="en-US" altLang="en-US"/>
          </a:p>
        </p:txBody>
      </p:sp>
      <p:sp>
        <p:nvSpPr>
          <p:cNvPr id="54274" name="Rectangle 2">
            <a:extLst>
              <a:ext uri="{FF2B5EF4-FFF2-40B4-BE49-F238E27FC236}">
                <a16:creationId xmlns:a16="http://schemas.microsoft.com/office/drawing/2014/main" id="{11B88FD1-2B54-4EF2-3371-A621704123E4}"/>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But the spot of the deleted record cannot be left as an ordinary empty spot, since that would interfere with searches.  (Remember that a search can stop when it reaches an empty spot.)</a:t>
            </a:r>
          </a:p>
        </p:txBody>
      </p:sp>
      <p:sp>
        <p:nvSpPr>
          <p:cNvPr id="54275" name="Rectangle 3">
            <a:extLst>
              <a:ext uri="{FF2B5EF4-FFF2-40B4-BE49-F238E27FC236}">
                <a16:creationId xmlns:a16="http://schemas.microsoft.com/office/drawing/2014/main" id="{56014EB4-A33B-E9DB-654F-EAC75A6C818C}"/>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550A5E1-F199-C829-5727-2B46B84BF136}"/>
              </a:ext>
            </a:extLst>
          </p:cNvPr>
          <p:cNvSpPr>
            <a:spLocks noGrp="1" noChangeArrowheads="1"/>
          </p:cNvSpPr>
          <p:nvPr>
            <p:ph type="sldNum" sz="quarter" idx="5"/>
          </p:nvPr>
        </p:nvSpPr>
        <p:spPr>
          <a:ln/>
        </p:spPr>
        <p:txBody>
          <a:bodyPr/>
          <a:lstStyle/>
          <a:p>
            <a:fld id="{9DF57EAD-C9C1-45F2-BC29-5B5E10796FD9}" type="slidenum">
              <a:rPr lang="en-US" altLang="en-US"/>
              <a:pPr/>
              <a:t>60</a:t>
            </a:fld>
            <a:endParaRPr lang="en-US" altLang="en-US"/>
          </a:p>
        </p:txBody>
      </p:sp>
      <p:sp>
        <p:nvSpPr>
          <p:cNvPr id="56322" name="Rectangle 2">
            <a:extLst>
              <a:ext uri="{FF2B5EF4-FFF2-40B4-BE49-F238E27FC236}">
                <a16:creationId xmlns:a16="http://schemas.microsoft.com/office/drawing/2014/main" id="{9F125E37-02AB-9911-CCF8-1136A0052B6C}"/>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Instead we must somehow mark the location as "a location that used to have something here, but no longer does."</a:t>
            </a:r>
          </a:p>
          <a:p>
            <a:endParaRPr lang="en-US" altLang="en-US"/>
          </a:p>
          <a:p>
            <a:r>
              <a:rPr lang="en-US" altLang="en-US"/>
              <a:t>We might do this by using some other special value for the Number field of the record.</a:t>
            </a:r>
          </a:p>
          <a:p>
            <a:endParaRPr lang="en-US" altLang="en-US"/>
          </a:p>
          <a:p>
            <a:r>
              <a:rPr lang="en-US" altLang="en-US"/>
              <a:t>In any case, a search can not stop when it reaches "a location that used to have something here". A search can only stop when it reaches a true empty spot.</a:t>
            </a:r>
          </a:p>
        </p:txBody>
      </p:sp>
      <p:sp>
        <p:nvSpPr>
          <p:cNvPr id="56323" name="Rectangle 3">
            <a:extLst>
              <a:ext uri="{FF2B5EF4-FFF2-40B4-BE49-F238E27FC236}">
                <a16:creationId xmlns:a16="http://schemas.microsoft.com/office/drawing/2014/main" id="{0A9D450E-0D34-38F9-61CF-DD2FC37B576E}"/>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DB4B36F7-909B-7E07-F98C-EE398E8D3A18}"/>
              </a:ext>
            </a:extLst>
          </p:cNvPr>
          <p:cNvSpPr>
            <a:spLocks noGrp="1" noChangeArrowheads="1"/>
          </p:cNvSpPr>
          <p:nvPr>
            <p:ph type="sldNum" sz="quarter" idx="5"/>
          </p:nvPr>
        </p:nvSpPr>
        <p:spPr>
          <a:ln/>
        </p:spPr>
        <p:txBody>
          <a:bodyPr/>
          <a:lstStyle/>
          <a:p>
            <a:fld id="{66B4C5CB-AC25-4471-B64F-A8B451E9405B}" type="slidenum">
              <a:rPr lang="en-US" altLang="en-US"/>
              <a:pPr/>
              <a:t>61</a:t>
            </a:fld>
            <a:endParaRPr lang="en-US" altLang="en-US"/>
          </a:p>
        </p:txBody>
      </p:sp>
      <p:sp>
        <p:nvSpPr>
          <p:cNvPr id="58370" name="Rectangle 2">
            <a:extLst>
              <a:ext uri="{FF2B5EF4-FFF2-40B4-BE49-F238E27FC236}">
                <a16:creationId xmlns:a16="http://schemas.microsoft.com/office/drawing/2014/main" id="{ACDD046B-C704-1810-EB6B-9517E9DE9148}"/>
              </a:ext>
            </a:extLst>
          </p:cNvPr>
          <p:cNvSpPr>
            <a:spLocks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488" tIns="44450" rIns="90488" bIns="44450"/>
          <a:lstStyle/>
          <a:p>
            <a:r>
              <a:rPr lang="en-US" altLang="en-US"/>
              <a:t>A quick summary . . .</a:t>
            </a:r>
          </a:p>
        </p:txBody>
      </p:sp>
      <p:sp>
        <p:nvSpPr>
          <p:cNvPr id="58371" name="Rectangle 3">
            <a:extLst>
              <a:ext uri="{FF2B5EF4-FFF2-40B4-BE49-F238E27FC236}">
                <a16:creationId xmlns:a16="http://schemas.microsoft.com/office/drawing/2014/main" id="{B7C17770-3CC9-ABED-5335-6D2C663A9115}"/>
              </a:ext>
            </a:extLst>
          </p:cNvPr>
          <p:cNvSpPr>
            <a:spLocks noChangeArrowheads="1" noTextEdit="1"/>
          </p:cNvSpPr>
          <p:nvPr>
            <p:ph type="sldImg"/>
          </p:nvPr>
        </p:nvSpPr>
        <p:spPr bwMode="auto">
          <a:xfrm>
            <a:off x="1150938" y="692150"/>
            <a:ext cx="4556125" cy="3416300"/>
          </a:xfrm>
          <a:prstGeom prst="rect">
            <a:avLst/>
          </a:prstGeom>
          <a:noFill/>
          <a:ln w="12700" cap="flat">
            <a:solidFill>
              <a:schemeClr val="tx1"/>
            </a:solidFill>
            <a:miter lim="800000"/>
            <a:headEnd/>
            <a:tailEnd/>
          </a:ln>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Footer Placeholder 8">
            <a:extLst>
              <a:ext uri="{FF2B5EF4-FFF2-40B4-BE49-F238E27FC236}">
                <a16:creationId xmlns:a16="http://schemas.microsoft.com/office/drawing/2014/main" id="{5A28F514-8588-2A64-D038-DF64DB580B64}"/>
              </a:ext>
            </a:extLst>
          </p:cNvPr>
          <p:cNvSpPr>
            <a:spLocks noGrp="1"/>
          </p:cNvSpPr>
          <p:nvPr>
            <p:ph type="ftr" sz="quarter" idx="10"/>
          </p:nvPr>
        </p:nvSpPr>
        <p:spPr/>
        <p:txBody>
          <a:bodyPr/>
          <a:lstStyle/>
          <a:p>
            <a:endParaRPr lang="en-US" dirty="0"/>
          </a:p>
        </p:txBody>
      </p:sp>
      <p:sp>
        <p:nvSpPr>
          <p:cNvPr id="10" name="Slide Number Placeholder 9">
            <a:extLst>
              <a:ext uri="{FF2B5EF4-FFF2-40B4-BE49-F238E27FC236}">
                <a16:creationId xmlns:a16="http://schemas.microsoft.com/office/drawing/2014/main" id="{C68E2C46-DBE2-4738-D56D-B08AE4135D3C}"/>
              </a:ext>
            </a:extLst>
          </p:cNvPr>
          <p:cNvSpPr>
            <a:spLocks noGrp="1"/>
          </p:cNvSpPr>
          <p:nvPr>
            <p:ph type="sldNum" sz="quarter" idx="11"/>
          </p:nvPr>
        </p:nvSpPr>
        <p:spPr/>
        <p:txBody>
          <a:bodyPr/>
          <a:lstStyle/>
          <a:p>
            <a:fld id="{EFF45CE2-276E-4275-9A4D-747A08751F4D}" type="slidenum">
              <a:rPr lang="en-US" smtClean="0"/>
              <a:pPr/>
              <a:t>‹#›</a:t>
            </a:fld>
            <a:endParaRPr lang="en-US" dirty="0"/>
          </a:p>
        </p:txBody>
      </p:sp>
      <p:pic>
        <p:nvPicPr>
          <p:cNvPr id="12" name="Picture 11">
            <a:extLst>
              <a:ext uri="{FF2B5EF4-FFF2-40B4-BE49-F238E27FC236}">
                <a16:creationId xmlns:a16="http://schemas.microsoft.com/office/drawing/2014/main" id="{DE7E7C91-9249-F820-ADAD-1A8846FF799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2709" y="0"/>
            <a:ext cx="12189291" cy="6857999"/>
          </a:xfrm>
          <a:prstGeom prst="rect">
            <a:avLst/>
          </a:prstGeom>
        </p:spPr>
      </p:pic>
      <p:sp>
        <p:nvSpPr>
          <p:cNvPr id="2" name="Title 1">
            <a:extLst>
              <a:ext uri="{FF2B5EF4-FFF2-40B4-BE49-F238E27FC236}">
                <a16:creationId xmlns:a16="http://schemas.microsoft.com/office/drawing/2014/main" id="{73C1B446-AF0E-A088-2FF4-95BA534C76CD}"/>
              </a:ext>
            </a:extLst>
          </p:cNvPr>
          <p:cNvSpPr>
            <a:spLocks noGrp="1"/>
          </p:cNvSpPr>
          <p:nvPr>
            <p:ph type="ctrTitle" hasCustomPrompt="1"/>
          </p:nvPr>
        </p:nvSpPr>
        <p:spPr>
          <a:xfrm>
            <a:off x="482600" y="824669"/>
            <a:ext cx="11163300" cy="2458775"/>
          </a:xfrm>
        </p:spPr>
        <p:txBody>
          <a:bodyPr anchor="b">
            <a:normAutofit/>
          </a:bodyPr>
          <a:lstStyle>
            <a:lvl1pPr algn="ctr">
              <a:defRPr sz="4000"/>
            </a:lvl1pPr>
          </a:lstStyle>
          <a:p>
            <a:r>
              <a:rPr lang="en-US" dirty="0"/>
              <a:t>CLICK TO EDIT MASTER TITLE STYLE</a:t>
            </a:r>
          </a:p>
        </p:txBody>
      </p:sp>
      <p:sp>
        <p:nvSpPr>
          <p:cNvPr id="3" name="Subtitle 2">
            <a:extLst>
              <a:ext uri="{FF2B5EF4-FFF2-40B4-BE49-F238E27FC236}">
                <a16:creationId xmlns:a16="http://schemas.microsoft.com/office/drawing/2014/main" id="{21BED6B3-CCBC-F370-853D-CE5230BF568B}"/>
              </a:ext>
            </a:extLst>
          </p:cNvPr>
          <p:cNvSpPr>
            <a:spLocks noGrp="1"/>
          </p:cNvSpPr>
          <p:nvPr>
            <p:ph type="subTitle" idx="1"/>
          </p:nvPr>
        </p:nvSpPr>
        <p:spPr>
          <a:xfrm>
            <a:off x="482600" y="3485320"/>
            <a:ext cx="11163300" cy="3066044"/>
          </a:xfrm>
          <a:prstGeom prst="rect">
            <a:avLst/>
          </a:prstGeom>
        </p:spPr>
        <p:txBody>
          <a:bodyPr/>
          <a:lstStyle>
            <a:lvl1pPr marL="0" indent="0" algn="ctr">
              <a:buNone/>
              <a:defRPr sz="2400" b="1">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pic>
        <p:nvPicPr>
          <p:cNvPr id="13" name="Picture 12">
            <a:extLst>
              <a:ext uri="{FF2B5EF4-FFF2-40B4-BE49-F238E27FC236}">
                <a16:creationId xmlns:a16="http://schemas.microsoft.com/office/drawing/2014/main" id="{185F8E7C-5C65-3FBC-DDAB-12B64E8A6AB7}"/>
              </a:ext>
            </a:extLst>
          </p:cNvPr>
          <p:cNvPicPr>
            <a:picLocks noChangeAspect="1"/>
          </p:cNvPicPr>
          <p:nvPr userDrawn="1"/>
        </p:nvPicPr>
        <p:blipFill>
          <a:blip r:embed="rId3">
            <a:extLst>
              <a:ext uri="{28A0092B-C50C-407E-A947-70E740481C1C}">
                <a14:useLocalDpi xmlns:a14="http://schemas.microsoft.com/office/drawing/2010/main" val="0"/>
              </a:ext>
            </a:extLst>
          </a:blip>
          <a:srcRect/>
          <a:stretch/>
        </p:blipFill>
        <p:spPr>
          <a:xfrm>
            <a:off x="482600" y="363985"/>
            <a:ext cx="3049184" cy="545953"/>
          </a:xfrm>
          <a:prstGeom prst="rect">
            <a:avLst/>
          </a:prstGeom>
        </p:spPr>
      </p:pic>
      <p:pic>
        <p:nvPicPr>
          <p:cNvPr id="14" name="Picture 13">
            <a:extLst>
              <a:ext uri="{FF2B5EF4-FFF2-40B4-BE49-F238E27FC236}">
                <a16:creationId xmlns:a16="http://schemas.microsoft.com/office/drawing/2014/main" id="{52435000-240D-A915-8D56-9910FE9FDB12}"/>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339496" y="427286"/>
            <a:ext cx="4363310" cy="499814"/>
          </a:xfrm>
          <a:prstGeom prst="rect">
            <a:avLst/>
          </a:prstGeom>
        </p:spPr>
      </p:pic>
    </p:spTree>
    <p:extLst>
      <p:ext uri="{BB962C8B-B14F-4D97-AF65-F5344CB8AC3E}">
        <p14:creationId xmlns:p14="http://schemas.microsoft.com/office/powerpoint/2010/main" val="40300756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26034" y="232822"/>
            <a:ext cx="6032591" cy="668519"/>
          </a:xfrm>
        </p:spPr>
        <p:txBody>
          <a:bodyPr>
            <a:normAutofit/>
          </a:bodyPr>
          <a:lstStyle>
            <a:lvl1pPr algn="ctr">
              <a:defRPr sz="4000">
                <a:solidFill>
                  <a:schemeClr val="accent5">
                    <a:lumMod val="75000"/>
                  </a:schemeClr>
                </a:solidFill>
                <a:latin typeface="Cambria" panose="02040503050406030204" pitchFamily="18" charset="0"/>
                <a:ea typeface="Cambria" panose="02040503050406030204" pitchFamily="18" charset="0"/>
              </a:defRPr>
            </a:lvl1pPr>
          </a:lstStyle>
          <a:p>
            <a:r>
              <a:rPr lang="en-US" dirty="0"/>
              <a:t>GT</a:t>
            </a:r>
          </a:p>
        </p:txBody>
      </p:sp>
      <p:sp>
        <p:nvSpPr>
          <p:cNvPr id="3" name="Content Placeholder 2"/>
          <p:cNvSpPr>
            <a:spLocks noGrp="1"/>
          </p:cNvSpPr>
          <p:nvPr>
            <p:ph idx="1" hasCustomPrompt="1"/>
          </p:nvPr>
        </p:nvSpPr>
        <p:spPr>
          <a:xfrm>
            <a:off x="342900" y="1084222"/>
            <a:ext cx="11515725" cy="5226957"/>
          </a:xfrm>
          <a:prstGeom prst="rect">
            <a:avLst/>
          </a:prstGeom>
        </p:spPr>
        <p:txBody>
          <a:bodyPr>
            <a:normAutofit/>
          </a:bodyPr>
          <a:lstStyle>
            <a:lvl1pPr marL="228600" indent="-228600">
              <a:buClr>
                <a:schemeClr val="accent5">
                  <a:lumMod val="75000"/>
                </a:schemeClr>
              </a:buClr>
              <a:buSzPct val="150000"/>
              <a:buFont typeface="Wingdings 2" panose="05020102010507070707" pitchFamily="18" charset="2"/>
              <a:buChar char="a"/>
              <a:defRPr sz="3200"/>
            </a:lvl1pPr>
            <a:lvl2pPr marL="685800" indent="-228600">
              <a:buClr>
                <a:schemeClr val="accent5">
                  <a:lumMod val="50000"/>
                </a:schemeClr>
              </a:buClr>
              <a:buSzPct val="170000"/>
              <a:buFont typeface="Webdings" panose="05030102010509060703" pitchFamily="18" charset="2"/>
              <a:buChar char="ÿ"/>
              <a:defRPr sz="2800"/>
            </a:lvl2pPr>
            <a:lvl3pPr marL="1143000" indent="-228600">
              <a:buClr>
                <a:schemeClr val="accent5">
                  <a:lumMod val="75000"/>
                </a:schemeClr>
              </a:buClr>
              <a:buSzPct val="160000"/>
              <a:buFont typeface="Wingdings" panose="05000000000000000000" pitchFamily="2" charset="2"/>
              <a:buChar char=""/>
              <a:defRPr sz="2400"/>
            </a:lvl3pPr>
            <a:lvl4pPr marL="1600200" indent="-228600">
              <a:buClr>
                <a:schemeClr val="accent5">
                  <a:lumMod val="75000"/>
                </a:schemeClr>
              </a:buClr>
              <a:buFont typeface="Wingdings" panose="05000000000000000000" pitchFamily="2" charset="2"/>
              <a:buChar char="ü"/>
              <a:defRPr sz="2000"/>
            </a:lvl4pPr>
            <a:lvl5pPr>
              <a:defRPr sz="2000"/>
            </a:lvl5pPr>
          </a:lstStyle>
          <a:p>
            <a:pPr lvl="0"/>
            <a:r>
              <a:rPr lang="en-US" dirty="0"/>
              <a:t> Click to edit Master text styles</a:t>
            </a:r>
          </a:p>
          <a:p>
            <a:pPr lvl="1"/>
            <a:r>
              <a:rPr lang="en-US" dirty="0"/>
              <a:t> Second level</a:t>
            </a:r>
          </a:p>
          <a:p>
            <a:pPr lvl="2"/>
            <a:r>
              <a:rPr lang="en-US" dirty="0"/>
              <a:t> Third level</a:t>
            </a:r>
          </a:p>
          <a:p>
            <a:pPr lvl="3"/>
            <a:r>
              <a:rPr lang="en-US" dirty="0"/>
              <a:t>Fourth level</a:t>
            </a:r>
          </a:p>
          <a:p>
            <a:pPr lvl="4"/>
            <a:r>
              <a:rPr lang="en-US" dirty="0"/>
              <a:t>Fifth level</a:t>
            </a:r>
          </a:p>
        </p:txBody>
      </p:sp>
      <p:sp>
        <p:nvSpPr>
          <p:cNvPr id="5" name="Footer Placeholder 4">
            <a:extLst>
              <a:ext uri="{FF2B5EF4-FFF2-40B4-BE49-F238E27FC236}">
                <a16:creationId xmlns:a16="http://schemas.microsoft.com/office/drawing/2014/main" id="{46836097-D38B-347B-A40D-76601863C90F}"/>
              </a:ext>
            </a:extLst>
          </p:cNvPr>
          <p:cNvSpPr>
            <a:spLocks noGrp="1"/>
          </p:cNvSpPr>
          <p:nvPr>
            <p:ph type="ftr" sz="quarter" idx="11"/>
          </p:nvPr>
        </p:nvSpPr>
        <p:spPr>
          <a:xfrm>
            <a:off x="6735232" y="6474161"/>
            <a:ext cx="4618567" cy="357717"/>
          </a:xfrm>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DF39E4EB-D530-A56B-44AE-C69C20A344C5}"/>
              </a:ext>
            </a:extLst>
          </p:cNvPr>
          <p:cNvSpPr>
            <a:spLocks noGrp="1"/>
          </p:cNvSpPr>
          <p:nvPr>
            <p:ph type="sldNum" sz="quarter" idx="12"/>
          </p:nvPr>
        </p:nvSpPr>
        <p:spPr>
          <a:xfrm>
            <a:off x="11506200" y="6474161"/>
            <a:ext cx="685800" cy="357717"/>
          </a:xfrm>
        </p:spPr>
        <p:txBody>
          <a:bodyPr/>
          <a:lstStyle>
            <a:lvl1pPr>
              <a:defRPr sz="1400" b="1">
                <a:solidFill>
                  <a:schemeClr val="accent5">
                    <a:lumMod val="75000"/>
                  </a:schemeClr>
                </a:solidFill>
              </a:defRPr>
            </a:lvl1pPr>
          </a:lstStyle>
          <a:p>
            <a:fld id="{F90347D5-6C77-4387-88D4-59FDF84BCD69}" type="slidenum">
              <a:rPr lang="en-US" altLang="en-US" smtClean="0"/>
              <a:pPr/>
              <a:t>‹#›</a:t>
            </a:fld>
            <a:endParaRPr lang="en-US" altLang="en-US"/>
          </a:p>
        </p:txBody>
      </p:sp>
    </p:spTree>
    <p:extLst>
      <p:ext uri="{BB962C8B-B14F-4D97-AF65-F5344CB8AC3E}">
        <p14:creationId xmlns:p14="http://schemas.microsoft.com/office/powerpoint/2010/main" val="22439135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8071" y="288855"/>
            <a:ext cx="6093929" cy="720771"/>
          </a:xfrm>
        </p:spPr>
        <p:txBody>
          <a:bodyPr/>
          <a:lstStyle>
            <a:lvl1pPr>
              <a:defRPr>
                <a:solidFill>
                  <a:schemeClr val="accent5">
                    <a:lumMod val="75000"/>
                  </a:schemeClr>
                </a:solidFill>
              </a:defRPr>
            </a:lvl1pPr>
          </a:lstStyle>
          <a:p>
            <a:r>
              <a:rPr lang="en-US" dirty="0"/>
              <a:t>Click to edit Master title style</a:t>
            </a:r>
          </a:p>
        </p:txBody>
      </p:sp>
      <p:sp>
        <p:nvSpPr>
          <p:cNvPr id="6" name="Date Placeholder 3">
            <a:extLst>
              <a:ext uri="{FF2B5EF4-FFF2-40B4-BE49-F238E27FC236}">
                <a16:creationId xmlns:a16="http://schemas.microsoft.com/office/drawing/2014/main" id="{77C46EA3-2327-4F73-B096-9CFA4EECF089}"/>
              </a:ext>
            </a:extLst>
          </p:cNvPr>
          <p:cNvSpPr>
            <a:spLocks noGrp="1"/>
          </p:cNvSpPr>
          <p:nvPr>
            <p:ph type="dt" sz="half" idx="10"/>
          </p:nvPr>
        </p:nvSpPr>
        <p:spPr>
          <a:xfrm>
            <a:off x="11504612" y="6470075"/>
            <a:ext cx="682553" cy="370396"/>
          </a:xfrm>
          <a:prstGeom prst="rect">
            <a:avLst/>
          </a:prstGeom>
        </p:spPr>
        <p:txBody>
          <a:bodyPr/>
          <a:lstStyle>
            <a:lvl1pPr>
              <a:defRPr/>
            </a:lvl1pPr>
          </a:lstStyle>
          <a:p>
            <a:r>
              <a:rPr lang="en-US"/>
              <a:t>‹#›</a:t>
            </a:r>
          </a:p>
        </p:txBody>
      </p:sp>
    </p:spTree>
    <p:extLst>
      <p:ext uri="{BB962C8B-B14F-4D97-AF65-F5344CB8AC3E}">
        <p14:creationId xmlns:p14="http://schemas.microsoft.com/office/powerpoint/2010/main" val="12255230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AF0A00-9148-5E11-1042-5412DC400E37}"/>
              </a:ext>
            </a:extLst>
          </p:cNvPr>
          <p:cNvSpPr>
            <a:spLocks noGrp="1"/>
          </p:cNvSpPr>
          <p:nvPr>
            <p:ph type="title"/>
          </p:nvPr>
        </p:nvSpPr>
        <p:spPr>
          <a:xfrm>
            <a:off x="6024054" y="209343"/>
            <a:ext cx="6040921" cy="720771"/>
          </a:xfrm>
        </p:spPr>
        <p:txBody>
          <a:bodyPr/>
          <a:lstStyle>
            <a:lvl1pPr>
              <a:defRPr>
                <a:solidFill>
                  <a:schemeClr val="accent5">
                    <a:lumMod val="75000"/>
                  </a:schemeClr>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873CF28A-1E5A-3258-5256-60BFC5800953}"/>
              </a:ext>
            </a:extLst>
          </p:cNvPr>
          <p:cNvSpPr>
            <a:spLocks noGrp="1"/>
          </p:cNvSpPr>
          <p:nvPr>
            <p:ph idx="1" hasCustomPrompt="1"/>
          </p:nvPr>
        </p:nvSpPr>
        <p:spPr>
          <a:xfrm>
            <a:off x="333375" y="1086679"/>
            <a:ext cx="11515725" cy="5413604"/>
          </a:xfrm>
        </p:spPr>
        <p:txBody>
          <a:bodyPr/>
          <a:lstStyle>
            <a:lvl1pPr marL="457200" indent="-457200">
              <a:buFont typeface="Wingdings 2" panose="05020102010507070707" pitchFamily="18" charset="2"/>
              <a:buChar char="a"/>
              <a:defRPr/>
            </a:lvl1pPr>
            <a:lvl2pPr marL="685800" indent="-228600">
              <a:buSzPct val="150000"/>
              <a:buFont typeface="Webdings" panose="05030102010509060703" pitchFamily="18" charset="2"/>
              <a:buChar char="ÿ"/>
              <a:defRPr/>
            </a:lvl2pPr>
            <a:lvl3pPr marL="1143000" indent="-228600">
              <a:buFont typeface="Wingdings" panose="05000000000000000000" pitchFamily="2" charset="2"/>
              <a:buChar char="v"/>
              <a:defRPr/>
            </a:lvl3pPr>
            <a:lvl4pPr marL="1600200" indent="-228600">
              <a:buFont typeface="Wingdings" panose="05000000000000000000" pitchFamily="2" charset="2"/>
              <a:buChar char="ü"/>
              <a:defRPr/>
            </a:lvl4pPr>
          </a:lstStyle>
          <a:p>
            <a:pPr lvl="0"/>
            <a:r>
              <a:rPr lang="en-US" dirty="0"/>
              <a:t> Click to edit Master text styles</a:t>
            </a:r>
          </a:p>
          <a:p>
            <a:pPr lvl="1"/>
            <a:r>
              <a:rPr lang="en-US" dirty="0"/>
              <a:t>Second level</a:t>
            </a:r>
          </a:p>
          <a:p>
            <a:pPr lvl="2"/>
            <a:r>
              <a:rPr lang="en-US" dirty="0"/>
              <a:t> 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7F4B90F6-2D5E-EE47-377E-FF8311C34BF4}"/>
              </a:ext>
            </a:extLst>
          </p:cNvPr>
          <p:cNvSpPr>
            <a:spLocks noGrp="1"/>
          </p:cNvSpPr>
          <p:nvPr>
            <p:ph type="dt" sz="half" idx="10"/>
          </p:nvPr>
        </p:nvSpPr>
        <p:spPr/>
        <p:txBody>
          <a:bodyPr/>
          <a:lstStyle>
            <a:lvl1pPr>
              <a:defRPr/>
            </a:lvl1pPr>
          </a:lstStyle>
          <a:p>
            <a:endParaRPr lang="en-US" altLang="en-US"/>
          </a:p>
        </p:txBody>
      </p:sp>
      <p:sp>
        <p:nvSpPr>
          <p:cNvPr id="5" name="Footer Placeholder 4">
            <a:extLst>
              <a:ext uri="{FF2B5EF4-FFF2-40B4-BE49-F238E27FC236}">
                <a16:creationId xmlns:a16="http://schemas.microsoft.com/office/drawing/2014/main" id="{A3526758-686B-DEFF-3237-69B715CC7FCF}"/>
              </a:ext>
            </a:extLst>
          </p:cNvPr>
          <p:cNvSpPr>
            <a:spLocks noGrp="1"/>
          </p:cNvSpPr>
          <p:nvPr>
            <p:ph type="ftr" sz="quarter" idx="11"/>
          </p:nvPr>
        </p:nvSpPr>
        <p:spPr/>
        <p:txBody>
          <a:bodyPr/>
          <a:lstStyle>
            <a:lvl1pPr>
              <a:defRPr/>
            </a:lvl1pPr>
          </a:lstStyle>
          <a:p>
            <a:endParaRPr lang="en-US" altLang="en-US"/>
          </a:p>
        </p:txBody>
      </p:sp>
      <p:sp>
        <p:nvSpPr>
          <p:cNvPr id="6" name="Slide Number Placeholder 5">
            <a:extLst>
              <a:ext uri="{FF2B5EF4-FFF2-40B4-BE49-F238E27FC236}">
                <a16:creationId xmlns:a16="http://schemas.microsoft.com/office/drawing/2014/main" id="{502B4A61-4138-C2EA-4551-72957D10B509}"/>
              </a:ext>
            </a:extLst>
          </p:cNvPr>
          <p:cNvSpPr>
            <a:spLocks noGrp="1"/>
          </p:cNvSpPr>
          <p:nvPr>
            <p:ph type="sldNum" sz="quarter" idx="12"/>
          </p:nvPr>
        </p:nvSpPr>
        <p:spPr/>
        <p:txBody>
          <a:bodyPr/>
          <a:lstStyle>
            <a:lvl1pPr>
              <a:defRPr/>
            </a:lvl1pPr>
          </a:lstStyle>
          <a:p>
            <a:fld id="{C471D041-CFE4-4BE7-AC3D-31FFED4097DA}" type="slidenum">
              <a:rPr lang="en-US" altLang="en-US"/>
              <a:pPr/>
              <a:t>‹#›</a:t>
            </a:fld>
            <a:endParaRPr lang="en-US" altLang="en-US"/>
          </a:p>
        </p:txBody>
      </p:sp>
    </p:spTree>
    <p:extLst>
      <p:ext uri="{BB962C8B-B14F-4D97-AF65-F5344CB8AC3E}">
        <p14:creationId xmlns:p14="http://schemas.microsoft.com/office/powerpoint/2010/main" val="12261197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480680-4F03-EFF1-4A3C-E2F83ED32456}"/>
              </a:ext>
            </a:extLst>
          </p:cNvPr>
          <p:cNvSpPr>
            <a:spLocks noGrp="1"/>
          </p:cNvSpPr>
          <p:nvPr>
            <p:ph type="title"/>
          </p:nvPr>
        </p:nvSpPr>
        <p:spPr>
          <a:xfrm>
            <a:off x="5870713" y="262351"/>
            <a:ext cx="6080677" cy="720771"/>
          </a:xfrm>
        </p:spPr>
        <p:txBody>
          <a:bodyPr/>
          <a:lstStyle>
            <a:lvl1pPr>
              <a:defRPr>
                <a:solidFill>
                  <a:schemeClr val="accent5">
                    <a:lumMod val="75000"/>
                  </a:schemeClr>
                </a:solidFill>
              </a:defRPr>
            </a:lvl1pPr>
          </a:lstStyle>
          <a:p>
            <a:r>
              <a:rPr lang="en-US" dirty="0"/>
              <a:t>Click to edit Master title style</a:t>
            </a:r>
          </a:p>
        </p:txBody>
      </p:sp>
      <p:sp>
        <p:nvSpPr>
          <p:cNvPr id="3" name="Content Placeholder 2">
            <a:extLst>
              <a:ext uri="{FF2B5EF4-FFF2-40B4-BE49-F238E27FC236}">
                <a16:creationId xmlns:a16="http://schemas.microsoft.com/office/drawing/2014/main" id="{CD5A2483-0200-31F9-9C15-77D6F191E829}"/>
              </a:ext>
            </a:extLst>
          </p:cNvPr>
          <p:cNvSpPr>
            <a:spLocks noGrp="1"/>
          </p:cNvSpPr>
          <p:nvPr>
            <p:ph sz="half" idx="1"/>
          </p:nvPr>
        </p:nvSpPr>
        <p:spPr>
          <a:xfrm>
            <a:off x="914400" y="1311965"/>
            <a:ext cx="5080000" cy="478403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a:extLst>
              <a:ext uri="{FF2B5EF4-FFF2-40B4-BE49-F238E27FC236}">
                <a16:creationId xmlns:a16="http://schemas.microsoft.com/office/drawing/2014/main" id="{04718DF1-C37E-2C32-B981-CAD4040D2281}"/>
              </a:ext>
            </a:extLst>
          </p:cNvPr>
          <p:cNvSpPr>
            <a:spLocks noGrp="1"/>
          </p:cNvSpPr>
          <p:nvPr>
            <p:ph sz="half" idx="2"/>
          </p:nvPr>
        </p:nvSpPr>
        <p:spPr>
          <a:xfrm>
            <a:off x="6197600" y="1311965"/>
            <a:ext cx="5080000" cy="4784035"/>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27EEE4F7-4597-1912-2859-E7787C1803E2}"/>
              </a:ext>
            </a:extLst>
          </p:cNvPr>
          <p:cNvSpPr>
            <a:spLocks noGrp="1"/>
          </p:cNvSpPr>
          <p:nvPr>
            <p:ph type="dt" sz="half" idx="10"/>
          </p:nvPr>
        </p:nvSpPr>
        <p:spPr/>
        <p:txBody>
          <a:bodyPr/>
          <a:lstStyle>
            <a:lvl1pPr>
              <a:defRPr/>
            </a:lvl1pPr>
          </a:lstStyle>
          <a:p>
            <a:endParaRPr lang="en-US" altLang="en-US"/>
          </a:p>
        </p:txBody>
      </p:sp>
      <p:sp>
        <p:nvSpPr>
          <p:cNvPr id="6" name="Footer Placeholder 5">
            <a:extLst>
              <a:ext uri="{FF2B5EF4-FFF2-40B4-BE49-F238E27FC236}">
                <a16:creationId xmlns:a16="http://schemas.microsoft.com/office/drawing/2014/main" id="{49AA8A8D-FA03-C50E-893B-63BC29BA2F7A}"/>
              </a:ext>
            </a:extLst>
          </p:cNvPr>
          <p:cNvSpPr>
            <a:spLocks noGrp="1"/>
          </p:cNvSpPr>
          <p:nvPr>
            <p:ph type="ftr" sz="quarter" idx="11"/>
          </p:nvPr>
        </p:nvSpPr>
        <p:spPr/>
        <p:txBody>
          <a:bodyPr/>
          <a:lstStyle>
            <a:lvl1pPr>
              <a:defRPr/>
            </a:lvl1pPr>
          </a:lstStyle>
          <a:p>
            <a:endParaRPr lang="en-US" altLang="en-US"/>
          </a:p>
        </p:txBody>
      </p:sp>
      <p:sp>
        <p:nvSpPr>
          <p:cNvPr id="7" name="Slide Number Placeholder 6">
            <a:extLst>
              <a:ext uri="{FF2B5EF4-FFF2-40B4-BE49-F238E27FC236}">
                <a16:creationId xmlns:a16="http://schemas.microsoft.com/office/drawing/2014/main" id="{3DA56FDE-D879-CDBB-1044-C67551D9D1EF}"/>
              </a:ext>
            </a:extLst>
          </p:cNvPr>
          <p:cNvSpPr>
            <a:spLocks noGrp="1"/>
          </p:cNvSpPr>
          <p:nvPr>
            <p:ph type="sldNum" sz="quarter" idx="12"/>
          </p:nvPr>
        </p:nvSpPr>
        <p:spPr/>
        <p:txBody>
          <a:bodyPr/>
          <a:lstStyle>
            <a:lvl1pPr>
              <a:defRPr/>
            </a:lvl1pPr>
          </a:lstStyle>
          <a:p>
            <a:fld id="{94C9964E-2255-4E4E-A308-216F3CEBA2FD}" type="slidenum">
              <a:rPr lang="en-US" altLang="en-US"/>
              <a:pPr/>
              <a:t>‹#›</a:t>
            </a:fld>
            <a:endParaRPr lang="en-US" altLang="en-US"/>
          </a:p>
        </p:txBody>
      </p:sp>
    </p:spTree>
    <p:extLst>
      <p:ext uri="{BB962C8B-B14F-4D97-AF65-F5344CB8AC3E}">
        <p14:creationId xmlns:p14="http://schemas.microsoft.com/office/powerpoint/2010/main" val="19004649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7">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0FBA345-3062-79C0-5E17-A869B3B7549E}"/>
              </a:ext>
            </a:extLst>
          </p:cNvPr>
          <p:cNvSpPr>
            <a:spLocks noGrp="1"/>
          </p:cNvSpPr>
          <p:nvPr>
            <p:ph type="title"/>
          </p:nvPr>
        </p:nvSpPr>
        <p:spPr>
          <a:xfrm>
            <a:off x="342900" y="938212"/>
            <a:ext cx="11515725" cy="720771"/>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a:extLst>
              <a:ext uri="{FF2B5EF4-FFF2-40B4-BE49-F238E27FC236}">
                <a16:creationId xmlns:a16="http://schemas.microsoft.com/office/drawing/2014/main" id="{803F7B96-9E17-5FC2-9812-90560A5A7C1A}"/>
              </a:ext>
            </a:extLst>
          </p:cNvPr>
          <p:cNvSpPr>
            <a:spLocks noGrp="1"/>
          </p:cNvSpPr>
          <p:nvPr>
            <p:ph type="body" idx="1"/>
          </p:nvPr>
        </p:nvSpPr>
        <p:spPr>
          <a:xfrm>
            <a:off x="333375" y="2044033"/>
            <a:ext cx="11515725" cy="4456249"/>
          </a:xfrm>
          <a:prstGeom prst="rect">
            <a:avLst/>
          </a:prstGeom>
        </p:spPr>
        <p:txBody>
          <a:bodyPr vert="horz" lIns="91440" tIns="45720" rIns="91440" bIns="45720" rtlCol="0">
            <a:normAutofit/>
          </a:bodyPr>
          <a:lstStyle/>
          <a:p>
            <a:pPr marL="228600" marR="0" lvl="0" indent="-228600" algn="l" defTabSz="914400" rtl="0" eaLnBrk="1" fontAlgn="auto" latinLnBrk="0" hangingPunct="1">
              <a:lnSpc>
                <a:spcPct val="90000"/>
              </a:lnSpc>
              <a:spcBef>
                <a:spcPts val="600"/>
              </a:spcBef>
              <a:spcAft>
                <a:spcPts val="600"/>
              </a:spcAft>
              <a:buClrTx/>
              <a:buSzTx/>
              <a:buFont typeface="Arial" panose="020B0604020202020204" pitchFamily="34" charset="0"/>
              <a:buChar char="•"/>
              <a:tabLst/>
              <a:defRPr/>
            </a:pPr>
            <a:r>
              <a:rPr kumimoji="0" lang="en-US" sz="2800" b="0" i="0" u="none" strike="noStrike" kern="1200" cap="none" spc="0" normalizeH="0" baseline="0" noProof="0" dirty="0">
                <a:ln>
                  <a:noFill/>
                </a:ln>
                <a:solidFill>
                  <a:srgbClr val="001A4A"/>
                </a:solidFill>
                <a:effectLst/>
                <a:uLnTx/>
                <a:uFillTx/>
                <a:latin typeface="Cambria" panose="02040503050406030204" pitchFamily="18" charset="0"/>
                <a:ea typeface="Cambria" panose="02040503050406030204" pitchFamily="18" charset="0"/>
                <a:cs typeface="Times New Roman" panose="02020603050405020304" pitchFamily="18" charset="0"/>
              </a:rPr>
              <a:t> Click to edit Master text styles</a:t>
            </a:r>
          </a:p>
          <a:p>
            <a:pPr marL="685800" marR="0" lvl="1" indent="-228600" algn="l" defTabSz="914400" rtl="0" eaLnBrk="1" fontAlgn="auto" latinLnBrk="0" hangingPunct="1">
              <a:lnSpc>
                <a:spcPct val="90000"/>
              </a:lnSpc>
              <a:spcBef>
                <a:spcPts val="600"/>
              </a:spcBef>
              <a:spcAft>
                <a:spcPts val="600"/>
              </a:spcAft>
              <a:buClrTx/>
              <a:buSzTx/>
              <a:buFont typeface="Arial" panose="020B0604020202020204" pitchFamily="34" charset="0"/>
              <a:buChar char="•"/>
              <a:tabLst/>
              <a:defRPr/>
            </a:pPr>
            <a:r>
              <a:rPr kumimoji="0" lang="en-US" sz="2400" b="0" i="0" u="none" strike="noStrike" kern="1200" cap="none" spc="0" normalizeH="0" baseline="0" noProof="0" dirty="0">
                <a:ln>
                  <a:noFill/>
                </a:ln>
                <a:solidFill>
                  <a:srgbClr val="001A4A"/>
                </a:solidFill>
                <a:effectLst/>
                <a:uLnTx/>
                <a:uFillTx/>
                <a:latin typeface="Cambria" panose="02040503050406030204" pitchFamily="18" charset="0"/>
                <a:ea typeface="Cambria" panose="02040503050406030204" pitchFamily="18" charset="0"/>
                <a:cs typeface="Times New Roman" panose="02020603050405020304" pitchFamily="18" charset="0"/>
              </a:rPr>
              <a:t> Second level</a:t>
            </a:r>
          </a:p>
          <a:p>
            <a:pPr marL="1143000" marR="0" lvl="2" indent="-228600" algn="l" defTabSz="914400" rtl="0" eaLnBrk="1" fontAlgn="auto" latinLnBrk="0" hangingPunct="1">
              <a:lnSpc>
                <a:spcPct val="90000"/>
              </a:lnSpc>
              <a:spcBef>
                <a:spcPts val="600"/>
              </a:spcBef>
              <a:spcAft>
                <a:spcPts val="600"/>
              </a:spcAft>
              <a:buClrTx/>
              <a:buSzTx/>
              <a:buFont typeface="Arial" panose="020B0604020202020204" pitchFamily="34" charset="0"/>
              <a:buChar char="•"/>
              <a:tabLst/>
              <a:defRPr/>
            </a:pPr>
            <a:r>
              <a:rPr kumimoji="0" lang="en-US" sz="2000" b="0" i="0" u="none" strike="noStrike" kern="1200" cap="none" spc="0" normalizeH="0" baseline="0" noProof="0" dirty="0">
                <a:ln>
                  <a:noFill/>
                </a:ln>
                <a:solidFill>
                  <a:srgbClr val="001A4A"/>
                </a:solidFill>
                <a:effectLst/>
                <a:uLnTx/>
                <a:uFillTx/>
                <a:latin typeface="Cambria" panose="02040503050406030204" pitchFamily="18" charset="0"/>
                <a:ea typeface="Cambria" panose="02040503050406030204" pitchFamily="18" charset="0"/>
                <a:cs typeface="Times New Roman" panose="02020603050405020304" pitchFamily="18" charset="0"/>
              </a:rPr>
              <a:t> Third level</a:t>
            </a:r>
          </a:p>
          <a:p>
            <a:pPr marL="1600200" marR="0" lvl="3" indent="-228600" algn="l" defTabSz="914400" rtl="0" eaLnBrk="1" fontAlgn="auto" latinLnBrk="0" hangingPunct="1">
              <a:lnSpc>
                <a:spcPct val="90000"/>
              </a:lnSpc>
              <a:spcBef>
                <a:spcPts val="60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1A4A"/>
                </a:solidFill>
                <a:effectLst/>
                <a:uLnTx/>
                <a:uFillTx/>
                <a:latin typeface="Cambria" panose="02040503050406030204" pitchFamily="18" charset="0"/>
                <a:ea typeface="Cambria" panose="02040503050406030204" pitchFamily="18" charset="0"/>
                <a:cs typeface="Times New Roman" panose="02020603050405020304" pitchFamily="18" charset="0"/>
              </a:rPr>
              <a:t>Fourth level</a:t>
            </a:r>
          </a:p>
          <a:p>
            <a:pPr marL="2057400" marR="0" lvl="4" indent="-228600" algn="l" defTabSz="914400" rtl="0" eaLnBrk="1" fontAlgn="auto" latinLnBrk="0" hangingPunct="1">
              <a:lnSpc>
                <a:spcPct val="90000"/>
              </a:lnSpc>
              <a:spcBef>
                <a:spcPts val="600"/>
              </a:spcBef>
              <a:spcAft>
                <a:spcPts val="600"/>
              </a:spcAft>
              <a:buClrTx/>
              <a:buSzTx/>
              <a:buFont typeface="Arial" panose="020B0604020202020204" pitchFamily="34" charset="0"/>
              <a:buChar char="•"/>
              <a:tabLst/>
              <a:defRPr/>
            </a:pPr>
            <a:r>
              <a:rPr kumimoji="0" lang="en-US" sz="1800" b="0" i="0" u="none" strike="noStrike" kern="1200" cap="none" spc="0" normalizeH="0" baseline="0" noProof="0" dirty="0">
                <a:ln>
                  <a:noFill/>
                </a:ln>
                <a:solidFill>
                  <a:srgbClr val="001A4A"/>
                </a:solidFill>
                <a:effectLst/>
                <a:uLnTx/>
                <a:uFillTx/>
                <a:latin typeface="Cambria" panose="02040503050406030204" pitchFamily="18" charset="0"/>
                <a:ea typeface="Cambria" panose="02040503050406030204" pitchFamily="18" charset="0"/>
                <a:cs typeface="Times New Roman" panose="02020603050405020304" pitchFamily="18" charset="0"/>
              </a:rPr>
              <a:t>Fifth level</a:t>
            </a:r>
          </a:p>
        </p:txBody>
      </p:sp>
      <p:sp>
        <p:nvSpPr>
          <p:cNvPr id="5" name="Footer Placeholder 4">
            <a:extLst>
              <a:ext uri="{FF2B5EF4-FFF2-40B4-BE49-F238E27FC236}">
                <a16:creationId xmlns:a16="http://schemas.microsoft.com/office/drawing/2014/main" id="{AB8DA78B-9810-E11A-AD35-1450B323BCB2}"/>
              </a:ext>
            </a:extLst>
          </p:cNvPr>
          <p:cNvSpPr>
            <a:spLocks noGrp="1"/>
          </p:cNvSpPr>
          <p:nvPr>
            <p:ph type="ftr" sz="quarter" idx="3"/>
          </p:nvPr>
        </p:nvSpPr>
        <p:spPr>
          <a:xfrm>
            <a:off x="6735232" y="6500282"/>
            <a:ext cx="4618567" cy="357717"/>
          </a:xfrm>
          <a:prstGeom prst="rect">
            <a:avLst/>
          </a:prstGeom>
        </p:spPr>
        <p:txBody>
          <a:bodyPr vert="horz" lIns="91440" tIns="45720" rIns="91440" bIns="45720" rtlCol="0" anchor="ctr"/>
          <a:lstStyle>
            <a:lvl1pPr algn="ctr">
              <a:defRPr sz="1200" b="1">
                <a:solidFill>
                  <a:schemeClr val="tx2"/>
                </a:solidFill>
                <a:latin typeface="+mj-lt"/>
              </a:defRPr>
            </a:lvl1pPr>
          </a:lstStyle>
          <a:p>
            <a:endParaRPr lang="en-US" dirty="0"/>
          </a:p>
        </p:txBody>
      </p:sp>
      <p:sp>
        <p:nvSpPr>
          <p:cNvPr id="8" name="Slide Number Placeholder 7">
            <a:extLst>
              <a:ext uri="{FF2B5EF4-FFF2-40B4-BE49-F238E27FC236}">
                <a16:creationId xmlns:a16="http://schemas.microsoft.com/office/drawing/2014/main" id="{69B35A59-89EB-FEAF-770D-3912072CF1E1}"/>
              </a:ext>
            </a:extLst>
          </p:cNvPr>
          <p:cNvSpPr>
            <a:spLocks noGrp="1"/>
          </p:cNvSpPr>
          <p:nvPr>
            <p:ph type="sldNum" sz="quarter" idx="4"/>
          </p:nvPr>
        </p:nvSpPr>
        <p:spPr>
          <a:xfrm>
            <a:off x="11506200" y="6500282"/>
            <a:ext cx="685800" cy="357717"/>
          </a:xfrm>
          <a:prstGeom prst="rect">
            <a:avLst/>
          </a:prstGeom>
        </p:spPr>
        <p:txBody>
          <a:bodyPr vert="horz" lIns="91440" tIns="45720" rIns="91440" bIns="45720" rtlCol="0" anchor="ctr"/>
          <a:lstStyle>
            <a:lvl1pPr algn="l">
              <a:defRPr sz="1400">
                <a:solidFill>
                  <a:schemeClr val="accent5">
                    <a:lumMod val="75000"/>
                  </a:schemeClr>
                </a:solidFill>
              </a:defRPr>
            </a:lvl1pPr>
          </a:lstStyle>
          <a:p>
            <a:fld id="{EFF45CE2-276E-4275-9A4D-747A08751F4D}" type="slidenum">
              <a:rPr lang="en-US" smtClean="0"/>
              <a:pPr/>
              <a:t>‹#›</a:t>
            </a:fld>
            <a:endParaRPr lang="en-US" dirty="0"/>
          </a:p>
        </p:txBody>
      </p:sp>
      <p:pic>
        <p:nvPicPr>
          <p:cNvPr id="12" name="Picture 11">
            <a:extLst>
              <a:ext uri="{FF2B5EF4-FFF2-40B4-BE49-F238E27FC236}">
                <a16:creationId xmlns:a16="http://schemas.microsoft.com/office/drawing/2014/main" id="{956DA237-20F1-8D3F-117B-D3773A64C0C5}"/>
              </a:ext>
            </a:extLst>
          </p:cNvPr>
          <p:cNvPicPr>
            <a:picLocks noChangeAspect="1"/>
          </p:cNvPicPr>
          <p:nvPr userDrawn="1"/>
        </p:nvPicPr>
        <p:blipFill>
          <a:blip r:embed="rId8">
            <a:extLst>
              <a:ext uri="{28A0092B-C50C-407E-A947-70E740481C1C}">
                <a14:useLocalDpi xmlns:a14="http://schemas.microsoft.com/office/drawing/2010/main" val="0"/>
              </a:ext>
            </a:extLst>
          </a:blip>
          <a:srcRect/>
          <a:stretch/>
        </p:blipFill>
        <p:spPr>
          <a:xfrm>
            <a:off x="342900" y="198784"/>
            <a:ext cx="1571336" cy="396535"/>
          </a:xfrm>
          <a:prstGeom prst="rect">
            <a:avLst/>
          </a:prstGeom>
        </p:spPr>
      </p:pic>
      <p:pic>
        <p:nvPicPr>
          <p:cNvPr id="14" name="Picture 13">
            <a:extLst>
              <a:ext uri="{FF2B5EF4-FFF2-40B4-BE49-F238E27FC236}">
                <a16:creationId xmlns:a16="http://schemas.microsoft.com/office/drawing/2014/main" id="{AF866D3A-D590-DB9F-526D-7E272569E49C}"/>
              </a:ext>
            </a:extLst>
          </p:cNvPr>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2783568" y="274886"/>
            <a:ext cx="2617107" cy="299788"/>
          </a:xfrm>
          <a:prstGeom prst="rect">
            <a:avLst/>
          </a:prstGeom>
        </p:spPr>
      </p:pic>
    </p:spTree>
    <p:extLst>
      <p:ext uri="{BB962C8B-B14F-4D97-AF65-F5344CB8AC3E}">
        <p14:creationId xmlns:p14="http://schemas.microsoft.com/office/powerpoint/2010/main" val="836885979"/>
      </p:ext>
    </p:extLst>
  </p:cSld>
  <p:clrMap bg1="lt1" tx1="dk1" bg2="lt2" tx2="dk2" accent1="accent1" accent2="accent2" accent3="accent3" accent4="accent4" accent5="accent5" accent6="accent6" hlink="hlink" folHlink="folHlink"/>
  <p:sldLayoutIdLst>
    <p:sldLayoutId id="2147483667" r:id="rId1"/>
    <p:sldLayoutId id="2147483694" r:id="rId2"/>
    <p:sldLayoutId id="2147483695" r:id="rId3"/>
    <p:sldLayoutId id="2147483696" r:id="rId4"/>
    <p:sldLayoutId id="2147483697" r:id="rId5"/>
  </p:sldLayoutIdLst>
  <p:hf hdr="0" ftr="0" dt="0"/>
  <p:txStyles>
    <p:titleStyle>
      <a:lvl1pPr algn="l" defTabSz="914400" rtl="0" eaLnBrk="1" latinLnBrk="0" hangingPunct="1">
        <a:lnSpc>
          <a:spcPct val="90000"/>
        </a:lnSpc>
        <a:spcBef>
          <a:spcPct val="0"/>
        </a:spcBef>
        <a:buNone/>
        <a:defRPr sz="3600" b="1" kern="1200">
          <a:solidFill>
            <a:schemeClr val="accent2"/>
          </a:solidFill>
          <a:latin typeface="+mj-lt"/>
          <a:ea typeface="+mj-ea"/>
          <a:cs typeface="+mj-cs"/>
        </a:defRPr>
      </a:lvl1pPr>
    </p:titleStyle>
    <p:bodyStyle>
      <a:lvl1pPr marL="0" indent="0" algn="l" defTabSz="914400" rtl="0" eaLnBrk="1" latinLnBrk="0" hangingPunct="1">
        <a:lnSpc>
          <a:spcPct val="90000"/>
        </a:lnSpc>
        <a:spcBef>
          <a:spcPts val="600"/>
        </a:spcBef>
        <a:spcAft>
          <a:spcPts val="600"/>
        </a:spcAft>
        <a:buClr>
          <a:schemeClr val="accent5">
            <a:lumMod val="50000"/>
          </a:schemeClr>
        </a:buClr>
        <a:buSzPct val="150000"/>
        <a:buFont typeface="Wingdings 2" panose="05020102010507070707" pitchFamily="18" charset="2"/>
        <a:buNone/>
        <a:defRPr sz="2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1pPr>
      <a:lvl2pPr marL="685800" indent="-228600" algn="l" defTabSz="914400" rtl="0" eaLnBrk="1" latinLnBrk="0" hangingPunct="1">
        <a:lnSpc>
          <a:spcPct val="90000"/>
        </a:lnSpc>
        <a:spcBef>
          <a:spcPts val="600"/>
        </a:spcBef>
        <a:spcAft>
          <a:spcPts val="600"/>
        </a:spcAft>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2pPr>
      <a:lvl3pPr marL="1143000" indent="-228600" algn="l" defTabSz="914400" rtl="0" eaLnBrk="1" latinLnBrk="0" hangingPunct="1">
        <a:lnSpc>
          <a:spcPct val="90000"/>
        </a:lnSpc>
        <a:spcBef>
          <a:spcPts val="600"/>
        </a:spcBef>
        <a:spcAft>
          <a:spcPts val="60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3pPr>
      <a:lvl4pPr marL="1600200" indent="-228600" algn="l" defTabSz="914400" rtl="0" eaLnBrk="1" latinLnBrk="0" hangingPunct="1">
        <a:lnSpc>
          <a:spcPct val="90000"/>
        </a:lnSpc>
        <a:spcBef>
          <a:spcPts val="600"/>
        </a:spcBef>
        <a:spcAft>
          <a:spcPts val="600"/>
        </a:spcAft>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4pPr>
      <a:lvl5pPr marL="2057400" indent="-228600" algn="l" defTabSz="914400" rtl="0" eaLnBrk="1" latinLnBrk="0" hangingPunct="1">
        <a:lnSpc>
          <a:spcPct val="90000"/>
        </a:lnSpc>
        <a:spcBef>
          <a:spcPts val="600"/>
        </a:spcBef>
        <a:spcAft>
          <a:spcPts val="600"/>
        </a:spcAft>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userDrawn="1">
          <p15:clr>
            <a:srgbClr val="F26B43"/>
          </p15:clr>
        </p15:guide>
        <p15:guide id="2" pos="384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11.wmf"/><Relationship Id="rId2" Type="http://schemas.openxmlformats.org/officeDocument/2006/relationships/image" Target="../media/image6.wmf"/><Relationship Id="rId1" Type="http://schemas.openxmlformats.org/officeDocument/2006/relationships/slideLayout" Target="../slideLayouts/slideLayout3.xml"/><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6.wmf"/><Relationship Id="rId2" Type="http://schemas.openxmlformats.org/officeDocument/2006/relationships/notesSlide" Target="../notesSlides/notesSlide20.xml"/><Relationship Id="rId1" Type="http://schemas.openxmlformats.org/officeDocument/2006/relationships/slideLayout" Target="../slideLayouts/slideLayout5.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42.x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21.xml"/><Relationship Id="rId1" Type="http://schemas.openxmlformats.org/officeDocument/2006/relationships/slideLayout" Target="../slideLayouts/slideLayout5.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43.x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22.xml"/><Relationship Id="rId1" Type="http://schemas.openxmlformats.org/officeDocument/2006/relationships/slideLayout" Target="../slideLayouts/slideLayout5.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44.x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23.xml"/><Relationship Id="rId1" Type="http://schemas.openxmlformats.org/officeDocument/2006/relationships/slideLayout" Target="../slideLayouts/slideLayout5.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45.xml.rels><?xml version="1.0" encoding="UTF-8" standalone="yes"?>
<Relationships xmlns="http://schemas.openxmlformats.org/package/2006/relationships"><Relationship Id="rId3" Type="http://schemas.openxmlformats.org/officeDocument/2006/relationships/image" Target="../media/image10.wmf"/><Relationship Id="rId7" Type="http://schemas.openxmlformats.org/officeDocument/2006/relationships/image" Target="../media/image9.wmf"/><Relationship Id="rId2" Type="http://schemas.openxmlformats.org/officeDocument/2006/relationships/notesSlide" Target="../notesSlides/notesSlide24.xml"/><Relationship Id="rId1" Type="http://schemas.openxmlformats.org/officeDocument/2006/relationships/slideLayout" Target="../slideLayouts/slideLayout5.xml"/><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s>
</file>

<file path=ppt/slides/_rels/slide46.xml.rels><?xml version="1.0" encoding="UTF-8" standalone="yes"?>
<Relationships xmlns="http://schemas.openxmlformats.org/package/2006/relationships"><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25.xml"/><Relationship Id="rId1" Type="http://schemas.openxmlformats.org/officeDocument/2006/relationships/slideLayout" Target="../slideLayouts/slideLayout5.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47.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26.xml"/><Relationship Id="rId1" Type="http://schemas.openxmlformats.org/officeDocument/2006/relationships/slideLayout" Target="../slideLayouts/slideLayout5.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48.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27.xml"/><Relationship Id="rId1" Type="http://schemas.openxmlformats.org/officeDocument/2006/relationships/slideLayout" Target="../slideLayouts/slideLayout5.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 Id="rId9" Type="http://schemas.openxmlformats.org/officeDocument/2006/relationships/image" Target="../media/image12.wmf"/></Relationships>
</file>

<file path=ppt/slides/_rels/slide49.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28.xml"/><Relationship Id="rId1" Type="http://schemas.openxmlformats.org/officeDocument/2006/relationships/slideLayout" Target="../slideLayouts/slideLayout5.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 Id="rId9" Type="http://schemas.openxmlformats.org/officeDocument/2006/relationships/image" Target="../media/image12.wmf"/></Relationships>
</file>

<file path=ppt/slides/_rels/slide50.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29.xml"/><Relationship Id="rId1" Type="http://schemas.openxmlformats.org/officeDocument/2006/relationships/slideLayout" Target="../slideLayouts/slideLayout5.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51.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30.xml"/><Relationship Id="rId1" Type="http://schemas.openxmlformats.org/officeDocument/2006/relationships/slideLayout" Target="../slideLayouts/slideLayout5.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52.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31.xml"/><Relationship Id="rId1" Type="http://schemas.openxmlformats.org/officeDocument/2006/relationships/slideLayout" Target="../slideLayouts/slideLayout5.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53.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32.xml"/><Relationship Id="rId1" Type="http://schemas.openxmlformats.org/officeDocument/2006/relationships/slideLayout" Target="../slideLayouts/slideLayout5.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54.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33.xml"/><Relationship Id="rId1" Type="http://schemas.openxmlformats.org/officeDocument/2006/relationships/slideLayout" Target="../slideLayouts/slideLayout5.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55.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34.xml"/><Relationship Id="rId1" Type="http://schemas.openxmlformats.org/officeDocument/2006/relationships/slideLayout" Target="../slideLayouts/slideLayout5.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56.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35.xml"/><Relationship Id="rId1" Type="http://schemas.openxmlformats.org/officeDocument/2006/relationships/slideLayout" Target="../slideLayouts/slideLayout5.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57.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36.xml"/><Relationship Id="rId1" Type="http://schemas.openxmlformats.org/officeDocument/2006/relationships/slideLayout" Target="../slideLayouts/slideLayout5.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58.xml.rels><?xml version="1.0" encoding="UTF-8" standalone="yes"?>
<Relationships xmlns="http://schemas.openxmlformats.org/package/2006/relationships"><Relationship Id="rId8" Type="http://schemas.openxmlformats.org/officeDocument/2006/relationships/image" Target="../media/image11.wmf"/><Relationship Id="rId3" Type="http://schemas.openxmlformats.org/officeDocument/2006/relationships/image" Target="../media/image6.wmf"/><Relationship Id="rId7" Type="http://schemas.openxmlformats.org/officeDocument/2006/relationships/image" Target="../media/image10.wmf"/><Relationship Id="rId2" Type="http://schemas.openxmlformats.org/officeDocument/2006/relationships/notesSlide" Target="../notesSlides/notesSlide37.xml"/><Relationship Id="rId1" Type="http://schemas.openxmlformats.org/officeDocument/2006/relationships/slideLayout" Target="../slideLayouts/slideLayout5.xml"/><Relationship Id="rId6" Type="http://schemas.openxmlformats.org/officeDocument/2006/relationships/image" Target="../media/image9.wmf"/><Relationship Id="rId5" Type="http://schemas.openxmlformats.org/officeDocument/2006/relationships/image" Target="../media/image8.wmf"/><Relationship Id="rId4" Type="http://schemas.openxmlformats.org/officeDocument/2006/relationships/image" Target="../media/image7.wmf"/></Relationships>
</file>

<file path=ppt/slides/_rels/slide59.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11.wmf"/><Relationship Id="rId2" Type="http://schemas.openxmlformats.org/officeDocument/2006/relationships/notesSlide" Target="../notesSlides/notesSlide38.xml"/><Relationship Id="rId1" Type="http://schemas.openxmlformats.org/officeDocument/2006/relationships/slideLayout" Target="../slideLayouts/slideLayout5.xml"/><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s>
</file>

<file path=ppt/slides/_rels/slide60.xml.rels><?xml version="1.0" encoding="UTF-8" standalone="yes"?>
<Relationships xmlns="http://schemas.openxmlformats.org/package/2006/relationships"><Relationship Id="rId3" Type="http://schemas.openxmlformats.org/officeDocument/2006/relationships/image" Target="../media/image7.wmf"/><Relationship Id="rId7" Type="http://schemas.openxmlformats.org/officeDocument/2006/relationships/image" Target="../media/image11.wmf"/><Relationship Id="rId2" Type="http://schemas.openxmlformats.org/officeDocument/2006/relationships/notesSlide" Target="../notesSlides/notesSlide39.xml"/><Relationship Id="rId1" Type="http://schemas.openxmlformats.org/officeDocument/2006/relationships/slideLayout" Target="../slideLayouts/slideLayout5.xml"/><Relationship Id="rId6" Type="http://schemas.openxmlformats.org/officeDocument/2006/relationships/image" Target="../media/image10.wmf"/><Relationship Id="rId5" Type="http://schemas.openxmlformats.org/officeDocument/2006/relationships/image" Target="../media/image9.wmf"/><Relationship Id="rId4" Type="http://schemas.openxmlformats.org/officeDocument/2006/relationships/image" Target="../media/image8.wmf"/></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F3249-EAB3-991B-5497-B8AF7BA6DCF4}"/>
              </a:ext>
            </a:extLst>
          </p:cNvPr>
          <p:cNvSpPr>
            <a:spLocks noGrp="1"/>
          </p:cNvSpPr>
          <p:nvPr>
            <p:ph type="ctrTitle"/>
          </p:nvPr>
        </p:nvSpPr>
        <p:spPr>
          <a:xfrm>
            <a:off x="482600" y="1457715"/>
            <a:ext cx="11163300" cy="2458775"/>
          </a:xfrm>
        </p:spPr>
        <p:txBody>
          <a:bodyPr/>
          <a:lstStyle/>
          <a:p>
            <a:pPr eaLnBrk="1" hangingPunct="1">
              <a:defRPr/>
            </a:pPr>
            <a:r>
              <a:rPr lang="en-US" sz="4800" dirty="0">
                <a:solidFill>
                  <a:srgbClr val="FFFF00"/>
                </a:solidFill>
                <a:latin typeface="Times New Roman" pitchFamily="18" charset="0"/>
                <a:cs typeface="Times New Roman" pitchFamily="18" charset="0"/>
              </a:rPr>
              <a:t>TÌM KIẾM</a:t>
            </a:r>
            <a:endParaRPr lang="en-US" dirty="0">
              <a:solidFill>
                <a:srgbClr val="FFFF00"/>
              </a:solidFill>
              <a:latin typeface="Times New Roman" pitchFamily="18" charset="0"/>
              <a:cs typeface="Times New Roman" pitchFamily="18" charset="0"/>
            </a:endParaRPr>
          </a:p>
        </p:txBody>
      </p:sp>
      <p:sp>
        <p:nvSpPr>
          <p:cNvPr id="3" name="Subtitle 2">
            <a:extLst>
              <a:ext uri="{FF2B5EF4-FFF2-40B4-BE49-F238E27FC236}">
                <a16:creationId xmlns:a16="http://schemas.microsoft.com/office/drawing/2014/main" id="{31FA3C09-4843-55DC-C84B-2556E0C3C253}"/>
              </a:ext>
            </a:extLst>
          </p:cNvPr>
          <p:cNvSpPr>
            <a:spLocks noGrp="1"/>
          </p:cNvSpPr>
          <p:nvPr>
            <p:ph type="subTitle" idx="1"/>
          </p:nvPr>
        </p:nvSpPr>
        <p:spPr>
          <a:xfrm>
            <a:off x="514350" y="5584873"/>
            <a:ext cx="11163300" cy="1080395"/>
          </a:xfrm>
        </p:spPr>
        <p:txBody>
          <a:bodyPr/>
          <a:lstStyle/>
          <a:p>
            <a:r>
              <a:rPr lang="en-US" dirty="0">
                <a:solidFill>
                  <a:srgbClr val="FFC000"/>
                </a:solidFill>
              </a:rPr>
              <a:t>NGUYỄN THỊ THU DỰ</a:t>
            </a:r>
          </a:p>
          <a:p>
            <a:r>
              <a:rPr lang="en-US" dirty="0">
                <a:solidFill>
                  <a:srgbClr val="FFC000"/>
                </a:solidFill>
              </a:rPr>
              <a:t>Email: Du.NguyenThiThu@hoasen.edu.vn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A2AFC530-938C-1867-4B62-91C20DC17896}"/>
              </a:ext>
            </a:extLst>
          </p:cNvPr>
          <p:cNvSpPr>
            <a:spLocks noGrp="1" noChangeArrowheads="1"/>
          </p:cNvSpPr>
          <p:nvPr>
            <p:ph type="title"/>
          </p:nvPr>
        </p:nvSpPr>
        <p:spPr>
          <a:xfrm>
            <a:off x="6056312" y="360419"/>
            <a:ext cx="5930900" cy="658758"/>
          </a:xfrm>
        </p:spPr>
        <p:txBody>
          <a:bodyPr>
            <a:normAutofit/>
          </a:bodyPr>
          <a:lstStyle/>
          <a:p>
            <a:r>
              <a:rPr lang="en-US" altLang="en-US" dirty="0">
                <a:solidFill>
                  <a:schemeClr val="accent5">
                    <a:lumMod val="75000"/>
                  </a:schemeClr>
                </a:solidFill>
              </a:rPr>
              <a:t>ĐẶT VẤN ĐỀ</a:t>
            </a:r>
          </a:p>
        </p:txBody>
      </p:sp>
      <p:sp>
        <p:nvSpPr>
          <p:cNvPr id="4099" name="Rectangle 3">
            <a:extLst>
              <a:ext uri="{FF2B5EF4-FFF2-40B4-BE49-F238E27FC236}">
                <a16:creationId xmlns:a16="http://schemas.microsoft.com/office/drawing/2014/main" id="{CC24F497-0C5D-4BAE-6794-EE00FA86F299}"/>
              </a:ext>
            </a:extLst>
          </p:cNvPr>
          <p:cNvSpPr>
            <a:spLocks noChangeArrowheads="1"/>
          </p:cNvSpPr>
          <p:nvPr/>
        </p:nvSpPr>
        <p:spPr bwMode="auto">
          <a:xfrm>
            <a:off x="1981200" y="2354263"/>
            <a:ext cx="5930900" cy="11795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00" name="Line 4">
            <a:extLst>
              <a:ext uri="{FF2B5EF4-FFF2-40B4-BE49-F238E27FC236}">
                <a16:creationId xmlns:a16="http://schemas.microsoft.com/office/drawing/2014/main" id="{FF5E865C-CC50-9150-99B7-D199FD23B140}"/>
              </a:ext>
            </a:extLst>
          </p:cNvPr>
          <p:cNvSpPr>
            <a:spLocks noChangeShapeType="1"/>
          </p:cNvSpPr>
          <p:nvPr/>
        </p:nvSpPr>
        <p:spPr bwMode="auto">
          <a:xfrm>
            <a:off x="3165475" y="2360614"/>
            <a:ext cx="0" cy="11779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1" name="Line 5">
            <a:extLst>
              <a:ext uri="{FF2B5EF4-FFF2-40B4-BE49-F238E27FC236}">
                <a16:creationId xmlns:a16="http://schemas.microsoft.com/office/drawing/2014/main" id="{5A64B2E3-CAFE-3B69-E75C-45FD0F3D0D15}"/>
              </a:ext>
            </a:extLst>
          </p:cNvPr>
          <p:cNvSpPr>
            <a:spLocks noChangeShapeType="1"/>
          </p:cNvSpPr>
          <p:nvPr/>
        </p:nvSpPr>
        <p:spPr bwMode="auto">
          <a:xfrm>
            <a:off x="4352925" y="2360614"/>
            <a:ext cx="0" cy="11779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2" name="Line 6">
            <a:extLst>
              <a:ext uri="{FF2B5EF4-FFF2-40B4-BE49-F238E27FC236}">
                <a16:creationId xmlns:a16="http://schemas.microsoft.com/office/drawing/2014/main" id="{08295574-E371-DEEA-C4E5-86BF158CC189}"/>
              </a:ext>
            </a:extLst>
          </p:cNvPr>
          <p:cNvSpPr>
            <a:spLocks noChangeShapeType="1"/>
          </p:cNvSpPr>
          <p:nvPr/>
        </p:nvSpPr>
        <p:spPr bwMode="auto">
          <a:xfrm>
            <a:off x="5537200" y="2360614"/>
            <a:ext cx="1588" cy="11779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3" name="Line 7">
            <a:extLst>
              <a:ext uri="{FF2B5EF4-FFF2-40B4-BE49-F238E27FC236}">
                <a16:creationId xmlns:a16="http://schemas.microsoft.com/office/drawing/2014/main" id="{E764F132-7E9D-4C2C-2291-3DC97F9403B1}"/>
              </a:ext>
            </a:extLst>
          </p:cNvPr>
          <p:cNvSpPr>
            <a:spLocks noChangeShapeType="1"/>
          </p:cNvSpPr>
          <p:nvPr/>
        </p:nvSpPr>
        <p:spPr bwMode="auto">
          <a:xfrm>
            <a:off x="6724650" y="2365376"/>
            <a:ext cx="0" cy="11668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4" name="Line 8">
            <a:extLst>
              <a:ext uri="{FF2B5EF4-FFF2-40B4-BE49-F238E27FC236}">
                <a16:creationId xmlns:a16="http://schemas.microsoft.com/office/drawing/2014/main" id="{3EF92A3C-FAB4-A82B-B915-DD2C3172A6CC}"/>
              </a:ext>
            </a:extLst>
          </p:cNvPr>
          <p:cNvSpPr>
            <a:spLocks noChangeShapeType="1"/>
          </p:cNvSpPr>
          <p:nvPr/>
        </p:nvSpPr>
        <p:spPr bwMode="auto">
          <a:xfrm>
            <a:off x="7912100" y="2365376"/>
            <a:ext cx="0" cy="116681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06" name="Rectangle 10">
            <a:extLst>
              <a:ext uri="{FF2B5EF4-FFF2-40B4-BE49-F238E27FC236}">
                <a16:creationId xmlns:a16="http://schemas.microsoft.com/office/drawing/2014/main" id="{4DED1DEC-7320-8134-893D-4A382E868D61}"/>
              </a:ext>
            </a:extLst>
          </p:cNvPr>
          <p:cNvSpPr>
            <a:spLocks noChangeArrowheads="1"/>
          </p:cNvSpPr>
          <p:nvPr/>
        </p:nvSpPr>
        <p:spPr bwMode="auto">
          <a:xfrm>
            <a:off x="2139950" y="1828801"/>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4107" name="Rectangle 11">
            <a:extLst>
              <a:ext uri="{FF2B5EF4-FFF2-40B4-BE49-F238E27FC236}">
                <a16:creationId xmlns:a16="http://schemas.microsoft.com/office/drawing/2014/main" id="{599E48DB-9391-CF16-D085-EF6DA236DC52}"/>
              </a:ext>
            </a:extLst>
          </p:cNvPr>
          <p:cNvSpPr>
            <a:spLocks noChangeArrowheads="1"/>
          </p:cNvSpPr>
          <p:nvPr/>
        </p:nvSpPr>
        <p:spPr bwMode="auto">
          <a:xfrm>
            <a:off x="3428513" y="1828801"/>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4108" name="Rectangle 12">
            <a:extLst>
              <a:ext uri="{FF2B5EF4-FFF2-40B4-BE49-F238E27FC236}">
                <a16:creationId xmlns:a16="http://schemas.microsoft.com/office/drawing/2014/main" id="{97D0450A-38ED-92F7-DAF7-115DB42116C7}"/>
              </a:ext>
            </a:extLst>
          </p:cNvPr>
          <p:cNvSpPr>
            <a:spLocks noChangeArrowheads="1"/>
          </p:cNvSpPr>
          <p:nvPr/>
        </p:nvSpPr>
        <p:spPr bwMode="auto">
          <a:xfrm>
            <a:off x="4612788" y="1828801"/>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4109" name="Rectangle 13">
            <a:extLst>
              <a:ext uri="{FF2B5EF4-FFF2-40B4-BE49-F238E27FC236}">
                <a16:creationId xmlns:a16="http://schemas.microsoft.com/office/drawing/2014/main" id="{2551E729-C69F-F598-7C29-79DC04A21B70}"/>
              </a:ext>
            </a:extLst>
          </p:cNvPr>
          <p:cNvSpPr>
            <a:spLocks noChangeArrowheads="1"/>
          </p:cNvSpPr>
          <p:nvPr/>
        </p:nvSpPr>
        <p:spPr bwMode="auto">
          <a:xfrm>
            <a:off x="5759756" y="1828801"/>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4110" name="Rectangle 14">
            <a:extLst>
              <a:ext uri="{FF2B5EF4-FFF2-40B4-BE49-F238E27FC236}">
                <a16:creationId xmlns:a16="http://schemas.microsoft.com/office/drawing/2014/main" id="{EEC98E12-D21E-52D9-520A-7A4436EC782D}"/>
              </a:ext>
            </a:extLst>
          </p:cNvPr>
          <p:cNvSpPr>
            <a:spLocks noChangeArrowheads="1"/>
          </p:cNvSpPr>
          <p:nvPr/>
        </p:nvSpPr>
        <p:spPr bwMode="auto">
          <a:xfrm>
            <a:off x="6942444" y="1828801"/>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4112" name="Rectangle 16">
            <a:extLst>
              <a:ext uri="{FF2B5EF4-FFF2-40B4-BE49-F238E27FC236}">
                <a16:creationId xmlns:a16="http://schemas.microsoft.com/office/drawing/2014/main" id="{791C238A-B598-CFB7-53A9-CE767B8FD916}"/>
              </a:ext>
            </a:extLst>
          </p:cNvPr>
          <p:cNvSpPr>
            <a:spLocks noChangeArrowheads="1"/>
          </p:cNvSpPr>
          <p:nvPr/>
        </p:nvSpPr>
        <p:spPr bwMode="auto">
          <a:xfrm>
            <a:off x="8812214" y="2365375"/>
            <a:ext cx="1169987" cy="1168400"/>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13" name="Rectangle 17">
            <a:extLst>
              <a:ext uri="{FF2B5EF4-FFF2-40B4-BE49-F238E27FC236}">
                <a16:creationId xmlns:a16="http://schemas.microsoft.com/office/drawing/2014/main" id="{E89633EB-08BE-A1DA-B709-882E04BCDCFC}"/>
              </a:ext>
            </a:extLst>
          </p:cNvPr>
          <p:cNvSpPr>
            <a:spLocks noChangeArrowheads="1"/>
          </p:cNvSpPr>
          <p:nvPr/>
        </p:nvSpPr>
        <p:spPr bwMode="auto">
          <a:xfrm>
            <a:off x="8839201" y="1833564"/>
            <a:ext cx="849593"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[ 700 ]</a:t>
            </a:r>
          </a:p>
        </p:txBody>
      </p:sp>
      <p:grpSp>
        <p:nvGrpSpPr>
          <p:cNvPr id="4114" name="Group 18">
            <a:extLst>
              <a:ext uri="{FF2B5EF4-FFF2-40B4-BE49-F238E27FC236}">
                <a16:creationId xmlns:a16="http://schemas.microsoft.com/office/drawing/2014/main" id="{A34F01A0-FAA7-03AE-658A-3E98A133ECF2}"/>
              </a:ext>
            </a:extLst>
          </p:cNvPr>
          <p:cNvGrpSpPr>
            <a:grpSpLocks/>
          </p:cNvGrpSpPr>
          <p:nvPr/>
        </p:nvGrpSpPr>
        <p:grpSpPr bwMode="auto">
          <a:xfrm>
            <a:off x="6859592" y="2563814"/>
            <a:ext cx="677692" cy="771525"/>
            <a:chOff x="2897" y="3449"/>
            <a:chExt cx="329" cy="327"/>
          </a:xfrm>
        </p:grpSpPr>
        <p:sp>
          <p:nvSpPr>
            <p:cNvPr id="4115" name="Rectangle 19">
              <a:extLst>
                <a:ext uri="{FF2B5EF4-FFF2-40B4-BE49-F238E27FC236}">
                  <a16:creationId xmlns:a16="http://schemas.microsoft.com/office/drawing/2014/main" id="{DDA5E28F-8596-D97B-D721-5BEECCB8CB34}"/>
                </a:ext>
              </a:extLst>
            </p:cNvPr>
            <p:cNvSpPr>
              <a:spLocks noChangeArrowheads="1"/>
            </p:cNvSpPr>
            <p:nvPr/>
          </p:nvSpPr>
          <p:spPr bwMode="auto">
            <a:xfrm>
              <a:off x="2897" y="3449"/>
              <a:ext cx="329" cy="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4116" name="Picture 20">
              <a:extLst>
                <a:ext uri="{FF2B5EF4-FFF2-40B4-BE49-F238E27FC236}">
                  <a16:creationId xmlns:a16="http://schemas.microsoft.com/office/drawing/2014/main" id="{0F55F85E-25BE-2597-F7A5-94E63A602829}"/>
                </a:ext>
              </a:extLst>
            </p:cNvPr>
            <p:cNvPicPr>
              <a:picLocks noChangeArrowheads="1"/>
            </p:cNvPicPr>
            <p:nvPr/>
          </p:nvPicPr>
          <p:blipFill>
            <a:blip r:embed="rId2">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117" name="Group 21">
            <a:extLst>
              <a:ext uri="{FF2B5EF4-FFF2-40B4-BE49-F238E27FC236}">
                <a16:creationId xmlns:a16="http://schemas.microsoft.com/office/drawing/2014/main" id="{A3CDDFF1-4423-0B33-79B4-36FC83CED57B}"/>
              </a:ext>
            </a:extLst>
          </p:cNvPr>
          <p:cNvGrpSpPr>
            <a:grpSpLocks/>
          </p:cNvGrpSpPr>
          <p:nvPr/>
        </p:nvGrpSpPr>
        <p:grpSpPr bwMode="auto">
          <a:xfrm>
            <a:off x="4554538" y="2525714"/>
            <a:ext cx="730250" cy="847725"/>
            <a:chOff x="1778" y="3433"/>
            <a:chExt cx="355" cy="359"/>
          </a:xfrm>
        </p:grpSpPr>
        <p:sp>
          <p:nvSpPr>
            <p:cNvPr id="4118" name="Rectangle 22">
              <a:extLst>
                <a:ext uri="{FF2B5EF4-FFF2-40B4-BE49-F238E27FC236}">
                  <a16:creationId xmlns:a16="http://schemas.microsoft.com/office/drawing/2014/main" id="{E7DC4D87-3FCE-99C6-8416-5366BA83C93D}"/>
                </a:ext>
              </a:extLst>
            </p:cNvPr>
            <p:cNvSpPr>
              <a:spLocks noChangeArrowheads="1"/>
            </p:cNvSpPr>
            <p:nvPr/>
          </p:nvSpPr>
          <p:spPr bwMode="auto">
            <a:xfrm>
              <a:off x="1778" y="3433"/>
              <a:ext cx="330" cy="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4119" name="Picture 23">
              <a:extLst>
                <a:ext uri="{FF2B5EF4-FFF2-40B4-BE49-F238E27FC236}">
                  <a16:creationId xmlns:a16="http://schemas.microsoft.com/office/drawing/2014/main" id="{B29881A8-176C-082E-EBA4-2BD40940CFE5}"/>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120" name="Group 24">
            <a:extLst>
              <a:ext uri="{FF2B5EF4-FFF2-40B4-BE49-F238E27FC236}">
                <a16:creationId xmlns:a16="http://schemas.microsoft.com/office/drawing/2014/main" id="{626275D6-20C3-6ABC-84C7-8BC804EFC555}"/>
              </a:ext>
            </a:extLst>
          </p:cNvPr>
          <p:cNvGrpSpPr>
            <a:grpSpLocks/>
          </p:cNvGrpSpPr>
          <p:nvPr/>
        </p:nvGrpSpPr>
        <p:grpSpPr bwMode="auto">
          <a:xfrm>
            <a:off x="3365501" y="2519364"/>
            <a:ext cx="727075" cy="858837"/>
            <a:chOff x="1201" y="3430"/>
            <a:chExt cx="353" cy="364"/>
          </a:xfrm>
        </p:grpSpPr>
        <p:sp>
          <p:nvSpPr>
            <p:cNvPr id="4121" name="Rectangle 25">
              <a:extLst>
                <a:ext uri="{FF2B5EF4-FFF2-40B4-BE49-F238E27FC236}">
                  <a16:creationId xmlns:a16="http://schemas.microsoft.com/office/drawing/2014/main" id="{D1299F71-42D8-F6F8-F094-06494597C4CE}"/>
                </a:ext>
              </a:extLst>
            </p:cNvPr>
            <p:cNvSpPr>
              <a:spLocks noChangeArrowheads="1"/>
            </p:cNvSpPr>
            <p:nvPr/>
          </p:nvSpPr>
          <p:spPr bwMode="auto">
            <a:xfrm>
              <a:off x="1201" y="3430"/>
              <a:ext cx="301" cy="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4122" name="Picture 26">
              <a:extLst>
                <a:ext uri="{FF2B5EF4-FFF2-40B4-BE49-F238E27FC236}">
                  <a16:creationId xmlns:a16="http://schemas.microsoft.com/office/drawing/2014/main" id="{7AF16D6F-6AE0-B564-B67C-139058D15C9C}"/>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123" name="Group 27">
            <a:extLst>
              <a:ext uri="{FF2B5EF4-FFF2-40B4-BE49-F238E27FC236}">
                <a16:creationId xmlns:a16="http://schemas.microsoft.com/office/drawing/2014/main" id="{59C598E5-5052-6BBB-7EC2-DE1F028930F0}"/>
              </a:ext>
            </a:extLst>
          </p:cNvPr>
          <p:cNvGrpSpPr>
            <a:grpSpLocks/>
          </p:cNvGrpSpPr>
          <p:nvPr/>
        </p:nvGrpSpPr>
        <p:grpSpPr bwMode="auto">
          <a:xfrm>
            <a:off x="8936039" y="2570163"/>
            <a:ext cx="942975" cy="755650"/>
            <a:chOff x="4891" y="3452"/>
            <a:chExt cx="458" cy="320"/>
          </a:xfrm>
        </p:grpSpPr>
        <p:sp>
          <p:nvSpPr>
            <p:cNvPr id="4124" name="Rectangle 28">
              <a:extLst>
                <a:ext uri="{FF2B5EF4-FFF2-40B4-BE49-F238E27FC236}">
                  <a16:creationId xmlns:a16="http://schemas.microsoft.com/office/drawing/2014/main" id="{1B038171-CF8F-2953-1CEB-B3BF25FB9BC9}"/>
                </a:ext>
              </a:extLst>
            </p:cNvPr>
            <p:cNvSpPr>
              <a:spLocks noChangeArrowheads="1"/>
            </p:cNvSpPr>
            <p:nvPr/>
          </p:nvSpPr>
          <p:spPr bwMode="auto">
            <a:xfrm>
              <a:off x="4927" y="3452"/>
              <a:ext cx="304" cy="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4125" name="Picture 29">
              <a:extLst>
                <a:ext uri="{FF2B5EF4-FFF2-40B4-BE49-F238E27FC236}">
                  <a16:creationId xmlns:a16="http://schemas.microsoft.com/office/drawing/2014/main" id="{F95C3477-E566-382F-AA3A-4CC531CFB374}"/>
                </a:ext>
              </a:extLst>
            </p:cNvPr>
            <p:cNvPicPr>
              <a:picLocks noChangeArrowheads="1"/>
            </p:cNvPicPr>
            <p:nvPr/>
          </p:nvPicPr>
          <p:blipFill>
            <a:blip r:embed="rId5">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126" name="Group 30">
            <a:extLst>
              <a:ext uri="{FF2B5EF4-FFF2-40B4-BE49-F238E27FC236}">
                <a16:creationId xmlns:a16="http://schemas.microsoft.com/office/drawing/2014/main" id="{385620D8-DDA2-B231-B21B-476A7B80CFC4}"/>
              </a:ext>
            </a:extLst>
          </p:cNvPr>
          <p:cNvGrpSpPr>
            <a:grpSpLocks/>
          </p:cNvGrpSpPr>
          <p:nvPr/>
        </p:nvGrpSpPr>
        <p:grpSpPr bwMode="auto">
          <a:xfrm>
            <a:off x="5710238" y="2549526"/>
            <a:ext cx="749300" cy="830263"/>
            <a:chOff x="2339" y="3443"/>
            <a:chExt cx="364" cy="352"/>
          </a:xfrm>
        </p:grpSpPr>
        <p:pic>
          <p:nvPicPr>
            <p:cNvPr id="4127" name="Picture 31">
              <a:extLst>
                <a:ext uri="{FF2B5EF4-FFF2-40B4-BE49-F238E27FC236}">
                  <a16:creationId xmlns:a16="http://schemas.microsoft.com/office/drawing/2014/main" id="{2EB4EAFF-1FA1-9AE6-9C26-0A250C06BEAC}"/>
                </a:ext>
              </a:extLst>
            </p:cNvPr>
            <p:cNvPicPr>
              <a:picLocks noChangeArrowheads="1"/>
            </p:cNvPicPr>
            <p:nvPr/>
          </p:nvPicPr>
          <p:blipFill>
            <a:blip r:embed="rId6">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28" name="Rectangle 32">
              <a:extLst>
                <a:ext uri="{FF2B5EF4-FFF2-40B4-BE49-F238E27FC236}">
                  <a16:creationId xmlns:a16="http://schemas.microsoft.com/office/drawing/2014/main" id="{0251D79C-A538-DEA1-9E57-76AE93E5D465}"/>
                </a:ext>
              </a:extLst>
            </p:cNvPr>
            <p:cNvSpPr>
              <a:spLocks noChangeArrowheads="1"/>
            </p:cNvSpPr>
            <p:nvPr/>
          </p:nvSpPr>
          <p:spPr bwMode="auto">
            <a:xfrm>
              <a:off x="2339" y="3443"/>
              <a:ext cx="301" cy="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580625685</a:t>
              </a:r>
            </a:p>
          </p:txBody>
        </p:sp>
      </p:grpSp>
      <p:grpSp>
        <p:nvGrpSpPr>
          <p:cNvPr id="4129" name="Group 33">
            <a:extLst>
              <a:ext uri="{FF2B5EF4-FFF2-40B4-BE49-F238E27FC236}">
                <a16:creationId xmlns:a16="http://schemas.microsoft.com/office/drawing/2014/main" id="{3F327394-A07D-F81E-4C08-90F369DD79A8}"/>
              </a:ext>
            </a:extLst>
          </p:cNvPr>
          <p:cNvGrpSpPr>
            <a:grpSpLocks/>
          </p:cNvGrpSpPr>
          <p:nvPr/>
        </p:nvGrpSpPr>
        <p:grpSpPr bwMode="auto">
          <a:xfrm>
            <a:off x="2176463" y="2554288"/>
            <a:ext cx="679450" cy="819150"/>
            <a:chOff x="3495" y="3436"/>
            <a:chExt cx="330" cy="347"/>
          </a:xfrm>
        </p:grpSpPr>
        <p:pic>
          <p:nvPicPr>
            <p:cNvPr id="4130" name="Picture 34">
              <a:extLst>
                <a:ext uri="{FF2B5EF4-FFF2-40B4-BE49-F238E27FC236}">
                  <a16:creationId xmlns:a16="http://schemas.microsoft.com/office/drawing/2014/main" id="{BFED05D7-9E17-B887-E38E-FAD77D26360E}"/>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31" name="Rectangle 35">
              <a:extLst>
                <a:ext uri="{FF2B5EF4-FFF2-40B4-BE49-F238E27FC236}">
                  <a16:creationId xmlns:a16="http://schemas.microsoft.com/office/drawing/2014/main" id="{5DFC36B5-A58C-BB33-C6BC-3D2FA65476C8}"/>
                </a:ext>
              </a:extLst>
            </p:cNvPr>
            <p:cNvSpPr>
              <a:spLocks noChangeArrowheads="1"/>
            </p:cNvSpPr>
            <p:nvPr/>
          </p:nvSpPr>
          <p:spPr bwMode="auto">
            <a:xfrm>
              <a:off x="3495" y="3436"/>
              <a:ext cx="304" cy="4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701466868</a:t>
              </a:r>
            </a:p>
          </p:txBody>
        </p:sp>
      </p:grpSp>
      <p:sp>
        <p:nvSpPr>
          <p:cNvPr id="4132" name="Text Box 36">
            <a:extLst>
              <a:ext uri="{FF2B5EF4-FFF2-40B4-BE49-F238E27FC236}">
                <a16:creationId xmlns:a16="http://schemas.microsoft.com/office/drawing/2014/main" id="{276F530F-03DF-7F9E-4477-EFC95201102F}"/>
              </a:ext>
            </a:extLst>
          </p:cNvPr>
          <p:cNvSpPr txBox="1">
            <a:spLocks noChangeArrowheads="1"/>
          </p:cNvSpPr>
          <p:nvPr/>
        </p:nvSpPr>
        <p:spPr bwMode="auto">
          <a:xfrm>
            <a:off x="8018463" y="2276476"/>
            <a:ext cx="561372"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4400"/>
              <a:t>…</a:t>
            </a:r>
          </a:p>
        </p:txBody>
      </p:sp>
      <p:sp>
        <p:nvSpPr>
          <p:cNvPr id="4133" name="Rectangle 37">
            <a:extLst>
              <a:ext uri="{FF2B5EF4-FFF2-40B4-BE49-F238E27FC236}">
                <a16:creationId xmlns:a16="http://schemas.microsoft.com/office/drawing/2014/main" id="{326F8237-B9FE-23E3-45CD-26B5C962A9CF}"/>
              </a:ext>
            </a:extLst>
          </p:cNvPr>
          <p:cNvSpPr>
            <a:spLocks noChangeArrowheads="1"/>
          </p:cNvSpPr>
          <p:nvPr/>
        </p:nvSpPr>
        <p:spPr bwMode="auto">
          <a:xfrm>
            <a:off x="7553326" y="4306888"/>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4134" name="Picture 38">
            <a:extLst>
              <a:ext uri="{FF2B5EF4-FFF2-40B4-BE49-F238E27FC236}">
                <a16:creationId xmlns:a16="http://schemas.microsoft.com/office/drawing/2014/main" id="{DCC2B20A-E2D9-F23B-6CAD-92B8B490BA1E}"/>
              </a:ext>
            </a:extLst>
          </p:cNvPr>
          <p:cNvPicPr>
            <a:picLocks noChangeArrowheads="1"/>
          </p:cNvPicPr>
          <p:nvPr/>
        </p:nvPicPr>
        <p:blipFill>
          <a:blip r:embed="rId6">
            <a:extLst>
              <a:ext uri="{28A0092B-C50C-407E-A947-70E740481C1C}">
                <a14:useLocalDpi xmlns:a14="http://schemas.microsoft.com/office/drawing/2010/main" val="0"/>
              </a:ext>
            </a:extLst>
          </a:blip>
          <a:srcRect l="50790" b="42133"/>
          <a:stretch>
            <a:fillRect/>
          </a:stretch>
        </p:blipFill>
        <p:spPr bwMode="auto">
          <a:xfrm>
            <a:off x="7866063" y="4810126"/>
            <a:ext cx="2119312" cy="1903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35" name="Oval 39">
            <a:extLst>
              <a:ext uri="{FF2B5EF4-FFF2-40B4-BE49-F238E27FC236}">
                <a16:creationId xmlns:a16="http://schemas.microsoft.com/office/drawing/2014/main" id="{051AB88A-06A4-B104-1C18-79B27A1F5DD1}"/>
              </a:ext>
            </a:extLst>
          </p:cNvPr>
          <p:cNvSpPr>
            <a:spLocks noChangeArrowheads="1"/>
          </p:cNvSpPr>
          <p:nvPr/>
        </p:nvSpPr>
        <p:spPr bwMode="auto">
          <a:xfrm>
            <a:off x="8388350" y="4289425"/>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36" name="Rectangle 40">
            <a:extLst>
              <a:ext uri="{FF2B5EF4-FFF2-40B4-BE49-F238E27FC236}">
                <a16:creationId xmlns:a16="http://schemas.microsoft.com/office/drawing/2014/main" id="{55F2E297-65A9-4640-1D15-9068158F4139}"/>
              </a:ext>
            </a:extLst>
          </p:cNvPr>
          <p:cNvSpPr>
            <a:spLocks noChangeArrowheads="1"/>
          </p:cNvSpPr>
          <p:nvPr/>
        </p:nvSpPr>
        <p:spPr bwMode="auto">
          <a:xfrm>
            <a:off x="7681914" y="4498976"/>
            <a:ext cx="240129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dirty="0">
                <a:latin typeface="Arial" panose="020B0604020202020204" pitchFamily="34" charset="0"/>
              </a:rPr>
              <a:t>Number 5806256185</a:t>
            </a:r>
          </a:p>
        </p:txBody>
      </p:sp>
      <p:sp>
        <p:nvSpPr>
          <p:cNvPr id="4137" name="Text Box 41">
            <a:extLst>
              <a:ext uri="{FF2B5EF4-FFF2-40B4-BE49-F238E27FC236}">
                <a16:creationId xmlns:a16="http://schemas.microsoft.com/office/drawing/2014/main" id="{69113A2A-5612-8F53-8386-5F6191719C7E}"/>
              </a:ext>
            </a:extLst>
          </p:cNvPr>
          <p:cNvSpPr txBox="1">
            <a:spLocks noChangeArrowheads="1"/>
          </p:cNvSpPr>
          <p:nvPr/>
        </p:nvSpPr>
        <p:spPr bwMode="auto">
          <a:xfrm>
            <a:off x="1905000" y="4483100"/>
            <a:ext cx="5486400"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a:t>Each record in list has an associated key.</a:t>
            </a:r>
          </a:p>
          <a:p>
            <a:r>
              <a:rPr lang="en-US" altLang="en-US" dirty="0"/>
              <a:t>In this example, the keys are ID numbers.</a:t>
            </a:r>
          </a:p>
          <a:p>
            <a:endParaRPr lang="en-US" altLang="en-US" dirty="0"/>
          </a:p>
          <a:p>
            <a:r>
              <a:rPr lang="en-US" altLang="en-US" dirty="0"/>
              <a:t>Given a particular key, how can we efficiently retrieve the record from the list?</a:t>
            </a:r>
          </a:p>
        </p:txBody>
      </p:sp>
      <p:sp>
        <p:nvSpPr>
          <p:cNvPr id="4141" name="Line 45">
            <a:extLst>
              <a:ext uri="{FF2B5EF4-FFF2-40B4-BE49-F238E27FC236}">
                <a16:creationId xmlns:a16="http://schemas.microsoft.com/office/drawing/2014/main" id="{CDF21021-E33F-3508-AB1E-10ECD0CB0305}"/>
              </a:ext>
            </a:extLst>
          </p:cNvPr>
          <p:cNvSpPr>
            <a:spLocks noChangeShapeType="1"/>
          </p:cNvSpPr>
          <p:nvPr/>
        </p:nvSpPr>
        <p:spPr bwMode="auto">
          <a:xfrm>
            <a:off x="5562600" y="3505200"/>
            <a:ext cx="1981200" cy="8382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143" name="Line 47">
            <a:extLst>
              <a:ext uri="{FF2B5EF4-FFF2-40B4-BE49-F238E27FC236}">
                <a16:creationId xmlns:a16="http://schemas.microsoft.com/office/drawing/2014/main" id="{CBE403E9-0105-7923-4C20-919553E424A1}"/>
              </a:ext>
            </a:extLst>
          </p:cNvPr>
          <p:cNvSpPr>
            <a:spLocks noChangeShapeType="1"/>
          </p:cNvSpPr>
          <p:nvPr/>
        </p:nvSpPr>
        <p:spPr bwMode="auto">
          <a:xfrm>
            <a:off x="6705600" y="3505200"/>
            <a:ext cx="3429000" cy="7620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92386" y="0"/>
            <a:ext cx="7799614" cy="881743"/>
          </a:xfrm>
        </p:spPr>
        <p:txBody>
          <a:bodyPr>
            <a:noAutofit/>
          </a:bodyPr>
          <a:lstStyle/>
          <a:p>
            <a:pPr eaLnBrk="1" hangingPunct="1">
              <a:defRPr/>
            </a:pPr>
            <a:r>
              <a:rPr lang="en-AU" dirty="0">
                <a:solidFill>
                  <a:srgbClr val="001A4F"/>
                </a:solidFill>
                <a:effectLst>
                  <a:outerShdw blurRad="38100" dist="38100" dir="2700000" algn="tl">
                    <a:srgbClr val="C0C0C0"/>
                  </a:outerShdw>
                </a:effectLst>
              </a:rPr>
              <a:t> TỔNG QUAN</a:t>
            </a:r>
          </a:p>
        </p:txBody>
      </p:sp>
      <p:sp>
        <p:nvSpPr>
          <p:cNvPr id="18438" name="Content Placeholder 2"/>
          <p:cNvSpPr>
            <a:spLocks noGrp="1"/>
          </p:cNvSpPr>
          <p:nvPr>
            <p:ph idx="4294967295"/>
          </p:nvPr>
        </p:nvSpPr>
        <p:spPr>
          <a:xfrm>
            <a:off x="1952626" y="1779814"/>
            <a:ext cx="8715375" cy="4601937"/>
          </a:xfrm>
          <a:prstGeom prst="rect">
            <a:avLst/>
          </a:prstGeom>
        </p:spPr>
        <p:txBody>
          <a:bodyPr/>
          <a:lstStyle/>
          <a:p>
            <a:pPr marL="457200" lvl="1" indent="-457200">
              <a:buClr>
                <a:srgbClr val="002776"/>
              </a:buClr>
              <a:buSzPct val="150000"/>
              <a:buFont typeface="Wingdings 2" panose="05020102010507070707" pitchFamily="18" charset="2"/>
              <a:buChar char="a"/>
              <a:defRPr/>
            </a:pPr>
            <a:r>
              <a:rPr lang="en-AU" sz="3200" dirty="0">
                <a:solidFill>
                  <a:srgbClr val="001A4F"/>
                </a:solidFill>
              </a:rPr>
              <a:t> </a:t>
            </a:r>
            <a:r>
              <a:rPr lang="en-AU" sz="3200" dirty="0" err="1">
                <a:solidFill>
                  <a:srgbClr val="001A4F"/>
                </a:solidFill>
              </a:rPr>
              <a:t>Giới</a:t>
            </a:r>
            <a:r>
              <a:rPr lang="en-AU" sz="3200" dirty="0">
                <a:solidFill>
                  <a:srgbClr val="001A4F"/>
                </a:solidFill>
              </a:rPr>
              <a:t> </a:t>
            </a:r>
            <a:r>
              <a:rPr lang="en-AU" sz="3200" dirty="0" err="1">
                <a:solidFill>
                  <a:srgbClr val="001A4F"/>
                </a:solidFill>
              </a:rPr>
              <a:t>thiệu</a:t>
            </a:r>
            <a:endParaRPr lang="en-AU" sz="3200" dirty="0">
              <a:solidFill>
                <a:srgbClr val="001A4F"/>
              </a:solidFill>
            </a:endParaRPr>
          </a:p>
          <a:p>
            <a:pPr marL="457200" lvl="1" indent="-457200">
              <a:buClr>
                <a:srgbClr val="002776"/>
              </a:buClr>
              <a:buSzPct val="150000"/>
              <a:buFont typeface="Wingdings 2" panose="05020102010507070707" pitchFamily="18" charset="2"/>
              <a:buChar char="a"/>
              <a:defRPr/>
            </a:pPr>
            <a:r>
              <a:rPr lang="en-AU" sz="3200" dirty="0">
                <a:solidFill>
                  <a:srgbClr val="001A4F"/>
                </a:solidFill>
              </a:rPr>
              <a:t> </a:t>
            </a:r>
            <a:r>
              <a:rPr lang="en-AU" sz="3200" dirty="0" err="1">
                <a:solidFill>
                  <a:srgbClr val="001A4F"/>
                </a:solidFill>
              </a:rPr>
              <a:t>Các</a:t>
            </a:r>
            <a:r>
              <a:rPr lang="en-AU" sz="3200" dirty="0">
                <a:solidFill>
                  <a:srgbClr val="001A4F"/>
                </a:solidFill>
              </a:rPr>
              <a:t> </a:t>
            </a:r>
            <a:r>
              <a:rPr lang="en-AU" sz="3200" dirty="0" err="1">
                <a:solidFill>
                  <a:srgbClr val="001A4F"/>
                </a:solidFill>
              </a:rPr>
              <a:t>thuật</a:t>
            </a:r>
            <a:r>
              <a:rPr lang="en-AU" sz="3200" dirty="0">
                <a:solidFill>
                  <a:srgbClr val="001A4F"/>
                </a:solidFill>
              </a:rPr>
              <a:t> </a:t>
            </a:r>
            <a:r>
              <a:rPr lang="en-AU" sz="3200" dirty="0" err="1">
                <a:solidFill>
                  <a:srgbClr val="001A4F"/>
                </a:solidFill>
              </a:rPr>
              <a:t>toán</a:t>
            </a:r>
            <a:r>
              <a:rPr lang="en-AU" sz="3200" dirty="0">
                <a:solidFill>
                  <a:srgbClr val="001A4F"/>
                </a:solidFill>
              </a:rPr>
              <a:t> </a:t>
            </a:r>
            <a:r>
              <a:rPr lang="en-AU" sz="3200" dirty="0" err="1">
                <a:solidFill>
                  <a:srgbClr val="001A4F"/>
                </a:solidFill>
              </a:rPr>
              <a:t>tìm</a:t>
            </a:r>
            <a:r>
              <a:rPr lang="en-AU" sz="3200" dirty="0">
                <a:solidFill>
                  <a:srgbClr val="001A4F"/>
                </a:solidFill>
              </a:rPr>
              <a:t> </a:t>
            </a:r>
            <a:r>
              <a:rPr lang="en-AU" sz="3200" dirty="0" err="1">
                <a:solidFill>
                  <a:srgbClr val="001A4F"/>
                </a:solidFill>
              </a:rPr>
              <a:t>kiếm</a:t>
            </a:r>
            <a:r>
              <a:rPr lang="en-AU" sz="3200" dirty="0">
                <a:solidFill>
                  <a:srgbClr val="001A4F"/>
                </a:solidFill>
              </a:rPr>
              <a:t> </a:t>
            </a:r>
            <a:r>
              <a:rPr lang="en-AU" sz="3200" dirty="0" err="1">
                <a:solidFill>
                  <a:srgbClr val="001A4F"/>
                </a:solidFill>
              </a:rPr>
              <a:t>thông</a:t>
            </a:r>
            <a:r>
              <a:rPr lang="en-AU" sz="3200" dirty="0">
                <a:solidFill>
                  <a:srgbClr val="001A4F"/>
                </a:solidFill>
              </a:rPr>
              <a:t> </a:t>
            </a:r>
            <a:r>
              <a:rPr lang="en-AU" sz="3200" dirty="0" err="1">
                <a:solidFill>
                  <a:srgbClr val="001A4F"/>
                </a:solidFill>
              </a:rPr>
              <a:t>dụng</a:t>
            </a:r>
            <a:endParaRPr lang="en-AU" sz="3200" dirty="0">
              <a:solidFill>
                <a:srgbClr val="001A4F"/>
              </a:solidFill>
            </a:endParaRPr>
          </a:p>
          <a:p>
            <a:pPr marL="857250" lvl="2" indent="-457200">
              <a:buClr>
                <a:srgbClr val="002776"/>
              </a:buClr>
              <a:buSzPct val="150000"/>
              <a:buFont typeface="Webdings" panose="05030102010509060703" pitchFamily="18" charset="2"/>
              <a:buChar char="ÿ"/>
              <a:defRPr/>
            </a:pPr>
            <a:r>
              <a:rPr lang="en-AU" sz="2800" dirty="0">
                <a:solidFill>
                  <a:srgbClr val="001A4F"/>
                </a:solidFill>
              </a:rPr>
              <a:t>Linear Search</a:t>
            </a:r>
          </a:p>
          <a:p>
            <a:pPr marL="857250" lvl="2" indent="-457200">
              <a:buClr>
                <a:srgbClr val="002776"/>
              </a:buClr>
              <a:buSzPct val="150000"/>
              <a:buFont typeface="Webdings" panose="05030102010509060703" pitchFamily="18" charset="2"/>
              <a:buChar char="ÿ"/>
              <a:defRPr/>
            </a:pPr>
            <a:r>
              <a:rPr lang="en-AU" sz="2800" dirty="0">
                <a:solidFill>
                  <a:srgbClr val="001A4F"/>
                </a:solidFill>
              </a:rPr>
              <a:t>Binary Search</a:t>
            </a:r>
          </a:p>
        </p:txBody>
      </p:sp>
      <p:sp>
        <p:nvSpPr>
          <p:cNvPr id="2765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latin typeface="Myriad Pro"/>
                <a:cs typeface="Myriad Pro"/>
              </a:rPr>
              <a:t>- </a:t>
            </a:r>
            <a:fld id="{7F9D686F-74AF-4B5B-99CC-93D52DD6D860}" type="slidenum">
              <a:rPr lang="vi-VN" altLang="en-US">
                <a:solidFill>
                  <a:schemeClr val="bg1"/>
                </a:solidFill>
                <a:latin typeface="Myriad Pro"/>
                <a:cs typeface="Myriad Pro"/>
              </a:rPr>
              <a:pPr eaLnBrk="1" hangingPunct="1"/>
              <a:t>3</a:t>
            </a:fld>
            <a:r>
              <a:rPr lang="en-US" altLang="en-US">
                <a:solidFill>
                  <a:schemeClr val="bg1"/>
                </a:solidFill>
                <a:latin typeface="Myriad Pro"/>
                <a:cs typeface="Myriad Pro"/>
              </a:rPr>
              <a:t> -</a:t>
            </a:r>
            <a:endParaRPr lang="vi-VN" altLang="en-US">
              <a:solidFill>
                <a:schemeClr val="bg1"/>
              </a:solidFill>
              <a:latin typeface="Myriad Pro"/>
              <a:cs typeface="Myriad Pro"/>
            </a:endParaRPr>
          </a:p>
        </p:txBody>
      </p:sp>
    </p:spTree>
    <p:extLst>
      <p:ext uri="{BB962C8B-B14F-4D97-AF65-F5344CB8AC3E}">
        <p14:creationId xmlns:p14="http://schemas.microsoft.com/office/powerpoint/2010/main" val="25786269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78286" y="1"/>
            <a:ext cx="4789715" cy="981075"/>
          </a:xfrm>
        </p:spPr>
        <p:txBody>
          <a:bodyPr>
            <a:noAutofit/>
          </a:bodyPr>
          <a:lstStyle/>
          <a:p>
            <a:pPr eaLnBrk="1" hangingPunct="1">
              <a:defRPr/>
            </a:pPr>
            <a:r>
              <a:rPr lang="en-AU" dirty="0">
                <a:solidFill>
                  <a:srgbClr val="001A4F"/>
                </a:solidFill>
                <a:effectLst>
                  <a:outerShdw blurRad="38100" dist="38100" dir="2700000" algn="tl">
                    <a:srgbClr val="C0C0C0"/>
                  </a:outerShdw>
                </a:effectLst>
              </a:rPr>
              <a:t>GIỚI THIỆU</a:t>
            </a:r>
          </a:p>
        </p:txBody>
      </p:sp>
      <p:sp>
        <p:nvSpPr>
          <p:cNvPr id="28675" name="Content Placeholder 2"/>
          <p:cNvSpPr>
            <a:spLocks noGrp="1"/>
          </p:cNvSpPr>
          <p:nvPr>
            <p:ph idx="4294967295"/>
          </p:nvPr>
        </p:nvSpPr>
        <p:spPr>
          <a:xfrm>
            <a:off x="1952626" y="1357314"/>
            <a:ext cx="8715375" cy="5024437"/>
          </a:xfrm>
          <a:prstGeom prst="rect">
            <a:avLst/>
          </a:prstGeom>
        </p:spPr>
        <p:txBody>
          <a:bodyPr/>
          <a:lstStyle/>
          <a:p>
            <a:pPr marL="457200" lvl="1" indent="-457200" algn="just">
              <a:buClr>
                <a:srgbClr val="002776"/>
              </a:buClr>
              <a:buSzPct val="150000"/>
              <a:buFont typeface="Wingdings 2" panose="05020102010507070707" pitchFamily="18" charset="2"/>
              <a:buChar char="a"/>
              <a:defRPr/>
            </a:pPr>
            <a:r>
              <a:rPr lang="en-AU" altLang="en-US" sz="3200" dirty="0">
                <a:solidFill>
                  <a:srgbClr val="001A4F"/>
                </a:solidFill>
              </a:rPr>
              <a:t> </a:t>
            </a:r>
            <a:r>
              <a:rPr lang="en-AU" altLang="en-US" sz="3200" dirty="0" err="1">
                <a:solidFill>
                  <a:srgbClr val="001A4F"/>
                </a:solidFill>
              </a:rPr>
              <a:t>Tìm</a:t>
            </a:r>
            <a:r>
              <a:rPr lang="en-AU" altLang="en-US" sz="3200" dirty="0">
                <a:solidFill>
                  <a:srgbClr val="001A4F"/>
                </a:solidFill>
              </a:rPr>
              <a:t> </a:t>
            </a:r>
            <a:r>
              <a:rPr lang="en-AU" altLang="en-US" sz="3200" dirty="0" err="1">
                <a:solidFill>
                  <a:srgbClr val="001A4F"/>
                </a:solidFill>
              </a:rPr>
              <a:t>kiếm</a:t>
            </a:r>
            <a:r>
              <a:rPr lang="en-AU" altLang="en-US" sz="3200" dirty="0">
                <a:solidFill>
                  <a:srgbClr val="001A4F"/>
                </a:solidFill>
              </a:rPr>
              <a:t> </a:t>
            </a:r>
            <a:r>
              <a:rPr lang="en-AU" altLang="en-US" sz="3200" dirty="0" err="1">
                <a:solidFill>
                  <a:srgbClr val="001A4F"/>
                </a:solidFill>
              </a:rPr>
              <a:t>là</a:t>
            </a:r>
            <a:r>
              <a:rPr lang="en-AU" altLang="en-US" sz="3200" dirty="0">
                <a:solidFill>
                  <a:srgbClr val="001A4F"/>
                </a:solidFill>
              </a:rPr>
              <a:t> </a:t>
            </a:r>
            <a:r>
              <a:rPr lang="en-AU" altLang="en-US" sz="3200" dirty="0" err="1">
                <a:solidFill>
                  <a:srgbClr val="001A4F"/>
                </a:solidFill>
              </a:rPr>
              <a:t>quá</a:t>
            </a:r>
            <a:r>
              <a:rPr lang="en-AU" altLang="en-US" sz="3200" dirty="0">
                <a:solidFill>
                  <a:srgbClr val="001A4F"/>
                </a:solidFill>
              </a:rPr>
              <a:t> </a:t>
            </a:r>
            <a:r>
              <a:rPr lang="en-AU" altLang="en-US" sz="3200" dirty="0" err="1">
                <a:solidFill>
                  <a:srgbClr val="001A4F"/>
                </a:solidFill>
              </a:rPr>
              <a:t>trình</a:t>
            </a:r>
            <a:r>
              <a:rPr lang="en-AU" altLang="en-US" sz="3200" dirty="0">
                <a:solidFill>
                  <a:srgbClr val="001A4F"/>
                </a:solidFill>
              </a:rPr>
              <a:t> so </a:t>
            </a:r>
            <a:r>
              <a:rPr lang="en-AU" altLang="en-US" sz="3200" dirty="0" err="1">
                <a:solidFill>
                  <a:srgbClr val="001A4F"/>
                </a:solidFill>
              </a:rPr>
              <a:t>khớp</a:t>
            </a:r>
            <a:r>
              <a:rPr lang="en-AU" altLang="en-US" sz="3200" dirty="0">
                <a:solidFill>
                  <a:srgbClr val="001A4F"/>
                </a:solidFill>
              </a:rPr>
              <a:t> </a:t>
            </a:r>
            <a:r>
              <a:rPr lang="en-AU" altLang="en-US" sz="3200" dirty="0" err="1">
                <a:solidFill>
                  <a:srgbClr val="001A4F"/>
                </a:solidFill>
              </a:rPr>
              <a:t>các</a:t>
            </a:r>
            <a:r>
              <a:rPr lang="en-AU" altLang="en-US" sz="3200" dirty="0">
                <a:solidFill>
                  <a:srgbClr val="001A4F"/>
                </a:solidFill>
              </a:rPr>
              <a:t> </a:t>
            </a:r>
            <a:r>
              <a:rPr lang="en-AU" altLang="en-US" sz="3200" dirty="0" err="1">
                <a:solidFill>
                  <a:srgbClr val="001A4F"/>
                </a:solidFill>
              </a:rPr>
              <a:t>phần</a:t>
            </a:r>
            <a:r>
              <a:rPr lang="en-AU" altLang="en-US" sz="3200" dirty="0">
                <a:solidFill>
                  <a:srgbClr val="001A4F"/>
                </a:solidFill>
              </a:rPr>
              <a:t> </a:t>
            </a:r>
            <a:r>
              <a:rPr lang="en-AU" altLang="en-US" sz="3200" dirty="0" err="1">
                <a:solidFill>
                  <a:srgbClr val="001A4F"/>
                </a:solidFill>
              </a:rPr>
              <a:t>tử</a:t>
            </a:r>
            <a:r>
              <a:rPr lang="en-AU" altLang="en-US" sz="3200" dirty="0">
                <a:solidFill>
                  <a:srgbClr val="001A4F"/>
                </a:solidFill>
              </a:rPr>
              <a:t> </a:t>
            </a:r>
            <a:r>
              <a:rPr lang="en-AU" altLang="en-US" sz="3200" dirty="0" err="1">
                <a:solidFill>
                  <a:srgbClr val="001A4F"/>
                </a:solidFill>
              </a:rPr>
              <a:t>của</a:t>
            </a:r>
            <a:r>
              <a:rPr lang="en-AU" altLang="en-US" sz="3200" dirty="0">
                <a:solidFill>
                  <a:srgbClr val="001A4F"/>
                </a:solidFill>
              </a:rPr>
              <a:t> </a:t>
            </a:r>
            <a:r>
              <a:rPr lang="en-AU" altLang="en-US" sz="3200" dirty="0" err="1">
                <a:solidFill>
                  <a:srgbClr val="001A4F"/>
                </a:solidFill>
              </a:rPr>
              <a:t>một</a:t>
            </a:r>
            <a:r>
              <a:rPr lang="en-AU" altLang="en-US" sz="3200" dirty="0">
                <a:solidFill>
                  <a:srgbClr val="001A4F"/>
                </a:solidFill>
              </a:rPr>
              <a:t> </a:t>
            </a:r>
            <a:r>
              <a:rPr lang="en-AU" altLang="en-US" sz="3200" dirty="0" err="1">
                <a:solidFill>
                  <a:srgbClr val="001A4F"/>
                </a:solidFill>
              </a:rPr>
              <a:t>danh</a:t>
            </a:r>
            <a:r>
              <a:rPr lang="en-AU" altLang="en-US" sz="3200" dirty="0">
                <a:solidFill>
                  <a:srgbClr val="001A4F"/>
                </a:solidFill>
              </a:rPr>
              <a:t> </a:t>
            </a:r>
            <a:r>
              <a:rPr lang="en-AU" altLang="en-US" sz="3200" dirty="0" err="1">
                <a:solidFill>
                  <a:srgbClr val="001A4F"/>
                </a:solidFill>
              </a:rPr>
              <a:t>sách</a:t>
            </a:r>
            <a:r>
              <a:rPr lang="en-AU" altLang="en-US" sz="3200" dirty="0">
                <a:solidFill>
                  <a:srgbClr val="001A4F"/>
                </a:solidFill>
              </a:rPr>
              <a:t> </a:t>
            </a:r>
            <a:r>
              <a:rPr lang="en-AU" altLang="en-US" sz="3200" dirty="0" err="1">
                <a:solidFill>
                  <a:srgbClr val="001A4F"/>
                </a:solidFill>
              </a:rPr>
              <a:t>với</a:t>
            </a:r>
            <a:r>
              <a:rPr lang="en-AU" altLang="en-US" sz="3200" dirty="0">
                <a:solidFill>
                  <a:srgbClr val="001A4F"/>
                </a:solidFill>
              </a:rPr>
              <a:t> </a:t>
            </a:r>
            <a:r>
              <a:rPr lang="en-AU" altLang="en-US" sz="3200" dirty="0" err="1">
                <a:solidFill>
                  <a:srgbClr val="001A4F"/>
                </a:solidFill>
              </a:rPr>
              <a:t>một</a:t>
            </a:r>
            <a:r>
              <a:rPr lang="en-AU" altLang="en-US" sz="3200" dirty="0">
                <a:solidFill>
                  <a:srgbClr val="001A4F"/>
                </a:solidFill>
              </a:rPr>
              <a:t> </a:t>
            </a:r>
            <a:r>
              <a:rPr lang="en-AU" altLang="en-US" sz="3200" dirty="0" err="1">
                <a:solidFill>
                  <a:srgbClr val="001A4F"/>
                </a:solidFill>
              </a:rPr>
              <a:t>giá</a:t>
            </a:r>
            <a:r>
              <a:rPr lang="en-AU" altLang="en-US" sz="3200" dirty="0">
                <a:solidFill>
                  <a:srgbClr val="001A4F"/>
                </a:solidFill>
              </a:rPr>
              <a:t> </a:t>
            </a:r>
            <a:r>
              <a:rPr lang="en-AU" altLang="en-US" sz="3200" dirty="0" err="1">
                <a:solidFill>
                  <a:srgbClr val="001A4F"/>
                </a:solidFill>
              </a:rPr>
              <a:t>trị</a:t>
            </a:r>
            <a:r>
              <a:rPr lang="en-AU" altLang="en-US" sz="3200" dirty="0">
                <a:solidFill>
                  <a:srgbClr val="001A4F"/>
                </a:solidFill>
              </a:rPr>
              <a:t> </a:t>
            </a:r>
            <a:r>
              <a:rPr lang="en-AU" altLang="en-US" sz="3200" dirty="0" err="1">
                <a:solidFill>
                  <a:srgbClr val="001A4F"/>
                </a:solidFill>
              </a:rPr>
              <a:t>khóa</a:t>
            </a:r>
            <a:r>
              <a:rPr lang="en-AU" altLang="en-US" sz="3200" dirty="0">
                <a:solidFill>
                  <a:srgbClr val="001A4F"/>
                </a:solidFill>
              </a:rPr>
              <a:t> </a:t>
            </a:r>
            <a:r>
              <a:rPr lang="en-AU" altLang="en-US" sz="3200" dirty="0" err="1">
                <a:solidFill>
                  <a:srgbClr val="001A4F"/>
                </a:solidFill>
              </a:rPr>
              <a:t>cho</a:t>
            </a:r>
            <a:r>
              <a:rPr lang="en-AU" altLang="en-US" sz="3200" dirty="0">
                <a:solidFill>
                  <a:srgbClr val="001A4F"/>
                </a:solidFill>
              </a:rPr>
              <a:t> </a:t>
            </a:r>
            <a:r>
              <a:rPr lang="en-AU" altLang="en-US" sz="3200" dirty="0" err="1">
                <a:solidFill>
                  <a:srgbClr val="001A4F"/>
                </a:solidFill>
              </a:rPr>
              <a:t>trước</a:t>
            </a:r>
            <a:r>
              <a:rPr lang="en-AU" altLang="en-US" sz="3200" dirty="0">
                <a:solidFill>
                  <a:srgbClr val="001A4F"/>
                </a:solidFill>
              </a:rPr>
              <a:t> (</a:t>
            </a:r>
            <a:r>
              <a:rPr lang="en-AU" altLang="en-US" sz="3200" dirty="0" err="1">
                <a:solidFill>
                  <a:srgbClr val="001A4F"/>
                </a:solidFill>
              </a:rPr>
              <a:t>khóa</a:t>
            </a:r>
            <a:r>
              <a:rPr lang="en-AU" altLang="en-US" sz="3200" dirty="0">
                <a:solidFill>
                  <a:srgbClr val="001A4F"/>
                </a:solidFill>
              </a:rPr>
              <a:t> </a:t>
            </a:r>
            <a:r>
              <a:rPr lang="en-AU" altLang="en-US" sz="3200" dirty="0" err="1">
                <a:solidFill>
                  <a:srgbClr val="001A4F"/>
                </a:solidFill>
              </a:rPr>
              <a:t>tìm</a:t>
            </a:r>
            <a:r>
              <a:rPr lang="en-AU" altLang="en-US" sz="3200" dirty="0">
                <a:solidFill>
                  <a:srgbClr val="001A4F"/>
                </a:solidFill>
              </a:rPr>
              <a:t> </a:t>
            </a:r>
            <a:r>
              <a:rPr lang="en-AU" altLang="en-US" sz="3200" dirty="0" err="1">
                <a:solidFill>
                  <a:srgbClr val="001A4F"/>
                </a:solidFill>
              </a:rPr>
              <a:t>kiếm</a:t>
            </a:r>
            <a:r>
              <a:rPr lang="en-AU" altLang="en-US" sz="3200" dirty="0">
                <a:solidFill>
                  <a:srgbClr val="001A4F"/>
                </a:solidFill>
              </a:rPr>
              <a:t>).</a:t>
            </a:r>
          </a:p>
          <a:p>
            <a:pPr marL="457200" lvl="1" indent="-457200" algn="just">
              <a:buClr>
                <a:srgbClr val="002776"/>
              </a:buClr>
              <a:buSzPct val="150000"/>
              <a:buFont typeface="Wingdings 2" panose="05020102010507070707" pitchFamily="18" charset="2"/>
              <a:buChar char="a"/>
              <a:defRPr/>
            </a:pPr>
            <a:r>
              <a:rPr lang="en-AU" altLang="en-US" sz="3200" dirty="0">
                <a:solidFill>
                  <a:srgbClr val="001A4F"/>
                </a:solidFill>
              </a:rPr>
              <a:t> </a:t>
            </a:r>
            <a:r>
              <a:rPr lang="en-AU" altLang="en-US" sz="3200" dirty="0" err="1">
                <a:solidFill>
                  <a:srgbClr val="001A4F"/>
                </a:solidFill>
              </a:rPr>
              <a:t>Kết</a:t>
            </a:r>
            <a:r>
              <a:rPr lang="en-AU" altLang="en-US" sz="3200" dirty="0">
                <a:solidFill>
                  <a:srgbClr val="001A4F"/>
                </a:solidFill>
              </a:rPr>
              <a:t> </a:t>
            </a:r>
            <a:r>
              <a:rPr lang="en-AU" altLang="en-US" sz="3200" dirty="0" err="1">
                <a:solidFill>
                  <a:srgbClr val="001A4F"/>
                </a:solidFill>
              </a:rPr>
              <a:t>quả</a:t>
            </a:r>
            <a:r>
              <a:rPr lang="en-AU" altLang="en-US" sz="3200" dirty="0">
                <a:solidFill>
                  <a:srgbClr val="001A4F"/>
                </a:solidFill>
              </a:rPr>
              <a:t> </a:t>
            </a:r>
            <a:r>
              <a:rPr lang="en-AU" altLang="en-US" sz="3200" dirty="0" err="1">
                <a:solidFill>
                  <a:srgbClr val="001A4F"/>
                </a:solidFill>
              </a:rPr>
              <a:t>tìm</a:t>
            </a:r>
            <a:r>
              <a:rPr lang="en-AU" altLang="en-US" sz="3200" dirty="0">
                <a:solidFill>
                  <a:srgbClr val="001A4F"/>
                </a:solidFill>
              </a:rPr>
              <a:t> </a:t>
            </a:r>
            <a:r>
              <a:rPr lang="en-AU" altLang="en-US" sz="3200" dirty="0" err="1">
                <a:solidFill>
                  <a:srgbClr val="001A4F"/>
                </a:solidFill>
              </a:rPr>
              <a:t>kiếm</a:t>
            </a:r>
            <a:r>
              <a:rPr lang="en-AU" altLang="en-US" sz="3200" dirty="0">
                <a:solidFill>
                  <a:srgbClr val="001A4F"/>
                </a:solidFill>
              </a:rPr>
              <a:t> </a:t>
            </a:r>
            <a:r>
              <a:rPr lang="en-AU" altLang="en-US" sz="3200" dirty="0" err="1">
                <a:solidFill>
                  <a:srgbClr val="001A4F"/>
                </a:solidFill>
              </a:rPr>
              <a:t>là</a:t>
            </a:r>
            <a:r>
              <a:rPr lang="en-AU" altLang="en-US" sz="3200" dirty="0">
                <a:solidFill>
                  <a:srgbClr val="001A4F"/>
                </a:solidFill>
              </a:rPr>
              <a:t> </a:t>
            </a:r>
            <a:r>
              <a:rPr lang="en-AU" altLang="en-US" sz="3200" dirty="0" err="1">
                <a:solidFill>
                  <a:srgbClr val="001A4F"/>
                </a:solidFill>
              </a:rPr>
              <a:t>vị</a:t>
            </a:r>
            <a:r>
              <a:rPr lang="en-AU" altLang="en-US" sz="3200" dirty="0">
                <a:solidFill>
                  <a:srgbClr val="001A4F"/>
                </a:solidFill>
              </a:rPr>
              <a:t> </a:t>
            </a:r>
            <a:r>
              <a:rPr lang="en-AU" altLang="en-US" sz="3200" dirty="0" err="1">
                <a:solidFill>
                  <a:srgbClr val="001A4F"/>
                </a:solidFill>
              </a:rPr>
              <a:t>trí</a:t>
            </a:r>
            <a:r>
              <a:rPr lang="en-AU" altLang="en-US" sz="3200" dirty="0">
                <a:solidFill>
                  <a:srgbClr val="001A4F"/>
                </a:solidFill>
              </a:rPr>
              <a:t> </a:t>
            </a:r>
            <a:r>
              <a:rPr lang="en-AU" altLang="en-US" sz="3200" dirty="0" err="1">
                <a:solidFill>
                  <a:srgbClr val="001A4F"/>
                </a:solidFill>
              </a:rPr>
              <a:t>của</a:t>
            </a:r>
            <a:r>
              <a:rPr lang="en-AU" altLang="en-US" sz="3200" dirty="0">
                <a:solidFill>
                  <a:srgbClr val="001A4F"/>
                </a:solidFill>
              </a:rPr>
              <a:t> </a:t>
            </a:r>
            <a:r>
              <a:rPr lang="en-AU" altLang="en-US" sz="3200" dirty="0" err="1">
                <a:solidFill>
                  <a:srgbClr val="001A4F"/>
                </a:solidFill>
              </a:rPr>
              <a:t>phần</a:t>
            </a:r>
            <a:r>
              <a:rPr lang="en-AU" altLang="en-US" sz="3200" dirty="0">
                <a:solidFill>
                  <a:srgbClr val="001A4F"/>
                </a:solidFill>
              </a:rPr>
              <a:t> </a:t>
            </a:r>
            <a:r>
              <a:rPr lang="en-AU" altLang="en-US" sz="3200" dirty="0" err="1">
                <a:solidFill>
                  <a:srgbClr val="001A4F"/>
                </a:solidFill>
              </a:rPr>
              <a:t>tử</a:t>
            </a:r>
            <a:r>
              <a:rPr lang="en-AU" altLang="en-US" sz="3200" dirty="0">
                <a:solidFill>
                  <a:srgbClr val="001A4F"/>
                </a:solidFill>
              </a:rPr>
              <a:t> </a:t>
            </a:r>
            <a:r>
              <a:rPr lang="en-AU" altLang="en-US" sz="3200" dirty="0" err="1">
                <a:solidFill>
                  <a:srgbClr val="001A4F"/>
                </a:solidFill>
              </a:rPr>
              <a:t>thỏa</a:t>
            </a:r>
            <a:r>
              <a:rPr lang="en-AU" altLang="en-US" sz="3200" dirty="0">
                <a:solidFill>
                  <a:srgbClr val="001A4F"/>
                </a:solidFill>
              </a:rPr>
              <a:t> </a:t>
            </a:r>
            <a:r>
              <a:rPr lang="en-AU" altLang="en-US" sz="3200" dirty="0" err="1">
                <a:solidFill>
                  <a:srgbClr val="001A4F"/>
                </a:solidFill>
              </a:rPr>
              <a:t>mãn</a:t>
            </a:r>
            <a:r>
              <a:rPr lang="en-AU" altLang="en-US" sz="3200" dirty="0">
                <a:solidFill>
                  <a:srgbClr val="001A4F"/>
                </a:solidFill>
              </a:rPr>
              <a:t> </a:t>
            </a:r>
            <a:r>
              <a:rPr lang="en-AU" altLang="en-US" sz="3200" dirty="0" err="1">
                <a:solidFill>
                  <a:srgbClr val="001A4F"/>
                </a:solidFill>
              </a:rPr>
              <a:t>điều</a:t>
            </a:r>
            <a:r>
              <a:rPr lang="en-AU" altLang="en-US" sz="3200" dirty="0">
                <a:solidFill>
                  <a:srgbClr val="001A4F"/>
                </a:solidFill>
              </a:rPr>
              <a:t> </a:t>
            </a:r>
            <a:r>
              <a:rPr lang="en-AU" altLang="en-US" sz="3200" dirty="0" err="1">
                <a:solidFill>
                  <a:srgbClr val="001A4F"/>
                </a:solidFill>
              </a:rPr>
              <a:t>kiện</a:t>
            </a:r>
            <a:r>
              <a:rPr lang="en-AU" altLang="en-US" sz="3200" dirty="0">
                <a:solidFill>
                  <a:srgbClr val="001A4F"/>
                </a:solidFill>
              </a:rPr>
              <a:t> </a:t>
            </a:r>
            <a:r>
              <a:rPr lang="en-AU" altLang="en-US" sz="3200" dirty="0" err="1">
                <a:solidFill>
                  <a:srgbClr val="001A4F"/>
                </a:solidFill>
              </a:rPr>
              <a:t>tìm</a:t>
            </a:r>
            <a:r>
              <a:rPr lang="en-AU" altLang="en-US" sz="3200" dirty="0">
                <a:solidFill>
                  <a:srgbClr val="001A4F"/>
                </a:solidFill>
              </a:rPr>
              <a:t> </a:t>
            </a:r>
            <a:r>
              <a:rPr lang="en-AU" altLang="en-US" sz="3200" dirty="0" err="1">
                <a:solidFill>
                  <a:srgbClr val="001A4F"/>
                </a:solidFill>
              </a:rPr>
              <a:t>kiếm</a:t>
            </a:r>
            <a:r>
              <a:rPr lang="en-AU" altLang="en-US" sz="3200" dirty="0">
                <a:solidFill>
                  <a:srgbClr val="001A4F"/>
                </a:solidFill>
              </a:rPr>
              <a:t> (</a:t>
            </a:r>
            <a:r>
              <a:rPr lang="en-AU" altLang="en-US" sz="3200" dirty="0" err="1">
                <a:solidFill>
                  <a:srgbClr val="001A4F"/>
                </a:solidFill>
              </a:rPr>
              <a:t>trùng</a:t>
            </a:r>
            <a:r>
              <a:rPr lang="en-AU" altLang="en-US" sz="3200" dirty="0">
                <a:solidFill>
                  <a:srgbClr val="001A4F"/>
                </a:solidFill>
              </a:rPr>
              <a:t> </a:t>
            </a:r>
            <a:r>
              <a:rPr lang="en-AU" altLang="en-US" sz="3200" dirty="0" err="1">
                <a:solidFill>
                  <a:srgbClr val="001A4F"/>
                </a:solidFill>
              </a:rPr>
              <a:t>với</a:t>
            </a:r>
            <a:r>
              <a:rPr lang="en-AU" altLang="en-US" sz="3200" dirty="0">
                <a:solidFill>
                  <a:srgbClr val="001A4F"/>
                </a:solidFill>
              </a:rPr>
              <a:t> </a:t>
            </a:r>
            <a:r>
              <a:rPr lang="en-AU" altLang="en-US" sz="3200" dirty="0" err="1">
                <a:solidFill>
                  <a:srgbClr val="001A4F"/>
                </a:solidFill>
              </a:rPr>
              <a:t>khóa</a:t>
            </a:r>
            <a:r>
              <a:rPr lang="en-AU" altLang="en-US" sz="3200" dirty="0">
                <a:solidFill>
                  <a:srgbClr val="001A4F"/>
                </a:solidFill>
              </a:rPr>
              <a:t> </a:t>
            </a:r>
            <a:r>
              <a:rPr lang="en-AU" altLang="en-US" sz="3200" dirty="0" err="1">
                <a:solidFill>
                  <a:srgbClr val="001A4F"/>
                </a:solidFill>
              </a:rPr>
              <a:t>tìm</a:t>
            </a:r>
            <a:r>
              <a:rPr lang="en-AU" altLang="en-US" sz="3200" dirty="0">
                <a:solidFill>
                  <a:srgbClr val="001A4F"/>
                </a:solidFill>
              </a:rPr>
              <a:t> </a:t>
            </a:r>
            <a:r>
              <a:rPr lang="en-AU" altLang="en-US" sz="3200" dirty="0" err="1">
                <a:solidFill>
                  <a:srgbClr val="001A4F"/>
                </a:solidFill>
              </a:rPr>
              <a:t>kiếm</a:t>
            </a:r>
            <a:r>
              <a:rPr lang="en-AU" altLang="en-US" sz="3200" dirty="0">
                <a:solidFill>
                  <a:srgbClr val="001A4F"/>
                </a:solidFill>
              </a:rPr>
              <a:t>) </a:t>
            </a:r>
            <a:r>
              <a:rPr lang="en-AU" altLang="en-US" sz="3200" dirty="0">
                <a:solidFill>
                  <a:srgbClr val="001A4F"/>
                </a:solidFill>
                <a:sym typeface="Wingdings" panose="05000000000000000000" pitchFamily="2" charset="2"/>
              </a:rPr>
              <a:t> </a:t>
            </a:r>
            <a:r>
              <a:rPr lang="en-AU" altLang="en-US" sz="3200" dirty="0" err="1">
                <a:solidFill>
                  <a:srgbClr val="001A4F"/>
                </a:solidFill>
                <a:sym typeface="Wingdings" panose="05000000000000000000" pitchFamily="2" charset="2"/>
              </a:rPr>
              <a:t>n</a:t>
            </a:r>
            <a:r>
              <a:rPr lang="en-AU" altLang="en-US" sz="3200" dirty="0" err="1">
                <a:solidFill>
                  <a:srgbClr val="001A4F"/>
                </a:solidFill>
              </a:rPr>
              <a:t>ếu</a:t>
            </a:r>
            <a:r>
              <a:rPr lang="en-AU" altLang="en-US" sz="3200" dirty="0">
                <a:solidFill>
                  <a:srgbClr val="001A4F"/>
                </a:solidFill>
              </a:rPr>
              <a:t> </a:t>
            </a:r>
            <a:r>
              <a:rPr lang="en-AU" altLang="en-US" sz="3200" dirty="0" err="1">
                <a:solidFill>
                  <a:srgbClr val="001A4F"/>
                </a:solidFill>
              </a:rPr>
              <a:t>không</a:t>
            </a:r>
            <a:r>
              <a:rPr lang="en-AU" altLang="en-US" sz="3200" dirty="0">
                <a:solidFill>
                  <a:srgbClr val="001A4F"/>
                </a:solidFill>
              </a:rPr>
              <a:t> </a:t>
            </a:r>
            <a:r>
              <a:rPr lang="en-AU" altLang="en-US" sz="3200" dirty="0" err="1">
                <a:solidFill>
                  <a:srgbClr val="001A4F"/>
                </a:solidFill>
              </a:rPr>
              <a:t>tìm</a:t>
            </a:r>
            <a:r>
              <a:rPr lang="en-AU" altLang="en-US" sz="3200" dirty="0">
                <a:solidFill>
                  <a:srgbClr val="001A4F"/>
                </a:solidFill>
              </a:rPr>
              <a:t> </a:t>
            </a:r>
            <a:r>
              <a:rPr lang="en-AU" altLang="en-US" sz="3200" dirty="0" err="1">
                <a:solidFill>
                  <a:srgbClr val="001A4F"/>
                </a:solidFill>
              </a:rPr>
              <a:t>thấy</a:t>
            </a:r>
            <a:r>
              <a:rPr lang="en-AU" altLang="en-US" sz="3200" dirty="0">
                <a:solidFill>
                  <a:srgbClr val="001A4F"/>
                </a:solidFill>
              </a:rPr>
              <a:t> </a:t>
            </a:r>
            <a:r>
              <a:rPr lang="en-AU" altLang="en-US" sz="3200" dirty="0" err="1">
                <a:solidFill>
                  <a:srgbClr val="001A4F"/>
                </a:solidFill>
              </a:rPr>
              <a:t>sẽ</a:t>
            </a:r>
            <a:r>
              <a:rPr lang="en-AU" altLang="en-US" sz="3200" dirty="0">
                <a:solidFill>
                  <a:srgbClr val="001A4F"/>
                </a:solidFill>
              </a:rPr>
              <a:t> </a:t>
            </a:r>
            <a:r>
              <a:rPr lang="en-AU" altLang="en-US" sz="3200" dirty="0" err="1">
                <a:solidFill>
                  <a:srgbClr val="001A4F"/>
                </a:solidFill>
              </a:rPr>
              <a:t>trả</a:t>
            </a:r>
            <a:r>
              <a:rPr lang="en-AU" altLang="en-US" sz="3200" dirty="0">
                <a:solidFill>
                  <a:srgbClr val="001A4F"/>
                </a:solidFill>
              </a:rPr>
              <a:t> </a:t>
            </a:r>
            <a:r>
              <a:rPr lang="en-AU" altLang="en-US" sz="3200" dirty="0" err="1">
                <a:solidFill>
                  <a:srgbClr val="001A4F"/>
                </a:solidFill>
              </a:rPr>
              <a:t>về</a:t>
            </a:r>
            <a:r>
              <a:rPr lang="en-AU" altLang="en-US" sz="3200" dirty="0">
                <a:solidFill>
                  <a:srgbClr val="001A4F"/>
                </a:solidFill>
              </a:rPr>
              <a:t> </a:t>
            </a:r>
            <a:r>
              <a:rPr lang="en-AU" altLang="en-US" sz="3200" dirty="0" err="1">
                <a:solidFill>
                  <a:srgbClr val="001A4F"/>
                </a:solidFill>
              </a:rPr>
              <a:t>giá</a:t>
            </a:r>
            <a:r>
              <a:rPr lang="en-AU" altLang="en-US" sz="3200" dirty="0">
                <a:solidFill>
                  <a:srgbClr val="001A4F"/>
                </a:solidFill>
              </a:rPr>
              <a:t> </a:t>
            </a:r>
            <a:r>
              <a:rPr lang="en-AU" altLang="en-US" sz="3200" dirty="0" err="1">
                <a:solidFill>
                  <a:srgbClr val="001A4F"/>
                </a:solidFill>
              </a:rPr>
              <a:t>trị</a:t>
            </a:r>
            <a:r>
              <a:rPr lang="en-AU" altLang="en-US" sz="3200" dirty="0">
                <a:solidFill>
                  <a:srgbClr val="001A4F"/>
                </a:solidFill>
              </a:rPr>
              <a:t> -1 </a:t>
            </a:r>
            <a:r>
              <a:rPr lang="en-AU" altLang="en-US" sz="3200" dirty="0" err="1">
                <a:solidFill>
                  <a:srgbClr val="001A4F"/>
                </a:solidFill>
              </a:rPr>
              <a:t>hoặc</a:t>
            </a:r>
            <a:r>
              <a:rPr lang="en-AU" altLang="en-US" sz="3200" dirty="0">
                <a:solidFill>
                  <a:srgbClr val="001A4F"/>
                </a:solidFill>
              </a:rPr>
              <a:t> NULL.</a:t>
            </a:r>
          </a:p>
        </p:txBody>
      </p:sp>
      <p:sp>
        <p:nvSpPr>
          <p:cNvPr id="2867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latin typeface="Myriad Pro"/>
                <a:cs typeface="Myriad Pro"/>
              </a:rPr>
              <a:t>- </a:t>
            </a:r>
            <a:fld id="{75537DEB-0A8E-445C-8FC8-17F7ED042AC6}" type="slidenum">
              <a:rPr lang="vi-VN" altLang="en-US">
                <a:solidFill>
                  <a:schemeClr val="bg1"/>
                </a:solidFill>
                <a:latin typeface="Myriad Pro"/>
                <a:cs typeface="Myriad Pro"/>
              </a:rPr>
              <a:pPr eaLnBrk="1" hangingPunct="1"/>
              <a:t>4</a:t>
            </a:fld>
            <a:r>
              <a:rPr lang="en-US" altLang="en-US">
                <a:solidFill>
                  <a:schemeClr val="bg1"/>
                </a:solidFill>
                <a:latin typeface="Myriad Pro"/>
                <a:cs typeface="Myriad Pro"/>
              </a:rPr>
              <a:t> -</a:t>
            </a:r>
            <a:endParaRPr lang="vi-VN" altLang="en-US">
              <a:solidFill>
                <a:schemeClr val="bg1"/>
              </a:solidFill>
              <a:latin typeface="Myriad Pro"/>
              <a:cs typeface="Myriad Pro"/>
            </a:endParaRPr>
          </a:p>
        </p:txBody>
      </p:sp>
    </p:spTree>
    <p:extLst>
      <p:ext uri="{BB962C8B-B14F-4D97-AF65-F5344CB8AC3E}">
        <p14:creationId xmlns:p14="http://schemas.microsoft.com/office/powerpoint/2010/main" val="7812535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0" y="163288"/>
            <a:ext cx="6096000" cy="734784"/>
          </a:xfrm>
        </p:spPr>
        <p:txBody>
          <a:bodyPr>
            <a:noAutofit/>
          </a:bodyPr>
          <a:lstStyle/>
          <a:p>
            <a:pPr eaLnBrk="1" hangingPunct="1">
              <a:defRPr/>
            </a:pPr>
            <a:r>
              <a:rPr lang="en-AU" dirty="0">
                <a:solidFill>
                  <a:srgbClr val="001A4F"/>
                </a:solidFill>
                <a:effectLst>
                  <a:outerShdw blurRad="38100" dist="38100" dir="2700000" algn="tl">
                    <a:srgbClr val="C0C0C0"/>
                  </a:outerShdw>
                </a:effectLst>
              </a:rPr>
              <a:t>LINEAR SEARCH</a:t>
            </a:r>
          </a:p>
        </p:txBody>
      </p:sp>
      <p:sp>
        <p:nvSpPr>
          <p:cNvPr id="29699" name="Content Placeholder 2"/>
          <p:cNvSpPr>
            <a:spLocks noGrp="1"/>
          </p:cNvSpPr>
          <p:nvPr>
            <p:ph idx="4294967295"/>
          </p:nvPr>
        </p:nvSpPr>
        <p:spPr>
          <a:xfrm>
            <a:off x="4572001" y="1779814"/>
            <a:ext cx="6096000" cy="4601937"/>
          </a:xfrm>
          <a:prstGeom prst="rect">
            <a:avLst/>
          </a:prstGeom>
        </p:spPr>
        <p:txBody>
          <a:bodyPr/>
          <a:lstStyle/>
          <a:p>
            <a:pPr marL="457200" lvl="1" indent="-457200" algn="just">
              <a:buClr>
                <a:srgbClr val="002776"/>
              </a:buClr>
              <a:buSzPct val="150000"/>
              <a:buFont typeface="Wingdings 2" panose="05020102010507070707" pitchFamily="18" charset="2"/>
              <a:buChar char="a"/>
              <a:defRPr/>
            </a:pPr>
            <a:r>
              <a:rPr lang="en-AU" altLang="en-US" sz="3200" dirty="0">
                <a:solidFill>
                  <a:srgbClr val="001A4F"/>
                </a:solidFill>
              </a:rPr>
              <a:t> Ý </a:t>
            </a:r>
            <a:r>
              <a:rPr lang="en-AU" altLang="en-US" sz="3200" dirty="0" err="1">
                <a:solidFill>
                  <a:srgbClr val="001A4F"/>
                </a:solidFill>
              </a:rPr>
              <a:t>tưởng</a:t>
            </a:r>
            <a:endParaRPr lang="en-AU" altLang="en-US" sz="3200" dirty="0">
              <a:solidFill>
                <a:srgbClr val="001A4F"/>
              </a:solidFill>
            </a:endParaRPr>
          </a:p>
          <a:p>
            <a:pPr marL="457200" lvl="1" indent="-457200" algn="just">
              <a:buClr>
                <a:srgbClr val="002776"/>
              </a:buClr>
              <a:buSzPct val="150000"/>
              <a:buFont typeface="Wingdings 2" panose="05020102010507070707" pitchFamily="18" charset="2"/>
              <a:buChar char="a"/>
              <a:defRPr/>
            </a:pPr>
            <a:r>
              <a:rPr lang="en-AU" altLang="en-US" sz="3200" dirty="0">
                <a:solidFill>
                  <a:srgbClr val="001A4F"/>
                </a:solidFill>
              </a:rPr>
              <a:t> </a:t>
            </a:r>
            <a:r>
              <a:rPr lang="en-AU" altLang="en-US" sz="3200" dirty="0" err="1">
                <a:solidFill>
                  <a:srgbClr val="001A4F"/>
                </a:solidFill>
              </a:rPr>
              <a:t>Giải</a:t>
            </a:r>
            <a:r>
              <a:rPr lang="en-AU" altLang="en-US" sz="3200" dirty="0">
                <a:solidFill>
                  <a:srgbClr val="001A4F"/>
                </a:solidFill>
              </a:rPr>
              <a:t> </a:t>
            </a:r>
            <a:r>
              <a:rPr lang="en-AU" altLang="en-US" sz="3200" dirty="0" err="1">
                <a:solidFill>
                  <a:srgbClr val="001A4F"/>
                </a:solidFill>
              </a:rPr>
              <a:t>thuật</a:t>
            </a:r>
            <a:endParaRPr lang="en-AU" altLang="en-US" sz="3200" dirty="0">
              <a:solidFill>
                <a:srgbClr val="001A4F"/>
              </a:solidFill>
            </a:endParaRPr>
          </a:p>
          <a:p>
            <a:pPr marL="457200" lvl="1" indent="-457200" algn="just">
              <a:buClr>
                <a:srgbClr val="002776"/>
              </a:buClr>
              <a:buSzPct val="150000"/>
              <a:buFont typeface="Wingdings 2" panose="05020102010507070707" pitchFamily="18" charset="2"/>
              <a:buChar char="a"/>
              <a:defRPr/>
            </a:pPr>
            <a:r>
              <a:rPr lang="en-AU" altLang="en-US" sz="3200" dirty="0">
                <a:solidFill>
                  <a:srgbClr val="001A4F"/>
                </a:solidFill>
              </a:rPr>
              <a:t> Minh </a:t>
            </a:r>
            <a:r>
              <a:rPr lang="en-AU" altLang="en-US" sz="3200" dirty="0" err="1">
                <a:solidFill>
                  <a:srgbClr val="001A4F"/>
                </a:solidFill>
              </a:rPr>
              <a:t>họa</a:t>
            </a:r>
            <a:endParaRPr lang="en-AU" altLang="en-US" sz="3200" dirty="0">
              <a:solidFill>
                <a:srgbClr val="001A4F"/>
              </a:solidFill>
            </a:endParaRPr>
          </a:p>
          <a:p>
            <a:pPr marL="457200" lvl="1" indent="-457200" algn="just">
              <a:buClr>
                <a:srgbClr val="002776"/>
              </a:buClr>
              <a:buSzPct val="150000"/>
              <a:buFont typeface="Wingdings 2" panose="05020102010507070707" pitchFamily="18" charset="2"/>
              <a:buChar char="a"/>
              <a:defRPr/>
            </a:pPr>
            <a:r>
              <a:rPr lang="en-AU" altLang="en-US" sz="3200" dirty="0">
                <a:solidFill>
                  <a:srgbClr val="001A4F"/>
                </a:solidFill>
              </a:rPr>
              <a:t> </a:t>
            </a:r>
            <a:r>
              <a:rPr lang="en-AU" altLang="en-US" sz="3200" dirty="0" err="1">
                <a:solidFill>
                  <a:srgbClr val="001A4F"/>
                </a:solidFill>
              </a:rPr>
              <a:t>Cài</a:t>
            </a:r>
            <a:r>
              <a:rPr lang="en-AU" altLang="en-US" sz="3200" dirty="0">
                <a:solidFill>
                  <a:srgbClr val="001A4F"/>
                </a:solidFill>
              </a:rPr>
              <a:t> </a:t>
            </a:r>
            <a:r>
              <a:rPr lang="en-AU" altLang="en-US" sz="3200" dirty="0" err="1">
                <a:solidFill>
                  <a:srgbClr val="001A4F"/>
                </a:solidFill>
              </a:rPr>
              <a:t>đặt</a:t>
            </a:r>
            <a:endParaRPr lang="en-AU" altLang="en-US" sz="3200" dirty="0">
              <a:solidFill>
                <a:srgbClr val="001A4F"/>
              </a:solidFill>
            </a:endParaRPr>
          </a:p>
          <a:p>
            <a:pPr marL="457200" lvl="1" indent="-457200" algn="just">
              <a:buClr>
                <a:srgbClr val="002776"/>
              </a:buClr>
              <a:buSzPct val="150000"/>
              <a:buFont typeface="Wingdings 2" panose="05020102010507070707" pitchFamily="18" charset="2"/>
              <a:buChar char="a"/>
              <a:defRPr/>
            </a:pPr>
            <a:r>
              <a:rPr lang="en-AU" altLang="en-US" sz="3200" dirty="0">
                <a:solidFill>
                  <a:srgbClr val="001A4F"/>
                </a:solidFill>
              </a:rPr>
              <a:t> </a:t>
            </a:r>
            <a:r>
              <a:rPr lang="en-AU" altLang="en-US" sz="3200" dirty="0" err="1">
                <a:solidFill>
                  <a:srgbClr val="001A4F"/>
                </a:solidFill>
              </a:rPr>
              <a:t>Đánh</a:t>
            </a:r>
            <a:r>
              <a:rPr lang="en-AU" altLang="en-US" sz="3200" dirty="0">
                <a:solidFill>
                  <a:srgbClr val="001A4F"/>
                </a:solidFill>
              </a:rPr>
              <a:t> </a:t>
            </a:r>
            <a:r>
              <a:rPr lang="en-AU" altLang="en-US" sz="3200" dirty="0" err="1">
                <a:solidFill>
                  <a:srgbClr val="001A4F"/>
                </a:solidFill>
              </a:rPr>
              <a:t>giá</a:t>
            </a:r>
            <a:endParaRPr lang="en-AU" altLang="en-US" sz="3200" dirty="0">
              <a:solidFill>
                <a:srgbClr val="001A4F"/>
              </a:solidFill>
            </a:endParaRPr>
          </a:p>
        </p:txBody>
      </p:sp>
      <p:sp>
        <p:nvSpPr>
          <p:cNvPr id="29702"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latin typeface="Myriad Pro"/>
                <a:cs typeface="Myriad Pro"/>
              </a:rPr>
              <a:t>- </a:t>
            </a:r>
            <a:fld id="{97F7488D-D6BB-45F9-9E54-612EAD04C0BE}" type="slidenum">
              <a:rPr lang="vi-VN" altLang="en-US">
                <a:solidFill>
                  <a:schemeClr val="bg1"/>
                </a:solidFill>
                <a:latin typeface="Myriad Pro"/>
                <a:cs typeface="Myriad Pro"/>
              </a:rPr>
              <a:pPr eaLnBrk="1" hangingPunct="1"/>
              <a:t>5</a:t>
            </a:fld>
            <a:r>
              <a:rPr lang="en-US" altLang="en-US">
                <a:solidFill>
                  <a:schemeClr val="bg1"/>
                </a:solidFill>
                <a:latin typeface="Myriad Pro"/>
                <a:cs typeface="Myriad Pro"/>
              </a:rPr>
              <a:t> -</a:t>
            </a:r>
            <a:endParaRPr lang="vi-VN" altLang="en-US">
              <a:solidFill>
                <a:schemeClr val="bg1"/>
              </a:solidFill>
              <a:latin typeface="Myriad Pro"/>
              <a:cs typeface="Myriad Pro"/>
            </a:endParaRPr>
          </a:p>
        </p:txBody>
      </p:sp>
    </p:spTree>
    <p:extLst>
      <p:ext uri="{BB962C8B-B14F-4D97-AF65-F5344CB8AC3E}">
        <p14:creationId xmlns:p14="http://schemas.microsoft.com/office/powerpoint/2010/main" val="40457174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22618" y="0"/>
            <a:ext cx="8143875" cy="981075"/>
          </a:xfrm>
        </p:spPr>
        <p:txBody>
          <a:bodyPr>
            <a:noAutofit/>
          </a:bodyPr>
          <a:lstStyle/>
          <a:p>
            <a:pPr eaLnBrk="1" hangingPunct="1">
              <a:defRPr/>
            </a:pPr>
            <a:r>
              <a:rPr lang="en-AU" dirty="0">
                <a:solidFill>
                  <a:srgbClr val="001A4F"/>
                </a:solidFill>
                <a:effectLst>
                  <a:outerShdw blurRad="38100" dist="38100" dir="2700000" algn="tl">
                    <a:srgbClr val="C0C0C0"/>
                  </a:outerShdw>
                </a:effectLst>
              </a:rPr>
              <a:t>Ý TƯỞNG</a:t>
            </a:r>
          </a:p>
        </p:txBody>
      </p:sp>
      <p:sp>
        <p:nvSpPr>
          <p:cNvPr id="30723" name="Content Placeholder 2"/>
          <p:cNvSpPr>
            <a:spLocks noGrp="1"/>
          </p:cNvSpPr>
          <p:nvPr>
            <p:ph idx="4294967295"/>
          </p:nvPr>
        </p:nvSpPr>
        <p:spPr>
          <a:xfrm>
            <a:off x="1952626" y="1357314"/>
            <a:ext cx="8715375" cy="5024437"/>
          </a:xfrm>
          <a:prstGeom prst="rect">
            <a:avLst/>
          </a:prstGeom>
        </p:spPr>
        <p:txBody>
          <a:bodyPr>
            <a:normAutofit/>
          </a:bodyPr>
          <a:lstStyle/>
          <a:p>
            <a:pPr algn="just" eaLnBrk="1" hangingPunct="1">
              <a:buClr>
                <a:srgbClr val="002776"/>
              </a:buClr>
              <a:buFont typeface="Wingdings" panose="05000000000000000000" pitchFamily="2" charset="2"/>
              <a:buChar char="§"/>
            </a:pPr>
            <a:r>
              <a:rPr lang="vi-VN" altLang="en-US" sz="3600" dirty="0">
                <a:solidFill>
                  <a:srgbClr val="001A4F"/>
                </a:solidFill>
              </a:rPr>
              <a:t>Bắt đầu từ phần tử đầu tiên của danh sách, so sánh lần lượt từng phần tử của danh sách với giá trị X cần tìm</a:t>
            </a:r>
            <a:r>
              <a:rPr lang="en-US" altLang="en-US" sz="3600" dirty="0">
                <a:solidFill>
                  <a:srgbClr val="001A4F"/>
                </a:solidFill>
              </a:rPr>
              <a:t>:</a:t>
            </a:r>
          </a:p>
          <a:p>
            <a:pPr lvl="1" algn="just" eaLnBrk="1" hangingPunct="1">
              <a:buClr>
                <a:srgbClr val="002776"/>
              </a:buClr>
              <a:buFont typeface="Wingdings" panose="05000000000000000000" pitchFamily="2" charset="2"/>
              <a:buChar char="§"/>
            </a:pPr>
            <a:r>
              <a:rPr lang="en-AU" altLang="en-US" sz="3200" dirty="0" err="1">
                <a:solidFill>
                  <a:srgbClr val="001A4F"/>
                </a:solidFill>
              </a:rPr>
              <a:t>Nếu</a:t>
            </a:r>
            <a:r>
              <a:rPr lang="en-AU" altLang="en-US" sz="3200" dirty="0">
                <a:solidFill>
                  <a:srgbClr val="001A4F"/>
                </a:solidFill>
              </a:rPr>
              <a:t> </a:t>
            </a:r>
            <a:r>
              <a:rPr lang="en-AU" altLang="en-US" sz="3200" dirty="0" err="1">
                <a:solidFill>
                  <a:srgbClr val="001A4F"/>
                </a:solidFill>
              </a:rPr>
              <a:t>có</a:t>
            </a:r>
            <a:r>
              <a:rPr lang="en-AU" altLang="en-US" sz="3200" dirty="0">
                <a:solidFill>
                  <a:srgbClr val="001A4F"/>
                </a:solidFill>
              </a:rPr>
              <a:t> </a:t>
            </a:r>
            <a:r>
              <a:rPr lang="en-AU" altLang="en-US" sz="3200" dirty="0" err="1">
                <a:solidFill>
                  <a:srgbClr val="001A4F"/>
                </a:solidFill>
              </a:rPr>
              <a:t>phần</a:t>
            </a:r>
            <a:r>
              <a:rPr lang="en-AU" altLang="en-US" sz="3200" dirty="0">
                <a:solidFill>
                  <a:srgbClr val="001A4F"/>
                </a:solidFill>
              </a:rPr>
              <a:t> </a:t>
            </a:r>
            <a:r>
              <a:rPr lang="en-AU" altLang="en-US" sz="3200" dirty="0" err="1">
                <a:solidFill>
                  <a:srgbClr val="001A4F"/>
                </a:solidFill>
              </a:rPr>
              <a:t>tử</a:t>
            </a:r>
            <a:r>
              <a:rPr lang="en-AU" altLang="en-US" sz="3200" dirty="0">
                <a:solidFill>
                  <a:srgbClr val="001A4F"/>
                </a:solidFill>
              </a:rPr>
              <a:t> </a:t>
            </a:r>
            <a:r>
              <a:rPr lang="en-AU" altLang="en-US" sz="3200" dirty="0" err="1">
                <a:solidFill>
                  <a:srgbClr val="001A4F"/>
                </a:solidFill>
              </a:rPr>
              <a:t>bằng</a:t>
            </a:r>
            <a:r>
              <a:rPr lang="en-AU" altLang="en-US" sz="3200" dirty="0">
                <a:solidFill>
                  <a:srgbClr val="001A4F"/>
                </a:solidFill>
              </a:rPr>
              <a:t> X, </a:t>
            </a:r>
            <a:r>
              <a:rPr lang="en-AU" altLang="en-US" sz="3200" dirty="0" err="1">
                <a:solidFill>
                  <a:srgbClr val="001A4F"/>
                </a:solidFill>
              </a:rPr>
              <a:t>thuật</a:t>
            </a:r>
            <a:r>
              <a:rPr lang="en-AU" altLang="en-US" sz="3200" dirty="0">
                <a:solidFill>
                  <a:srgbClr val="001A4F"/>
                </a:solidFill>
              </a:rPr>
              <a:t> </a:t>
            </a:r>
            <a:r>
              <a:rPr lang="en-AU" altLang="en-US" sz="3200" dirty="0" err="1">
                <a:solidFill>
                  <a:srgbClr val="001A4F"/>
                </a:solidFill>
              </a:rPr>
              <a:t>toán</a:t>
            </a:r>
            <a:r>
              <a:rPr lang="en-AU" altLang="en-US" sz="3200" dirty="0">
                <a:solidFill>
                  <a:srgbClr val="001A4F"/>
                </a:solidFill>
              </a:rPr>
              <a:t> </a:t>
            </a:r>
            <a:r>
              <a:rPr lang="en-AU" altLang="en-US" sz="3200" dirty="0" err="1">
                <a:solidFill>
                  <a:srgbClr val="001A4F"/>
                </a:solidFill>
              </a:rPr>
              <a:t>dừng</a:t>
            </a:r>
            <a:r>
              <a:rPr lang="en-AU" altLang="en-US" sz="3200" dirty="0">
                <a:solidFill>
                  <a:srgbClr val="001A4F"/>
                </a:solidFill>
              </a:rPr>
              <a:t> </a:t>
            </a:r>
            <a:r>
              <a:rPr lang="en-AU" altLang="en-US" sz="3200" dirty="0" err="1">
                <a:solidFill>
                  <a:srgbClr val="001A4F"/>
                </a:solidFill>
              </a:rPr>
              <a:t>lại</a:t>
            </a:r>
            <a:r>
              <a:rPr lang="en-AU" altLang="en-US" sz="3200" dirty="0">
                <a:solidFill>
                  <a:srgbClr val="001A4F"/>
                </a:solidFill>
              </a:rPr>
              <a:t> (</a:t>
            </a:r>
            <a:r>
              <a:rPr lang="en-AU" altLang="en-US" sz="3200" dirty="0" err="1">
                <a:solidFill>
                  <a:srgbClr val="001A4F"/>
                </a:solidFill>
              </a:rPr>
              <a:t>thành</a:t>
            </a:r>
            <a:r>
              <a:rPr lang="en-AU" altLang="en-US" sz="3200" dirty="0">
                <a:solidFill>
                  <a:srgbClr val="001A4F"/>
                </a:solidFill>
              </a:rPr>
              <a:t> </a:t>
            </a:r>
            <a:r>
              <a:rPr lang="en-AU" altLang="en-US" sz="3200" dirty="0" err="1">
                <a:solidFill>
                  <a:srgbClr val="001A4F"/>
                </a:solidFill>
              </a:rPr>
              <a:t>công</a:t>
            </a:r>
            <a:r>
              <a:rPr lang="en-AU" altLang="en-US" sz="3200" dirty="0">
                <a:solidFill>
                  <a:srgbClr val="001A4F"/>
                </a:solidFill>
              </a:rPr>
              <a:t>).</a:t>
            </a:r>
          </a:p>
          <a:p>
            <a:pPr lvl="1" algn="just" eaLnBrk="1" hangingPunct="1">
              <a:buClr>
                <a:srgbClr val="002776"/>
              </a:buClr>
              <a:buFont typeface="Wingdings" panose="05000000000000000000" pitchFamily="2" charset="2"/>
              <a:buChar char="§"/>
            </a:pPr>
            <a:r>
              <a:rPr lang="vi-VN" altLang="en-US" sz="3200" dirty="0">
                <a:solidFill>
                  <a:srgbClr val="001A4F"/>
                </a:solidFill>
              </a:rPr>
              <a:t>Nếu đến cuối danh sách mà không có phần tử nào bằng X, thuật toán dừng lại (không thành công)</a:t>
            </a:r>
            <a:r>
              <a:rPr lang="en-US" altLang="en-US" sz="3200" dirty="0">
                <a:solidFill>
                  <a:srgbClr val="001A4F"/>
                </a:solidFill>
              </a:rPr>
              <a:t>.</a:t>
            </a:r>
            <a:endParaRPr lang="en-AU" altLang="en-US" sz="3200" dirty="0">
              <a:solidFill>
                <a:srgbClr val="001A4F"/>
              </a:solidFill>
            </a:endParaRPr>
          </a:p>
        </p:txBody>
      </p:sp>
      <p:sp>
        <p:nvSpPr>
          <p:cNvPr id="3072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latin typeface="Myriad Pro"/>
                <a:cs typeface="Myriad Pro"/>
              </a:rPr>
              <a:t>- </a:t>
            </a:r>
            <a:fld id="{80B63442-FC34-4B0F-A3F1-C28EE4EBF439}" type="slidenum">
              <a:rPr lang="vi-VN" altLang="en-US">
                <a:solidFill>
                  <a:schemeClr val="bg1"/>
                </a:solidFill>
                <a:latin typeface="Myriad Pro"/>
                <a:cs typeface="Myriad Pro"/>
              </a:rPr>
              <a:pPr eaLnBrk="1" hangingPunct="1"/>
              <a:t>6</a:t>
            </a:fld>
            <a:r>
              <a:rPr lang="en-US" altLang="en-US">
                <a:solidFill>
                  <a:schemeClr val="bg1"/>
                </a:solidFill>
                <a:latin typeface="Myriad Pro"/>
                <a:cs typeface="Myriad Pro"/>
              </a:rPr>
              <a:t> -</a:t>
            </a:r>
            <a:endParaRPr lang="vi-VN" altLang="en-US">
              <a:solidFill>
                <a:schemeClr val="bg1"/>
              </a:solidFill>
              <a:latin typeface="Myriad Pro"/>
              <a:cs typeface="Myriad Pro"/>
            </a:endParaRPr>
          </a:p>
        </p:txBody>
      </p:sp>
    </p:spTree>
    <p:extLst>
      <p:ext uri="{BB962C8B-B14F-4D97-AF65-F5344CB8AC3E}">
        <p14:creationId xmlns:p14="http://schemas.microsoft.com/office/powerpoint/2010/main" val="398267410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0" y="1"/>
            <a:ext cx="4572001" cy="981075"/>
          </a:xfrm>
        </p:spPr>
        <p:txBody>
          <a:bodyPr>
            <a:noAutofit/>
          </a:bodyPr>
          <a:lstStyle/>
          <a:p>
            <a:pPr eaLnBrk="1" hangingPunct="1">
              <a:defRPr/>
            </a:pPr>
            <a:r>
              <a:rPr lang="en-AU" dirty="0">
                <a:solidFill>
                  <a:srgbClr val="001A4F"/>
                </a:solidFill>
                <a:effectLst>
                  <a:outerShdw blurRad="38100" dist="38100" dir="2700000" algn="tl">
                    <a:srgbClr val="C0C0C0"/>
                  </a:outerShdw>
                </a:effectLst>
              </a:rPr>
              <a:t>GIẢI THUẬT</a:t>
            </a:r>
          </a:p>
        </p:txBody>
      </p:sp>
      <p:sp>
        <p:nvSpPr>
          <p:cNvPr id="31747" name="Content Placeholder 2"/>
          <p:cNvSpPr>
            <a:spLocks noGrp="1"/>
          </p:cNvSpPr>
          <p:nvPr>
            <p:ph idx="4294967295"/>
          </p:nvPr>
        </p:nvSpPr>
        <p:spPr>
          <a:xfrm>
            <a:off x="1952626" y="1357314"/>
            <a:ext cx="8715375" cy="5024437"/>
          </a:xfrm>
          <a:prstGeom prst="rect">
            <a:avLst/>
          </a:prstGeom>
        </p:spPr>
        <p:txBody>
          <a:bodyPr>
            <a:normAutofit/>
          </a:bodyPr>
          <a:lstStyle/>
          <a:p>
            <a:pPr eaLnBrk="1" hangingPunct="1">
              <a:buClr>
                <a:srgbClr val="002776"/>
              </a:buClr>
              <a:buFont typeface="Wingdings" panose="05000000000000000000" pitchFamily="2" charset="2"/>
              <a:buChar char="§"/>
            </a:pPr>
            <a:r>
              <a:rPr lang="en-AU" altLang="en-US" sz="3600" dirty="0">
                <a:solidFill>
                  <a:srgbClr val="001A4F"/>
                </a:solidFill>
              </a:rPr>
              <a:t>B1: </a:t>
            </a:r>
            <a:r>
              <a:rPr lang="vi-VN" altLang="en-US" sz="3600" dirty="0">
                <a:solidFill>
                  <a:srgbClr val="001A4F"/>
                </a:solidFill>
              </a:rPr>
              <a:t>i = 0; // bắt đầu từ phần tử đầu tiên</a:t>
            </a:r>
            <a:endParaRPr lang="en-AU" altLang="en-US" sz="3600" dirty="0">
              <a:solidFill>
                <a:srgbClr val="001A4F"/>
              </a:solidFill>
            </a:endParaRPr>
          </a:p>
          <a:p>
            <a:pPr eaLnBrk="1" hangingPunct="1">
              <a:buClr>
                <a:srgbClr val="002776"/>
              </a:buClr>
              <a:buFont typeface="Wingdings" panose="05000000000000000000" pitchFamily="2" charset="2"/>
              <a:buChar char="§"/>
            </a:pPr>
            <a:r>
              <a:rPr lang="en-AU" altLang="en-US" sz="3600" dirty="0">
                <a:solidFill>
                  <a:srgbClr val="001A4F"/>
                </a:solidFill>
              </a:rPr>
              <a:t>B2: </a:t>
            </a:r>
            <a:r>
              <a:rPr lang="vi-VN" altLang="en-US" sz="3600" dirty="0">
                <a:solidFill>
                  <a:srgbClr val="001A4F"/>
                </a:solidFill>
              </a:rPr>
              <a:t>so sánh </a:t>
            </a:r>
            <a:r>
              <a:rPr lang="en-US" altLang="en-US" sz="3600" dirty="0">
                <a:solidFill>
                  <a:srgbClr val="001A4F"/>
                </a:solidFill>
              </a:rPr>
              <a:t>a</a:t>
            </a:r>
            <a:r>
              <a:rPr lang="vi-VN" altLang="en-US" sz="3600" dirty="0">
                <a:solidFill>
                  <a:srgbClr val="001A4F"/>
                </a:solidFill>
              </a:rPr>
              <a:t>[i] với X, có 2 khả năng:</a:t>
            </a:r>
            <a:endParaRPr lang="en-US" altLang="en-US" sz="3600" dirty="0">
              <a:solidFill>
                <a:srgbClr val="001A4F"/>
              </a:solidFill>
            </a:endParaRPr>
          </a:p>
          <a:p>
            <a:pPr lvl="1" eaLnBrk="1" hangingPunct="1">
              <a:buClr>
                <a:srgbClr val="002776"/>
              </a:buClr>
              <a:buFont typeface="Wingdings" panose="05000000000000000000" pitchFamily="2" charset="2"/>
              <a:buChar char="§"/>
            </a:pPr>
            <a:r>
              <a:rPr lang="en-AU" altLang="en-US" sz="3200" dirty="0">
                <a:solidFill>
                  <a:srgbClr val="001A4F"/>
                </a:solidFill>
              </a:rPr>
              <a:t>a[</a:t>
            </a:r>
            <a:r>
              <a:rPr lang="en-AU" altLang="en-US" sz="3200" dirty="0" err="1">
                <a:solidFill>
                  <a:srgbClr val="001A4F"/>
                </a:solidFill>
              </a:rPr>
              <a:t>i</a:t>
            </a:r>
            <a:r>
              <a:rPr lang="en-AU" altLang="en-US" sz="3200" dirty="0">
                <a:solidFill>
                  <a:srgbClr val="001A4F"/>
                </a:solidFill>
              </a:rPr>
              <a:t>] = X: </a:t>
            </a:r>
            <a:r>
              <a:rPr lang="en-AU" altLang="en-US" sz="3200" dirty="0" err="1">
                <a:solidFill>
                  <a:srgbClr val="001A4F"/>
                </a:solidFill>
              </a:rPr>
              <a:t>tìm</a:t>
            </a:r>
            <a:r>
              <a:rPr lang="en-AU" altLang="en-US" sz="3200" dirty="0">
                <a:solidFill>
                  <a:srgbClr val="001A4F"/>
                </a:solidFill>
              </a:rPr>
              <a:t> </a:t>
            </a:r>
            <a:r>
              <a:rPr lang="en-AU" altLang="en-US" sz="3200" dirty="0" err="1">
                <a:solidFill>
                  <a:srgbClr val="001A4F"/>
                </a:solidFill>
              </a:rPr>
              <a:t>thấy</a:t>
            </a:r>
            <a:r>
              <a:rPr lang="en-AU" altLang="en-US" sz="3200" dirty="0">
                <a:solidFill>
                  <a:srgbClr val="001A4F"/>
                </a:solidFill>
              </a:rPr>
              <a:t> </a:t>
            </a:r>
            <a:r>
              <a:rPr lang="en-AU" altLang="en-US" sz="3200" dirty="0">
                <a:solidFill>
                  <a:srgbClr val="001A4F"/>
                </a:solidFill>
                <a:sym typeface="Wingdings" panose="05000000000000000000" pitchFamily="2" charset="2"/>
              </a:rPr>
              <a:t></a:t>
            </a:r>
            <a:r>
              <a:rPr lang="en-AU" altLang="en-US" sz="3200" dirty="0">
                <a:solidFill>
                  <a:srgbClr val="001A4F"/>
                </a:solidFill>
              </a:rPr>
              <a:t> </a:t>
            </a:r>
            <a:r>
              <a:rPr lang="en-AU" altLang="en-US" sz="3200" dirty="0" err="1">
                <a:solidFill>
                  <a:srgbClr val="001A4F"/>
                </a:solidFill>
              </a:rPr>
              <a:t>dừng</a:t>
            </a:r>
            <a:endParaRPr lang="en-AU" altLang="en-US" sz="3200" dirty="0">
              <a:solidFill>
                <a:srgbClr val="001A4F"/>
              </a:solidFill>
            </a:endParaRPr>
          </a:p>
          <a:p>
            <a:pPr lvl="1" eaLnBrk="1" hangingPunct="1">
              <a:buClr>
                <a:srgbClr val="002776"/>
              </a:buClr>
              <a:buFont typeface="Wingdings" panose="05000000000000000000" pitchFamily="2" charset="2"/>
              <a:buChar char="§"/>
            </a:pPr>
            <a:r>
              <a:rPr lang="en-AU" altLang="en-US" sz="3200" dirty="0">
                <a:solidFill>
                  <a:srgbClr val="001A4F"/>
                </a:solidFill>
              </a:rPr>
              <a:t>a[</a:t>
            </a:r>
            <a:r>
              <a:rPr lang="en-AU" altLang="en-US" sz="3200" dirty="0" err="1">
                <a:solidFill>
                  <a:srgbClr val="001A4F"/>
                </a:solidFill>
              </a:rPr>
              <a:t>i</a:t>
            </a:r>
            <a:r>
              <a:rPr lang="en-AU" altLang="en-US" sz="3200" dirty="0">
                <a:solidFill>
                  <a:srgbClr val="001A4F"/>
                </a:solidFill>
              </a:rPr>
              <a:t>] ≠ X: sang B3</a:t>
            </a:r>
          </a:p>
          <a:p>
            <a:pPr eaLnBrk="1" hangingPunct="1">
              <a:buClr>
                <a:srgbClr val="002776"/>
              </a:buClr>
              <a:buFont typeface="Wingdings" panose="05000000000000000000" pitchFamily="2" charset="2"/>
              <a:buChar char="§"/>
            </a:pPr>
            <a:r>
              <a:rPr lang="en-AU" altLang="en-US" sz="3600" dirty="0">
                <a:solidFill>
                  <a:srgbClr val="001A4F"/>
                </a:solidFill>
              </a:rPr>
              <a:t>B3: </a:t>
            </a:r>
            <a:r>
              <a:rPr lang="en-AU" altLang="en-US" sz="3600" dirty="0" err="1">
                <a:solidFill>
                  <a:srgbClr val="001A4F"/>
                </a:solidFill>
              </a:rPr>
              <a:t>i</a:t>
            </a:r>
            <a:r>
              <a:rPr lang="en-AU" altLang="en-US" sz="3600" dirty="0">
                <a:solidFill>
                  <a:srgbClr val="001A4F"/>
                </a:solidFill>
              </a:rPr>
              <a:t>=i+1; // </a:t>
            </a:r>
            <a:r>
              <a:rPr lang="en-AU" altLang="en-US" sz="3600" dirty="0" err="1">
                <a:solidFill>
                  <a:srgbClr val="001A4F"/>
                </a:solidFill>
              </a:rPr>
              <a:t>Xét</a:t>
            </a:r>
            <a:r>
              <a:rPr lang="en-AU" altLang="en-US" sz="3600" dirty="0">
                <a:solidFill>
                  <a:srgbClr val="001A4F"/>
                </a:solidFill>
              </a:rPr>
              <a:t> </a:t>
            </a:r>
            <a:r>
              <a:rPr lang="en-AU" altLang="en-US" sz="3600" dirty="0" err="1">
                <a:solidFill>
                  <a:srgbClr val="001A4F"/>
                </a:solidFill>
              </a:rPr>
              <a:t>phần</a:t>
            </a:r>
            <a:r>
              <a:rPr lang="en-AU" altLang="en-US" sz="3600" dirty="0">
                <a:solidFill>
                  <a:srgbClr val="001A4F"/>
                </a:solidFill>
              </a:rPr>
              <a:t> </a:t>
            </a:r>
            <a:r>
              <a:rPr lang="en-AU" altLang="en-US" sz="3600" dirty="0" err="1">
                <a:solidFill>
                  <a:srgbClr val="001A4F"/>
                </a:solidFill>
              </a:rPr>
              <a:t>tử</a:t>
            </a:r>
            <a:r>
              <a:rPr lang="en-AU" altLang="en-US" sz="3600" dirty="0">
                <a:solidFill>
                  <a:srgbClr val="001A4F"/>
                </a:solidFill>
              </a:rPr>
              <a:t> </a:t>
            </a:r>
            <a:r>
              <a:rPr lang="en-AU" altLang="en-US" sz="3600" dirty="0" err="1">
                <a:solidFill>
                  <a:srgbClr val="001A4F"/>
                </a:solidFill>
              </a:rPr>
              <a:t>tiếp</a:t>
            </a:r>
            <a:r>
              <a:rPr lang="en-AU" altLang="en-US" sz="3600" dirty="0">
                <a:solidFill>
                  <a:srgbClr val="001A4F"/>
                </a:solidFill>
              </a:rPr>
              <a:t> </a:t>
            </a:r>
            <a:r>
              <a:rPr lang="en-AU" altLang="en-US" sz="3600" dirty="0" err="1">
                <a:solidFill>
                  <a:srgbClr val="001A4F"/>
                </a:solidFill>
              </a:rPr>
              <a:t>theo</a:t>
            </a:r>
            <a:endParaRPr lang="en-AU" altLang="en-US" sz="3600" dirty="0">
              <a:solidFill>
                <a:srgbClr val="001A4F"/>
              </a:solidFill>
            </a:endParaRPr>
          </a:p>
          <a:p>
            <a:pPr lvl="1" eaLnBrk="1" hangingPunct="1">
              <a:buClr>
                <a:srgbClr val="002776"/>
              </a:buClr>
              <a:buFont typeface="Wingdings" panose="05000000000000000000" pitchFamily="2" charset="2"/>
              <a:buChar char="§"/>
            </a:pPr>
            <a:r>
              <a:rPr lang="en-AU" altLang="en-US" sz="3200" dirty="0" err="1">
                <a:solidFill>
                  <a:srgbClr val="001A4F"/>
                </a:solidFill>
              </a:rPr>
              <a:t>Nếu</a:t>
            </a:r>
            <a:r>
              <a:rPr lang="en-AU" altLang="en-US" sz="3200" dirty="0">
                <a:solidFill>
                  <a:srgbClr val="001A4F"/>
                </a:solidFill>
              </a:rPr>
              <a:t> </a:t>
            </a:r>
            <a:r>
              <a:rPr lang="en-AU" altLang="en-US" sz="3200" dirty="0" err="1">
                <a:solidFill>
                  <a:srgbClr val="001A4F"/>
                </a:solidFill>
              </a:rPr>
              <a:t>i</a:t>
            </a:r>
            <a:r>
              <a:rPr lang="en-AU" altLang="en-US" sz="3200" dirty="0">
                <a:solidFill>
                  <a:srgbClr val="001A4F"/>
                </a:solidFill>
              </a:rPr>
              <a:t>=n: </a:t>
            </a:r>
            <a:r>
              <a:rPr lang="en-AU" altLang="en-US" sz="3200" dirty="0" err="1">
                <a:solidFill>
                  <a:srgbClr val="001A4F"/>
                </a:solidFill>
              </a:rPr>
              <a:t>hết</a:t>
            </a:r>
            <a:r>
              <a:rPr lang="en-AU" altLang="en-US" sz="3200" dirty="0">
                <a:solidFill>
                  <a:srgbClr val="001A4F"/>
                </a:solidFill>
              </a:rPr>
              <a:t> </a:t>
            </a:r>
            <a:r>
              <a:rPr lang="en-AU" altLang="en-US" sz="3200" dirty="0" err="1">
                <a:solidFill>
                  <a:srgbClr val="001A4F"/>
                </a:solidFill>
              </a:rPr>
              <a:t>mảng</a:t>
            </a:r>
            <a:r>
              <a:rPr lang="en-AU" altLang="en-US" sz="3200" dirty="0">
                <a:solidFill>
                  <a:srgbClr val="001A4F"/>
                </a:solidFill>
              </a:rPr>
              <a:t>, </a:t>
            </a:r>
            <a:r>
              <a:rPr lang="en-AU" altLang="en-US" sz="3200" dirty="0" err="1">
                <a:solidFill>
                  <a:srgbClr val="001A4F"/>
                </a:solidFill>
              </a:rPr>
              <a:t>không</a:t>
            </a:r>
            <a:r>
              <a:rPr lang="en-AU" altLang="en-US" sz="3200" dirty="0">
                <a:solidFill>
                  <a:srgbClr val="001A4F"/>
                </a:solidFill>
              </a:rPr>
              <a:t> </a:t>
            </a:r>
            <a:r>
              <a:rPr lang="en-AU" altLang="en-US" sz="3200" dirty="0" err="1">
                <a:solidFill>
                  <a:srgbClr val="001A4F"/>
                </a:solidFill>
              </a:rPr>
              <a:t>tìm</a:t>
            </a:r>
            <a:r>
              <a:rPr lang="en-AU" altLang="en-US" sz="3200" dirty="0">
                <a:solidFill>
                  <a:srgbClr val="001A4F"/>
                </a:solidFill>
              </a:rPr>
              <a:t> </a:t>
            </a:r>
            <a:r>
              <a:rPr lang="en-AU" altLang="en-US" sz="3200" dirty="0" err="1">
                <a:solidFill>
                  <a:srgbClr val="001A4F"/>
                </a:solidFill>
              </a:rPr>
              <a:t>thấy</a:t>
            </a:r>
            <a:r>
              <a:rPr lang="en-AU" altLang="en-US" sz="3200" dirty="0">
                <a:solidFill>
                  <a:srgbClr val="001A4F"/>
                </a:solidFill>
              </a:rPr>
              <a:t> </a:t>
            </a:r>
            <a:r>
              <a:rPr lang="en-AU" altLang="en-US" sz="3200" dirty="0">
                <a:solidFill>
                  <a:srgbClr val="001A4F"/>
                </a:solidFill>
                <a:sym typeface="Wingdings" panose="05000000000000000000" pitchFamily="2" charset="2"/>
              </a:rPr>
              <a:t></a:t>
            </a:r>
            <a:r>
              <a:rPr lang="en-AU" altLang="en-US" sz="3200" dirty="0">
                <a:solidFill>
                  <a:srgbClr val="001A4F"/>
                </a:solidFill>
              </a:rPr>
              <a:t> </a:t>
            </a:r>
            <a:r>
              <a:rPr lang="en-AU" altLang="en-US" sz="3200" dirty="0" err="1">
                <a:solidFill>
                  <a:srgbClr val="001A4F"/>
                </a:solidFill>
              </a:rPr>
              <a:t>dừng</a:t>
            </a:r>
            <a:endParaRPr lang="en-AU" altLang="en-US" sz="3200" dirty="0">
              <a:solidFill>
                <a:srgbClr val="001A4F"/>
              </a:solidFill>
            </a:endParaRPr>
          </a:p>
          <a:p>
            <a:pPr lvl="1" eaLnBrk="1" hangingPunct="1">
              <a:buClr>
                <a:srgbClr val="002776"/>
              </a:buClr>
              <a:buFont typeface="Wingdings" panose="05000000000000000000" pitchFamily="2" charset="2"/>
              <a:buChar char="§"/>
            </a:pPr>
            <a:r>
              <a:rPr lang="vi-VN" altLang="en-US" sz="3200" dirty="0">
                <a:solidFill>
                  <a:srgbClr val="001A4F"/>
                </a:solidFill>
              </a:rPr>
              <a:t>Ngược lại: lặp lại B2</a:t>
            </a:r>
            <a:endParaRPr lang="en-AU" altLang="en-US" sz="3200" dirty="0">
              <a:solidFill>
                <a:srgbClr val="001A4F"/>
              </a:solidFill>
            </a:endParaRPr>
          </a:p>
        </p:txBody>
      </p:sp>
      <p:sp>
        <p:nvSpPr>
          <p:cNvPr id="3175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latin typeface="Myriad Pro"/>
                <a:cs typeface="Myriad Pro"/>
              </a:rPr>
              <a:t>- </a:t>
            </a:r>
            <a:fld id="{D791129A-B32B-4AF3-9FBA-F867EAC678BB}" type="slidenum">
              <a:rPr lang="vi-VN" altLang="en-US">
                <a:solidFill>
                  <a:schemeClr val="bg1"/>
                </a:solidFill>
                <a:latin typeface="Myriad Pro"/>
                <a:cs typeface="Myriad Pro"/>
              </a:rPr>
              <a:pPr eaLnBrk="1" hangingPunct="1"/>
              <a:t>7</a:t>
            </a:fld>
            <a:r>
              <a:rPr lang="en-US" altLang="en-US">
                <a:solidFill>
                  <a:schemeClr val="bg1"/>
                </a:solidFill>
                <a:latin typeface="Myriad Pro"/>
                <a:cs typeface="Myriad Pro"/>
              </a:rPr>
              <a:t> -</a:t>
            </a:r>
            <a:endParaRPr lang="vi-VN" altLang="en-US">
              <a:solidFill>
                <a:schemeClr val="bg1"/>
              </a:solidFill>
              <a:latin typeface="Myriad Pro"/>
              <a:cs typeface="Myriad Pro"/>
            </a:endParaRPr>
          </a:p>
        </p:txBody>
      </p:sp>
    </p:spTree>
    <p:extLst>
      <p:ext uri="{BB962C8B-B14F-4D97-AF65-F5344CB8AC3E}">
        <p14:creationId xmlns:p14="http://schemas.microsoft.com/office/powerpoint/2010/main" val="41431016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19800" y="1"/>
            <a:ext cx="4648201" cy="981075"/>
          </a:xfrm>
        </p:spPr>
        <p:txBody>
          <a:bodyPr>
            <a:noAutofit/>
          </a:bodyPr>
          <a:lstStyle/>
          <a:p>
            <a:pPr eaLnBrk="1" hangingPunct="1">
              <a:defRPr/>
            </a:pPr>
            <a:r>
              <a:rPr lang="en-AU" dirty="0">
                <a:solidFill>
                  <a:srgbClr val="001A4F"/>
                </a:solidFill>
                <a:effectLst>
                  <a:outerShdw blurRad="38100" dist="38100" dir="2700000" algn="tl">
                    <a:srgbClr val="C0C0C0"/>
                  </a:outerShdw>
                </a:effectLst>
              </a:rPr>
              <a:t>MINH HỌA</a:t>
            </a:r>
          </a:p>
        </p:txBody>
      </p:sp>
      <p:sp>
        <p:nvSpPr>
          <p:cNvPr id="32773"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latin typeface="Myriad Pro"/>
                <a:cs typeface="Myriad Pro"/>
              </a:rPr>
              <a:t>- </a:t>
            </a:r>
            <a:fld id="{DD650EC8-C388-46EA-B49E-8EE89CBD042D}" type="slidenum">
              <a:rPr lang="vi-VN" altLang="en-US">
                <a:solidFill>
                  <a:schemeClr val="bg1"/>
                </a:solidFill>
                <a:latin typeface="Myriad Pro"/>
                <a:cs typeface="Myriad Pro"/>
              </a:rPr>
              <a:pPr eaLnBrk="1" hangingPunct="1"/>
              <a:t>8</a:t>
            </a:fld>
            <a:r>
              <a:rPr lang="en-US" altLang="en-US">
                <a:solidFill>
                  <a:schemeClr val="bg1"/>
                </a:solidFill>
                <a:latin typeface="Myriad Pro"/>
                <a:cs typeface="Myriad Pro"/>
              </a:rPr>
              <a:t> -</a:t>
            </a:r>
            <a:endParaRPr lang="vi-VN" altLang="en-US">
              <a:solidFill>
                <a:schemeClr val="bg1"/>
              </a:solidFill>
              <a:latin typeface="Myriad Pro"/>
              <a:cs typeface="Myriad Pro"/>
            </a:endParaRPr>
          </a:p>
        </p:txBody>
      </p:sp>
      <p:sp>
        <p:nvSpPr>
          <p:cNvPr id="9" name="Text Box 3"/>
          <p:cNvSpPr txBox="1">
            <a:spLocks noChangeArrowheads="1"/>
          </p:cNvSpPr>
          <p:nvPr/>
        </p:nvSpPr>
        <p:spPr bwMode="auto">
          <a:xfrm>
            <a:off x="2514600" y="1600200"/>
            <a:ext cx="609600" cy="528638"/>
          </a:xfrm>
          <a:prstGeom prst="rect">
            <a:avLst/>
          </a:prstGeom>
          <a:gradFill rotWithShape="1">
            <a:gsLst>
              <a:gs pos="0">
                <a:srgbClr val="0000FF"/>
              </a:gs>
              <a:gs pos="100000">
                <a:srgbClr val="000000"/>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5</a:t>
            </a:r>
          </a:p>
        </p:txBody>
      </p:sp>
      <p:sp>
        <p:nvSpPr>
          <p:cNvPr id="10" name="Text Box 4"/>
          <p:cNvSpPr txBox="1">
            <a:spLocks noChangeArrowheads="1"/>
          </p:cNvSpPr>
          <p:nvPr/>
        </p:nvSpPr>
        <p:spPr bwMode="auto">
          <a:xfrm>
            <a:off x="2422525" y="2119313"/>
            <a:ext cx="12073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en-US" sz="2000" dirty="0" err="1">
                <a:solidFill>
                  <a:srgbClr val="FF3300"/>
                </a:solidFill>
                <a:cs typeface="Arial" charset="0"/>
              </a:rPr>
              <a:t>Khóa</a:t>
            </a:r>
            <a:r>
              <a:rPr lang="en-US" sz="2000" dirty="0">
                <a:solidFill>
                  <a:srgbClr val="FF3300"/>
                </a:solidFill>
                <a:cs typeface="Arial" charset="0"/>
              </a:rPr>
              <a:t> </a:t>
            </a:r>
            <a:r>
              <a:rPr lang="en-US" sz="2000" dirty="0" err="1">
                <a:solidFill>
                  <a:srgbClr val="FF3300"/>
                </a:solidFill>
                <a:cs typeface="Arial" charset="0"/>
              </a:rPr>
              <a:t>tìm</a:t>
            </a:r>
            <a:endParaRPr lang="en-US" sz="2000" dirty="0">
              <a:solidFill>
                <a:srgbClr val="FF3300"/>
              </a:solidFill>
              <a:cs typeface="Arial" charset="0"/>
            </a:endParaRPr>
          </a:p>
        </p:txBody>
      </p:sp>
      <p:sp>
        <p:nvSpPr>
          <p:cNvPr id="11" name="Line 5"/>
          <p:cNvSpPr>
            <a:spLocks noChangeShapeType="1"/>
          </p:cNvSpPr>
          <p:nvPr/>
        </p:nvSpPr>
        <p:spPr bwMode="auto">
          <a:xfrm flipV="1">
            <a:off x="3886200" y="3581400"/>
            <a:ext cx="0" cy="509588"/>
          </a:xfrm>
          <a:prstGeom prst="line">
            <a:avLst/>
          </a:prstGeom>
          <a:noFill/>
          <a:ln w="762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2" name="Text Box 6"/>
          <p:cNvSpPr txBox="1">
            <a:spLocks noChangeArrowheads="1"/>
          </p:cNvSpPr>
          <p:nvPr/>
        </p:nvSpPr>
        <p:spPr bwMode="auto">
          <a:xfrm>
            <a:off x="3581400" y="2890839"/>
            <a:ext cx="609600" cy="528637"/>
          </a:xfrm>
          <a:prstGeom prst="rect">
            <a:avLst/>
          </a:prstGeom>
          <a:gradFill rotWithShape="1">
            <a:gsLst>
              <a:gs pos="0">
                <a:srgbClr val="0000FF"/>
              </a:gs>
              <a:gs pos="100000">
                <a:srgbClr val="000000"/>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7</a:t>
            </a:r>
          </a:p>
        </p:txBody>
      </p:sp>
      <p:sp>
        <p:nvSpPr>
          <p:cNvPr id="13" name="Text Box 7"/>
          <p:cNvSpPr txBox="1">
            <a:spLocks noChangeArrowheads="1"/>
          </p:cNvSpPr>
          <p:nvPr/>
        </p:nvSpPr>
        <p:spPr bwMode="auto">
          <a:xfrm>
            <a:off x="4191000" y="2890839"/>
            <a:ext cx="609600" cy="528637"/>
          </a:xfrm>
          <a:prstGeom prst="rect">
            <a:avLst/>
          </a:prstGeom>
          <a:gradFill rotWithShape="1">
            <a:gsLst>
              <a:gs pos="0">
                <a:srgbClr val="0000FF"/>
              </a:gs>
              <a:gs pos="100000">
                <a:srgbClr val="000000"/>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13</a:t>
            </a:r>
          </a:p>
        </p:txBody>
      </p:sp>
      <p:sp>
        <p:nvSpPr>
          <p:cNvPr id="14" name="Text Box 8"/>
          <p:cNvSpPr txBox="1">
            <a:spLocks noChangeArrowheads="1"/>
          </p:cNvSpPr>
          <p:nvPr/>
        </p:nvSpPr>
        <p:spPr bwMode="auto">
          <a:xfrm>
            <a:off x="4800600" y="2890839"/>
            <a:ext cx="609600" cy="528637"/>
          </a:xfrm>
          <a:prstGeom prst="rect">
            <a:avLst/>
          </a:prstGeom>
          <a:gradFill rotWithShape="1">
            <a:gsLst>
              <a:gs pos="0">
                <a:srgbClr val="0000FF"/>
              </a:gs>
              <a:gs pos="100000">
                <a:srgbClr val="000000"/>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5</a:t>
            </a:r>
          </a:p>
        </p:txBody>
      </p:sp>
      <p:sp>
        <p:nvSpPr>
          <p:cNvPr id="15" name="Text Box 9"/>
          <p:cNvSpPr txBox="1">
            <a:spLocks noChangeArrowheads="1"/>
          </p:cNvSpPr>
          <p:nvPr/>
        </p:nvSpPr>
        <p:spPr bwMode="auto">
          <a:xfrm>
            <a:off x="5410200" y="2890839"/>
            <a:ext cx="609600" cy="528637"/>
          </a:xfrm>
          <a:prstGeom prst="rect">
            <a:avLst/>
          </a:prstGeom>
          <a:gradFill rotWithShape="1">
            <a:gsLst>
              <a:gs pos="0">
                <a:srgbClr val="0000FF"/>
              </a:gs>
              <a:gs pos="100000">
                <a:srgbClr val="000000"/>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21</a:t>
            </a:r>
          </a:p>
        </p:txBody>
      </p:sp>
      <p:sp>
        <p:nvSpPr>
          <p:cNvPr id="16" name="Text Box 10"/>
          <p:cNvSpPr txBox="1">
            <a:spLocks noChangeArrowheads="1"/>
          </p:cNvSpPr>
          <p:nvPr/>
        </p:nvSpPr>
        <p:spPr bwMode="auto">
          <a:xfrm>
            <a:off x="6019800" y="2890839"/>
            <a:ext cx="609600" cy="528637"/>
          </a:xfrm>
          <a:prstGeom prst="rect">
            <a:avLst/>
          </a:prstGeom>
          <a:gradFill rotWithShape="1">
            <a:gsLst>
              <a:gs pos="0">
                <a:srgbClr val="0000FF"/>
              </a:gs>
              <a:gs pos="100000">
                <a:srgbClr val="000000"/>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6</a:t>
            </a:r>
          </a:p>
        </p:txBody>
      </p:sp>
      <p:sp>
        <p:nvSpPr>
          <p:cNvPr id="17" name="Text Box 11"/>
          <p:cNvSpPr txBox="1">
            <a:spLocks noChangeArrowheads="1"/>
          </p:cNvSpPr>
          <p:nvPr/>
        </p:nvSpPr>
        <p:spPr bwMode="auto">
          <a:xfrm>
            <a:off x="6629400" y="2890839"/>
            <a:ext cx="609600" cy="528637"/>
          </a:xfrm>
          <a:prstGeom prst="rect">
            <a:avLst/>
          </a:prstGeom>
          <a:gradFill rotWithShape="1">
            <a:gsLst>
              <a:gs pos="0">
                <a:srgbClr val="0000FF"/>
              </a:gs>
              <a:gs pos="100000">
                <a:srgbClr val="000000"/>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2</a:t>
            </a:r>
          </a:p>
        </p:txBody>
      </p:sp>
      <p:sp>
        <p:nvSpPr>
          <p:cNvPr id="18" name="Text Box 12"/>
          <p:cNvSpPr txBox="1">
            <a:spLocks noChangeArrowheads="1"/>
          </p:cNvSpPr>
          <p:nvPr/>
        </p:nvSpPr>
        <p:spPr bwMode="auto">
          <a:xfrm>
            <a:off x="7239000" y="2890839"/>
            <a:ext cx="609600" cy="528637"/>
          </a:xfrm>
          <a:prstGeom prst="rect">
            <a:avLst/>
          </a:prstGeom>
          <a:gradFill rotWithShape="1">
            <a:gsLst>
              <a:gs pos="0">
                <a:srgbClr val="0000FF"/>
              </a:gs>
              <a:gs pos="100000">
                <a:srgbClr val="000000"/>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8</a:t>
            </a:r>
          </a:p>
        </p:txBody>
      </p:sp>
      <p:sp>
        <p:nvSpPr>
          <p:cNvPr id="19" name="Text Box 13"/>
          <p:cNvSpPr txBox="1">
            <a:spLocks noChangeArrowheads="1"/>
          </p:cNvSpPr>
          <p:nvPr/>
        </p:nvSpPr>
        <p:spPr bwMode="auto">
          <a:xfrm>
            <a:off x="7848600" y="2890839"/>
            <a:ext cx="609600" cy="528637"/>
          </a:xfrm>
          <a:prstGeom prst="rect">
            <a:avLst/>
          </a:prstGeom>
          <a:gradFill rotWithShape="1">
            <a:gsLst>
              <a:gs pos="0">
                <a:srgbClr val="0000FF"/>
              </a:gs>
              <a:gs pos="100000">
                <a:srgbClr val="000000"/>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15</a:t>
            </a:r>
          </a:p>
        </p:txBody>
      </p:sp>
      <p:grpSp>
        <p:nvGrpSpPr>
          <p:cNvPr id="20" name="Group 14"/>
          <p:cNvGrpSpPr>
            <a:grpSpLocks/>
          </p:cNvGrpSpPr>
          <p:nvPr/>
        </p:nvGrpSpPr>
        <p:grpSpPr bwMode="auto">
          <a:xfrm>
            <a:off x="3733800" y="2551114"/>
            <a:ext cx="4579938" cy="369887"/>
            <a:chOff x="1392" y="1607"/>
            <a:chExt cx="2885" cy="233"/>
          </a:xfrm>
        </p:grpSpPr>
        <p:sp>
          <p:nvSpPr>
            <p:cNvPr id="32789" name="Text Box 15"/>
            <p:cNvSpPr txBox="1">
              <a:spLocks noChangeArrowheads="1"/>
            </p:cNvSpPr>
            <p:nvPr/>
          </p:nvSpPr>
          <p:spPr bwMode="auto">
            <a:xfrm>
              <a:off x="1392"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1</a:t>
              </a:r>
            </a:p>
          </p:txBody>
        </p:sp>
        <p:sp>
          <p:nvSpPr>
            <p:cNvPr id="32790" name="Text Box 16"/>
            <p:cNvSpPr txBox="1">
              <a:spLocks noChangeArrowheads="1"/>
            </p:cNvSpPr>
            <p:nvPr/>
          </p:nvSpPr>
          <p:spPr bwMode="auto">
            <a:xfrm>
              <a:off x="1824"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2</a:t>
              </a:r>
            </a:p>
          </p:txBody>
        </p:sp>
        <p:sp>
          <p:nvSpPr>
            <p:cNvPr id="32791" name="Text Box 17"/>
            <p:cNvSpPr txBox="1">
              <a:spLocks noChangeArrowheads="1"/>
            </p:cNvSpPr>
            <p:nvPr/>
          </p:nvSpPr>
          <p:spPr bwMode="auto">
            <a:xfrm>
              <a:off x="2160"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3</a:t>
              </a:r>
            </a:p>
          </p:txBody>
        </p:sp>
        <p:sp>
          <p:nvSpPr>
            <p:cNvPr id="32792" name="Text Box 18"/>
            <p:cNvSpPr txBox="1">
              <a:spLocks noChangeArrowheads="1"/>
            </p:cNvSpPr>
            <p:nvPr/>
          </p:nvSpPr>
          <p:spPr bwMode="auto">
            <a:xfrm>
              <a:off x="2544"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4</a:t>
              </a:r>
            </a:p>
          </p:txBody>
        </p:sp>
        <p:sp>
          <p:nvSpPr>
            <p:cNvPr id="32793" name="Text Box 19"/>
            <p:cNvSpPr txBox="1">
              <a:spLocks noChangeArrowheads="1"/>
            </p:cNvSpPr>
            <p:nvPr/>
          </p:nvSpPr>
          <p:spPr bwMode="auto">
            <a:xfrm>
              <a:off x="2928"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5</a:t>
              </a:r>
            </a:p>
          </p:txBody>
        </p:sp>
        <p:sp>
          <p:nvSpPr>
            <p:cNvPr id="32794" name="Text Box 20"/>
            <p:cNvSpPr txBox="1">
              <a:spLocks noChangeArrowheads="1"/>
            </p:cNvSpPr>
            <p:nvPr/>
          </p:nvSpPr>
          <p:spPr bwMode="auto">
            <a:xfrm>
              <a:off x="3312"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6</a:t>
              </a:r>
            </a:p>
          </p:txBody>
        </p:sp>
        <p:sp>
          <p:nvSpPr>
            <p:cNvPr id="32795" name="Text Box 21"/>
            <p:cNvSpPr txBox="1">
              <a:spLocks noChangeArrowheads="1"/>
            </p:cNvSpPr>
            <p:nvPr/>
          </p:nvSpPr>
          <p:spPr bwMode="auto">
            <a:xfrm>
              <a:off x="3696"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7</a:t>
              </a:r>
            </a:p>
          </p:txBody>
        </p:sp>
        <p:sp>
          <p:nvSpPr>
            <p:cNvPr id="32796" name="Text Box 22"/>
            <p:cNvSpPr txBox="1">
              <a:spLocks noChangeArrowheads="1"/>
            </p:cNvSpPr>
            <p:nvPr/>
          </p:nvSpPr>
          <p:spPr bwMode="auto">
            <a:xfrm>
              <a:off x="4080"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8</a:t>
              </a:r>
            </a:p>
          </p:txBody>
        </p:sp>
      </p:grpSp>
      <p:sp>
        <p:nvSpPr>
          <p:cNvPr id="29" name="Text Box 23"/>
          <p:cNvSpPr txBox="1">
            <a:spLocks noChangeArrowheads="1"/>
          </p:cNvSpPr>
          <p:nvPr/>
        </p:nvSpPr>
        <p:spPr bwMode="auto">
          <a:xfrm>
            <a:off x="6553200" y="1366839"/>
            <a:ext cx="1309974" cy="461665"/>
          </a:xfrm>
          <a:prstGeom prst="rect">
            <a:avLst/>
          </a:prstGeom>
          <a:noFill/>
          <a:ln w="9525">
            <a:noFill/>
            <a:miter lim="800000"/>
            <a:headEnd/>
            <a:tailEnd/>
          </a:ln>
        </p:spPr>
        <p:txBody>
          <a:bodyPr wrap="none">
            <a:spAutoFit/>
          </a:bodyPr>
          <a:lstStyle/>
          <a:p>
            <a:pPr>
              <a:defRPr/>
            </a:pPr>
            <a:r>
              <a:rPr lang="en-US" sz="2400" dirty="0" err="1">
                <a:solidFill>
                  <a:srgbClr val="FF3300"/>
                </a:solidFill>
                <a:cs typeface="Arial" charset="0"/>
              </a:rPr>
              <a:t>Vị</a:t>
            </a:r>
            <a:r>
              <a:rPr lang="en-US" sz="2400" dirty="0">
                <a:solidFill>
                  <a:srgbClr val="FF3300"/>
                </a:solidFill>
                <a:cs typeface="Arial" charset="0"/>
              </a:rPr>
              <a:t> </a:t>
            </a:r>
            <a:r>
              <a:rPr lang="en-US" sz="2400" dirty="0" err="1">
                <a:solidFill>
                  <a:srgbClr val="FF3300"/>
                </a:solidFill>
                <a:cs typeface="Arial" charset="0"/>
              </a:rPr>
              <a:t>trí</a:t>
            </a:r>
            <a:r>
              <a:rPr lang="en-US" sz="2400" dirty="0">
                <a:solidFill>
                  <a:srgbClr val="FF3300"/>
                </a:solidFill>
                <a:cs typeface="Arial" charset="0"/>
              </a:rPr>
              <a:t> = 2</a:t>
            </a:r>
          </a:p>
        </p:txBody>
      </p:sp>
      <p:sp>
        <p:nvSpPr>
          <p:cNvPr id="30" name="Text Box 24"/>
          <p:cNvSpPr txBox="1">
            <a:spLocks noChangeArrowheads="1"/>
          </p:cNvSpPr>
          <p:nvPr/>
        </p:nvSpPr>
        <p:spPr bwMode="auto">
          <a:xfrm>
            <a:off x="6613526" y="4835526"/>
            <a:ext cx="2314575"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en-US" sz="2400" dirty="0" err="1">
                <a:solidFill>
                  <a:srgbClr val="FF3300"/>
                </a:solidFill>
                <a:cs typeface="Arial" charset="0"/>
              </a:rPr>
              <a:t>Tìm</a:t>
            </a:r>
            <a:r>
              <a:rPr lang="en-US" sz="2400" dirty="0">
                <a:solidFill>
                  <a:srgbClr val="FF3300"/>
                </a:solidFill>
                <a:cs typeface="Arial" charset="0"/>
              </a:rPr>
              <a:t> </a:t>
            </a:r>
            <a:r>
              <a:rPr lang="en-US" sz="2400" dirty="0" err="1">
                <a:solidFill>
                  <a:srgbClr val="FF3300"/>
                </a:solidFill>
                <a:cs typeface="Arial" charset="0"/>
              </a:rPr>
              <a:t>thành</a:t>
            </a:r>
            <a:r>
              <a:rPr lang="en-US" sz="2400" dirty="0">
                <a:solidFill>
                  <a:srgbClr val="FF3300"/>
                </a:solidFill>
                <a:cs typeface="Arial" charset="0"/>
              </a:rPr>
              <a:t> </a:t>
            </a:r>
            <a:r>
              <a:rPr lang="en-US" sz="2400" dirty="0" err="1">
                <a:solidFill>
                  <a:srgbClr val="FF3300"/>
                </a:solidFill>
                <a:cs typeface="Arial" charset="0"/>
              </a:rPr>
              <a:t>công</a:t>
            </a:r>
            <a:endParaRPr lang="en-US" sz="2400" dirty="0">
              <a:solidFill>
                <a:srgbClr val="FF3300"/>
              </a:solidFill>
              <a:cs typeface="Arial" charset="0"/>
            </a:endParaRPr>
          </a:p>
        </p:txBody>
      </p:sp>
      <p:sp>
        <p:nvSpPr>
          <p:cNvPr id="31" name="Text Box 25"/>
          <p:cNvSpPr txBox="1">
            <a:spLocks noChangeArrowheads="1"/>
          </p:cNvSpPr>
          <p:nvPr/>
        </p:nvSpPr>
        <p:spPr bwMode="auto">
          <a:xfrm>
            <a:off x="6705600" y="5410200"/>
            <a:ext cx="254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en-US" sz="2400">
                <a:solidFill>
                  <a:srgbClr val="3366CC"/>
                </a:solidFill>
                <a:cs typeface="Arial" charset="0"/>
              </a:rPr>
              <a:t>Số lần so sánh: 3</a:t>
            </a:r>
          </a:p>
        </p:txBody>
      </p:sp>
    </p:spTree>
    <p:extLst>
      <p:ext uri="{BB962C8B-B14F-4D97-AF65-F5344CB8AC3E}">
        <p14:creationId xmlns:p14="http://schemas.microsoft.com/office/powerpoint/2010/main" val="246464213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11"/>
                                        </p:tgtEl>
                                        <p:attrNameLst>
                                          <p:attrName>style.visibility</p:attrName>
                                        </p:attrNameLst>
                                      </p:cBhvr>
                                      <p:to>
                                        <p:strVal val="visible"/>
                                      </p:to>
                                    </p:set>
                                  </p:childTnLst>
                                </p:cTn>
                              </p:par>
                            </p:childTnLst>
                          </p:cTn>
                        </p:par>
                        <p:par>
                          <p:cTn id="31" fill="hold" nodeType="afterGroup">
                            <p:stCondLst>
                              <p:cond delay="0"/>
                            </p:stCondLst>
                            <p:childTnLst>
                              <p:par>
                                <p:cTn id="32" presetID="26" presetClass="emph" presetSubtype="0" fill="hold" grpId="1" nodeType="afterEffect">
                                  <p:stCondLst>
                                    <p:cond delay="0"/>
                                  </p:stCondLst>
                                  <p:childTnLst>
                                    <p:animEffect transition="out" filter="fade">
                                      <p:cBhvr>
                                        <p:cTn id="33" dur="500" tmFilter="0, 0; .2, .5; .8, .5; 1, 0"/>
                                        <p:tgtEl>
                                          <p:spTgt spid="12"/>
                                        </p:tgtEl>
                                      </p:cBhvr>
                                    </p:animEffect>
                                    <p:animScale>
                                      <p:cBhvr>
                                        <p:cTn id="34" dur="250" autoRev="1" fill="hold"/>
                                        <p:tgtEl>
                                          <p:spTgt spid="12"/>
                                        </p:tgtEl>
                                      </p:cBhvr>
                                      <p:by x="105000" y="105000"/>
                                    </p:animScale>
                                  </p:childTnLst>
                                </p:cTn>
                              </p:par>
                              <p:par>
                                <p:cTn id="35" presetID="26" presetClass="emph" presetSubtype="0" fill="hold" grpId="1" nodeType="withEffect">
                                  <p:stCondLst>
                                    <p:cond delay="0"/>
                                  </p:stCondLst>
                                  <p:childTnLst>
                                    <p:animEffect transition="out" filter="fade">
                                      <p:cBhvr>
                                        <p:cTn id="36" dur="500" tmFilter="0, 0; .2, .5; .8, .5; 1, 0"/>
                                        <p:tgtEl>
                                          <p:spTgt spid="9"/>
                                        </p:tgtEl>
                                      </p:cBhvr>
                                    </p:animEffect>
                                    <p:animScale>
                                      <p:cBhvr>
                                        <p:cTn id="37" dur="250" autoRev="1" fill="hold"/>
                                        <p:tgtEl>
                                          <p:spTgt spid="9"/>
                                        </p:tgtEl>
                                      </p:cBhvr>
                                      <p:by x="105000" y="105000"/>
                                    </p:animScale>
                                  </p:childTnLst>
                                </p:cTn>
                              </p:par>
                            </p:childTnLst>
                          </p:cTn>
                        </p:par>
                      </p:childTnLst>
                    </p:cTn>
                  </p:par>
                  <p:par>
                    <p:cTn id="38" fill="hold" nodeType="clickPar">
                      <p:stCondLst>
                        <p:cond delay="indefinite"/>
                      </p:stCondLst>
                      <p:childTnLst>
                        <p:par>
                          <p:cTn id="39" fill="hold" nodeType="withGroup">
                            <p:stCondLst>
                              <p:cond delay="0"/>
                            </p:stCondLst>
                            <p:childTnLst>
                              <p:par>
                                <p:cTn id="40" presetID="63" presetClass="path" presetSubtype="0" accel="50000" decel="50000" fill="hold" nodeType="clickEffect">
                                  <p:stCondLst>
                                    <p:cond delay="0"/>
                                  </p:stCondLst>
                                  <p:childTnLst>
                                    <p:animMotion origin="layout" path="M 5.55112E-17 7.40741E-7 L 0.06667 2.22222E-6 " pathEditMode="relative" rAng="0" ptsTypes="AA">
                                      <p:cBhvr>
                                        <p:cTn id="41" dur="1000" fill="hold"/>
                                        <p:tgtEl>
                                          <p:spTgt spid="11"/>
                                        </p:tgtEl>
                                        <p:attrNameLst>
                                          <p:attrName>ppt_x</p:attrName>
                                          <p:attrName>ppt_y</p:attrName>
                                        </p:attrNameLst>
                                      </p:cBhvr>
                                      <p:rCtr x="2500" y="-324"/>
                                    </p:animMotion>
                                  </p:childTnLst>
                                </p:cTn>
                              </p:par>
                            </p:childTnLst>
                          </p:cTn>
                        </p:par>
                        <p:par>
                          <p:cTn id="42" fill="hold" nodeType="afterGroup">
                            <p:stCondLst>
                              <p:cond delay="1000"/>
                            </p:stCondLst>
                            <p:childTnLst>
                              <p:par>
                                <p:cTn id="43" presetID="26" presetClass="emph" presetSubtype="0" fill="hold" grpId="1" nodeType="afterEffect">
                                  <p:stCondLst>
                                    <p:cond delay="0"/>
                                  </p:stCondLst>
                                  <p:childTnLst>
                                    <p:animEffect transition="out" filter="fade">
                                      <p:cBhvr>
                                        <p:cTn id="44" dur="500" tmFilter="0, 0; .2, .5; .8, .5; 1, 0"/>
                                        <p:tgtEl>
                                          <p:spTgt spid="13"/>
                                        </p:tgtEl>
                                      </p:cBhvr>
                                    </p:animEffect>
                                    <p:animScale>
                                      <p:cBhvr>
                                        <p:cTn id="45" dur="250" autoRev="1" fill="hold"/>
                                        <p:tgtEl>
                                          <p:spTgt spid="13"/>
                                        </p:tgtEl>
                                      </p:cBhvr>
                                      <p:by x="105000" y="105000"/>
                                    </p:animScale>
                                  </p:childTnLst>
                                </p:cTn>
                              </p:par>
                              <p:par>
                                <p:cTn id="46" presetID="26" presetClass="emph" presetSubtype="0" fill="hold" grpId="2" nodeType="withEffect">
                                  <p:stCondLst>
                                    <p:cond delay="0"/>
                                  </p:stCondLst>
                                  <p:childTnLst>
                                    <p:animEffect transition="out" filter="fade">
                                      <p:cBhvr>
                                        <p:cTn id="47" dur="500" tmFilter="0, 0; .2, .5; .8, .5; 1, 0"/>
                                        <p:tgtEl>
                                          <p:spTgt spid="9"/>
                                        </p:tgtEl>
                                      </p:cBhvr>
                                    </p:animEffect>
                                    <p:animScale>
                                      <p:cBhvr>
                                        <p:cTn id="48" dur="250" autoRev="1" fill="hold"/>
                                        <p:tgtEl>
                                          <p:spTgt spid="9"/>
                                        </p:tgtEl>
                                      </p:cBhvr>
                                      <p:by x="105000" y="105000"/>
                                    </p:animScale>
                                  </p:childTnLst>
                                </p:cTn>
                              </p:par>
                            </p:childTnLst>
                          </p:cTn>
                        </p:par>
                      </p:childTnLst>
                    </p:cTn>
                  </p:par>
                  <p:par>
                    <p:cTn id="49" fill="hold" nodeType="clickPar">
                      <p:stCondLst>
                        <p:cond delay="indefinite"/>
                      </p:stCondLst>
                      <p:childTnLst>
                        <p:par>
                          <p:cTn id="50" fill="hold" nodeType="withGroup">
                            <p:stCondLst>
                              <p:cond delay="0"/>
                            </p:stCondLst>
                            <p:childTnLst>
                              <p:par>
                                <p:cTn id="51" presetID="63" presetClass="path" presetSubtype="0" accel="50000" decel="50000" fill="hold" nodeType="clickEffect">
                                  <p:stCondLst>
                                    <p:cond delay="0"/>
                                  </p:stCondLst>
                                  <p:childTnLst>
                                    <p:animMotion origin="layout" path="M 0.06667 -1.11111E-6 L 0.13333 7.40741E-7 " pathEditMode="relative" rAng="0" ptsTypes="AA">
                                      <p:cBhvr>
                                        <p:cTn id="52" dur="1000" fill="hold"/>
                                        <p:tgtEl>
                                          <p:spTgt spid="11"/>
                                        </p:tgtEl>
                                        <p:attrNameLst>
                                          <p:attrName>ppt_x</p:attrName>
                                          <p:attrName>ppt_y</p:attrName>
                                        </p:attrNameLst>
                                      </p:cBhvr>
                                      <p:rCtr x="3919" y="-417"/>
                                    </p:animMotion>
                                  </p:childTnLst>
                                </p:cTn>
                              </p:par>
                            </p:childTnLst>
                          </p:cTn>
                        </p:par>
                        <p:par>
                          <p:cTn id="53" fill="hold" nodeType="afterGroup">
                            <p:stCondLst>
                              <p:cond delay="1000"/>
                            </p:stCondLst>
                            <p:childTnLst>
                              <p:par>
                                <p:cTn id="54" presetID="26" presetClass="emph" presetSubtype="0" fill="hold" grpId="1" nodeType="afterEffect">
                                  <p:stCondLst>
                                    <p:cond delay="0"/>
                                  </p:stCondLst>
                                  <p:childTnLst>
                                    <p:animEffect transition="out" filter="fade">
                                      <p:cBhvr>
                                        <p:cTn id="55" dur="500" tmFilter="0, 0; .2, .5; .8, .5; 1, 0"/>
                                        <p:tgtEl>
                                          <p:spTgt spid="14"/>
                                        </p:tgtEl>
                                      </p:cBhvr>
                                    </p:animEffect>
                                    <p:animScale>
                                      <p:cBhvr>
                                        <p:cTn id="56" dur="250" autoRev="1" fill="hold"/>
                                        <p:tgtEl>
                                          <p:spTgt spid="14"/>
                                        </p:tgtEl>
                                      </p:cBhvr>
                                      <p:by x="105000" y="105000"/>
                                    </p:animScale>
                                  </p:childTnLst>
                                </p:cTn>
                              </p:par>
                              <p:par>
                                <p:cTn id="57" presetID="26" presetClass="emph" presetSubtype="0" fill="hold" grpId="3" nodeType="withEffect">
                                  <p:stCondLst>
                                    <p:cond delay="0"/>
                                  </p:stCondLst>
                                  <p:childTnLst>
                                    <p:animEffect transition="out" filter="fade">
                                      <p:cBhvr>
                                        <p:cTn id="58" dur="500" tmFilter="0, 0; .2, .5; .8, .5; 1, 0"/>
                                        <p:tgtEl>
                                          <p:spTgt spid="9"/>
                                        </p:tgtEl>
                                      </p:cBhvr>
                                    </p:animEffect>
                                    <p:animScale>
                                      <p:cBhvr>
                                        <p:cTn id="59" dur="250" autoRev="1" fill="hold"/>
                                        <p:tgtEl>
                                          <p:spTgt spid="9"/>
                                        </p:tgtEl>
                                      </p:cBhvr>
                                      <p:by x="105000" y="105000"/>
                                    </p:animScale>
                                  </p:childTnLst>
                                </p:cTn>
                              </p:par>
                            </p:childTnLst>
                          </p:cTn>
                        </p:par>
                        <p:par>
                          <p:cTn id="60" fill="hold" nodeType="afterGroup">
                            <p:stCondLst>
                              <p:cond delay="1500"/>
                            </p:stCondLst>
                            <p:childTnLst>
                              <p:par>
                                <p:cTn id="61" presetID="1" presetClass="entr" presetSubtype="0" fill="hold" grpId="1" nodeType="afterEffect">
                                  <p:stCondLst>
                                    <p:cond delay="500"/>
                                  </p:stCondLst>
                                  <p:childTnLst>
                                    <p:set>
                                      <p:cBhvr>
                                        <p:cTn id="62" dur="1" fill="hold">
                                          <p:stCondLst>
                                            <p:cond delay="0"/>
                                          </p:stCondLst>
                                        </p:cTn>
                                        <p:tgtEl>
                                          <p:spTgt spid="29"/>
                                        </p:tgtEl>
                                        <p:attrNameLst>
                                          <p:attrName>style.visibility</p:attrName>
                                        </p:attrNameLst>
                                      </p:cBhvr>
                                      <p:to>
                                        <p:strVal val="visible"/>
                                      </p:to>
                                    </p:set>
                                  </p:childTnLst>
                                </p:cTn>
                              </p:par>
                            </p:childTnLst>
                          </p:cTn>
                        </p:par>
                        <p:par>
                          <p:cTn id="63" fill="hold" nodeType="afterGroup">
                            <p:stCondLst>
                              <p:cond delay="2000"/>
                            </p:stCondLst>
                            <p:childTnLst>
                              <p:par>
                                <p:cTn id="64" presetID="0" presetClass="path" presetSubtype="0" accel="50000" decel="50000" fill="hold" grpId="0" nodeType="afterEffect">
                                  <p:stCondLst>
                                    <p:cond delay="0"/>
                                  </p:stCondLst>
                                  <p:childTnLst>
                                    <p:animMotion origin="layout" path="M -0.16666 0.17318 C -0.16389 0.12625 -0.16111 0.07954 -0.13333 0.05064 C -0.10555 0.02174 -0.05277 0.01087 2.77778E-7 -1.27168E-6 " pathEditMode="relative" ptsTypes="aaA">
                                      <p:cBhvr>
                                        <p:cTn id="65" dur="2000" fill="hold"/>
                                        <p:tgtEl>
                                          <p:spTgt spid="29"/>
                                        </p:tgtEl>
                                        <p:attrNameLst>
                                          <p:attrName>ppt_x</p:attrName>
                                          <p:attrName>ppt_y</p:attrName>
                                        </p:attrNameLst>
                                      </p:cBhvr>
                                    </p:animMotion>
                                  </p:childTnLst>
                                </p:cTn>
                              </p:par>
                            </p:childTnLst>
                          </p:cTn>
                        </p:par>
                        <p:par>
                          <p:cTn id="66" fill="hold" nodeType="afterGroup">
                            <p:stCondLst>
                              <p:cond delay="4000"/>
                            </p:stCondLst>
                            <p:childTnLst>
                              <p:par>
                                <p:cTn id="67" presetID="1" presetClass="entr" presetSubtype="0" fill="hold" grpId="0" nodeType="afterEffect">
                                  <p:stCondLst>
                                    <p:cond delay="0"/>
                                  </p:stCondLst>
                                  <p:childTnLst>
                                    <p:set>
                                      <p:cBhvr>
                                        <p:cTn id="68" dur="1" fill="hold">
                                          <p:stCondLst>
                                            <p:cond delay="0"/>
                                          </p:stCondLst>
                                        </p:cTn>
                                        <p:tgtEl>
                                          <p:spTgt spid="30"/>
                                        </p:tgtEl>
                                        <p:attrNameLst>
                                          <p:attrName>style.visibility</p:attrName>
                                        </p:attrNameLst>
                                      </p:cBhvr>
                                      <p:to>
                                        <p:strVal val="visible"/>
                                      </p:to>
                                    </p:set>
                                  </p:childTnLst>
                                </p:cTn>
                              </p:par>
                            </p:childTnLst>
                          </p:cTn>
                        </p:par>
                      </p:childTnLst>
                    </p:cTn>
                  </p:par>
                  <p:par>
                    <p:cTn id="69" fill="hold" nodeType="clickPar">
                      <p:stCondLst>
                        <p:cond delay="indefinite"/>
                      </p:stCondLst>
                      <p:childTnLst>
                        <p:par>
                          <p:cTn id="70" fill="hold" nodeType="withGroup">
                            <p:stCondLst>
                              <p:cond delay="0"/>
                            </p:stCondLst>
                            <p:childTnLst>
                              <p:par>
                                <p:cTn id="71" presetID="1" presetClass="entr" presetSubtype="0" fill="hold" grpId="0" nodeType="clickEffect">
                                  <p:stCondLst>
                                    <p:cond delay="0"/>
                                  </p:stCondLst>
                                  <p:childTnLst>
                                    <p:set>
                                      <p:cBhvr>
                                        <p:cTn id="72"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9" grpId="2" animBg="1"/>
      <p:bldP spid="9" grpId="3" animBg="1"/>
      <p:bldP spid="10" grpId="0"/>
      <p:bldP spid="12" grpId="0" animBg="1"/>
      <p:bldP spid="12" grpId="1" animBg="1"/>
      <p:bldP spid="13" grpId="0" animBg="1"/>
      <p:bldP spid="13" grpId="1" animBg="1"/>
      <p:bldP spid="14" grpId="0" animBg="1"/>
      <p:bldP spid="14" grpId="1" animBg="1"/>
      <p:bldP spid="15" grpId="0" animBg="1"/>
      <p:bldP spid="16" grpId="0" animBg="1"/>
      <p:bldP spid="17" grpId="0" animBg="1"/>
      <p:bldP spid="18" grpId="0" animBg="1"/>
      <p:bldP spid="19" grpId="0" animBg="1"/>
      <p:bldP spid="29" grpId="0"/>
      <p:bldP spid="29" grpId="1"/>
      <p:bldP spid="30" grpId="0"/>
      <p:bldP spid="31"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2200" y="1"/>
            <a:ext cx="4495801" cy="981075"/>
          </a:xfrm>
        </p:spPr>
        <p:txBody>
          <a:bodyPr>
            <a:noAutofit/>
          </a:bodyPr>
          <a:lstStyle/>
          <a:p>
            <a:pPr eaLnBrk="1" hangingPunct="1">
              <a:defRPr/>
            </a:pPr>
            <a:r>
              <a:rPr lang="en-AU" dirty="0">
                <a:solidFill>
                  <a:srgbClr val="001A4F"/>
                </a:solidFill>
                <a:effectLst>
                  <a:outerShdw blurRad="38100" dist="38100" dir="2700000" algn="tl">
                    <a:srgbClr val="C0C0C0"/>
                  </a:outerShdw>
                </a:effectLst>
              </a:rPr>
              <a:t>MINH HỌA</a:t>
            </a:r>
          </a:p>
        </p:txBody>
      </p:sp>
      <p:sp>
        <p:nvSpPr>
          <p:cNvPr id="33797"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latin typeface="Myriad Pro"/>
                <a:cs typeface="Myriad Pro"/>
              </a:rPr>
              <a:t>- </a:t>
            </a:r>
            <a:fld id="{535E2391-E4F2-489E-AEAB-9F9E5201A253}" type="slidenum">
              <a:rPr lang="vi-VN" altLang="en-US">
                <a:solidFill>
                  <a:schemeClr val="bg1"/>
                </a:solidFill>
                <a:latin typeface="Myriad Pro"/>
                <a:cs typeface="Myriad Pro"/>
              </a:rPr>
              <a:pPr eaLnBrk="1" hangingPunct="1"/>
              <a:t>9</a:t>
            </a:fld>
            <a:r>
              <a:rPr lang="en-US" altLang="en-US">
                <a:solidFill>
                  <a:schemeClr val="bg1"/>
                </a:solidFill>
                <a:latin typeface="Myriad Pro"/>
                <a:cs typeface="Myriad Pro"/>
              </a:rPr>
              <a:t> -</a:t>
            </a:r>
            <a:endParaRPr lang="vi-VN" altLang="en-US">
              <a:solidFill>
                <a:schemeClr val="bg1"/>
              </a:solidFill>
              <a:latin typeface="Myriad Pro"/>
              <a:cs typeface="Myriad Pro"/>
            </a:endParaRPr>
          </a:p>
        </p:txBody>
      </p:sp>
      <p:sp>
        <p:nvSpPr>
          <p:cNvPr id="9" name="Text Box 3"/>
          <p:cNvSpPr txBox="1">
            <a:spLocks noChangeArrowheads="1"/>
          </p:cNvSpPr>
          <p:nvPr/>
        </p:nvSpPr>
        <p:spPr bwMode="auto">
          <a:xfrm>
            <a:off x="2514600" y="1600200"/>
            <a:ext cx="609600" cy="528638"/>
          </a:xfrm>
          <a:prstGeom prst="rect">
            <a:avLst/>
          </a:prstGeom>
          <a:gradFill rotWithShape="1">
            <a:gsLst>
              <a:gs pos="0">
                <a:srgbClr val="0000FF"/>
              </a:gs>
              <a:gs pos="100000">
                <a:srgbClr val="000076"/>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9</a:t>
            </a:r>
          </a:p>
        </p:txBody>
      </p:sp>
      <p:sp>
        <p:nvSpPr>
          <p:cNvPr id="10" name="Line 5"/>
          <p:cNvSpPr>
            <a:spLocks noChangeShapeType="1"/>
          </p:cNvSpPr>
          <p:nvPr/>
        </p:nvSpPr>
        <p:spPr bwMode="auto">
          <a:xfrm flipH="1" flipV="1">
            <a:off x="3886200" y="3581400"/>
            <a:ext cx="12700" cy="495300"/>
          </a:xfrm>
          <a:prstGeom prst="line">
            <a:avLst/>
          </a:prstGeom>
          <a:noFill/>
          <a:ln w="762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
        <p:nvSpPr>
          <p:cNvPr id="11" name="Text Box 6"/>
          <p:cNvSpPr txBox="1">
            <a:spLocks noChangeArrowheads="1"/>
          </p:cNvSpPr>
          <p:nvPr/>
        </p:nvSpPr>
        <p:spPr bwMode="auto">
          <a:xfrm>
            <a:off x="3581400" y="2890839"/>
            <a:ext cx="609600" cy="528637"/>
          </a:xfrm>
          <a:prstGeom prst="rect">
            <a:avLst/>
          </a:prstGeom>
          <a:gradFill rotWithShape="1">
            <a:gsLst>
              <a:gs pos="0">
                <a:srgbClr val="0000FF"/>
              </a:gs>
              <a:gs pos="100000">
                <a:srgbClr val="000076"/>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7</a:t>
            </a:r>
          </a:p>
        </p:txBody>
      </p:sp>
      <p:sp>
        <p:nvSpPr>
          <p:cNvPr id="12" name="Text Box 7"/>
          <p:cNvSpPr txBox="1">
            <a:spLocks noChangeArrowheads="1"/>
          </p:cNvSpPr>
          <p:nvPr/>
        </p:nvSpPr>
        <p:spPr bwMode="auto">
          <a:xfrm>
            <a:off x="4191000" y="2890839"/>
            <a:ext cx="609600" cy="528637"/>
          </a:xfrm>
          <a:prstGeom prst="rect">
            <a:avLst/>
          </a:prstGeom>
          <a:gradFill rotWithShape="1">
            <a:gsLst>
              <a:gs pos="0">
                <a:srgbClr val="0000FF"/>
              </a:gs>
              <a:gs pos="100000">
                <a:srgbClr val="000076"/>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13</a:t>
            </a:r>
          </a:p>
        </p:txBody>
      </p:sp>
      <p:sp>
        <p:nvSpPr>
          <p:cNvPr id="13" name="Text Box 8"/>
          <p:cNvSpPr txBox="1">
            <a:spLocks noChangeArrowheads="1"/>
          </p:cNvSpPr>
          <p:nvPr/>
        </p:nvSpPr>
        <p:spPr bwMode="auto">
          <a:xfrm>
            <a:off x="4800600" y="2890839"/>
            <a:ext cx="609600" cy="528637"/>
          </a:xfrm>
          <a:prstGeom prst="rect">
            <a:avLst/>
          </a:prstGeom>
          <a:gradFill rotWithShape="1">
            <a:gsLst>
              <a:gs pos="0">
                <a:srgbClr val="0000FF"/>
              </a:gs>
              <a:gs pos="100000">
                <a:srgbClr val="000076"/>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5</a:t>
            </a:r>
          </a:p>
        </p:txBody>
      </p:sp>
      <p:sp>
        <p:nvSpPr>
          <p:cNvPr id="14" name="Text Box 9"/>
          <p:cNvSpPr txBox="1">
            <a:spLocks noChangeArrowheads="1"/>
          </p:cNvSpPr>
          <p:nvPr/>
        </p:nvSpPr>
        <p:spPr bwMode="auto">
          <a:xfrm>
            <a:off x="5410200" y="2890839"/>
            <a:ext cx="609600" cy="528637"/>
          </a:xfrm>
          <a:prstGeom prst="rect">
            <a:avLst/>
          </a:prstGeom>
          <a:gradFill rotWithShape="1">
            <a:gsLst>
              <a:gs pos="0">
                <a:srgbClr val="0000FF"/>
              </a:gs>
              <a:gs pos="100000">
                <a:srgbClr val="000076"/>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21</a:t>
            </a:r>
          </a:p>
        </p:txBody>
      </p:sp>
      <p:sp>
        <p:nvSpPr>
          <p:cNvPr id="15" name="Text Box 10"/>
          <p:cNvSpPr txBox="1">
            <a:spLocks noChangeArrowheads="1"/>
          </p:cNvSpPr>
          <p:nvPr/>
        </p:nvSpPr>
        <p:spPr bwMode="auto">
          <a:xfrm>
            <a:off x="6019800" y="2890839"/>
            <a:ext cx="609600" cy="528637"/>
          </a:xfrm>
          <a:prstGeom prst="rect">
            <a:avLst/>
          </a:prstGeom>
          <a:gradFill rotWithShape="1">
            <a:gsLst>
              <a:gs pos="0">
                <a:srgbClr val="0000FF"/>
              </a:gs>
              <a:gs pos="100000">
                <a:srgbClr val="000076"/>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6</a:t>
            </a:r>
          </a:p>
        </p:txBody>
      </p:sp>
      <p:sp>
        <p:nvSpPr>
          <p:cNvPr id="16" name="Text Box 11"/>
          <p:cNvSpPr txBox="1">
            <a:spLocks noChangeArrowheads="1"/>
          </p:cNvSpPr>
          <p:nvPr/>
        </p:nvSpPr>
        <p:spPr bwMode="auto">
          <a:xfrm>
            <a:off x="6629400" y="2890839"/>
            <a:ext cx="609600" cy="528637"/>
          </a:xfrm>
          <a:prstGeom prst="rect">
            <a:avLst/>
          </a:prstGeom>
          <a:gradFill rotWithShape="1">
            <a:gsLst>
              <a:gs pos="0">
                <a:srgbClr val="0000FF"/>
              </a:gs>
              <a:gs pos="100000">
                <a:srgbClr val="000076"/>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2</a:t>
            </a:r>
          </a:p>
        </p:txBody>
      </p:sp>
      <p:sp>
        <p:nvSpPr>
          <p:cNvPr id="17" name="Text Box 12"/>
          <p:cNvSpPr txBox="1">
            <a:spLocks noChangeArrowheads="1"/>
          </p:cNvSpPr>
          <p:nvPr/>
        </p:nvSpPr>
        <p:spPr bwMode="auto">
          <a:xfrm>
            <a:off x="7239000" y="2890839"/>
            <a:ext cx="609600" cy="528637"/>
          </a:xfrm>
          <a:prstGeom prst="rect">
            <a:avLst/>
          </a:prstGeom>
          <a:gradFill rotWithShape="1">
            <a:gsLst>
              <a:gs pos="0">
                <a:srgbClr val="0000FF"/>
              </a:gs>
              <a:gs pos="100000">
                <a:srgbClr val="000076"/>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8</a:t>
            </a:r>
          </a:p>
        </p:txBody>
      </p:sp>
      <p:sp>
        <p:nvSpPr>
          <p:cNvPr id="18" name="Text Box 13"/>
          <p:cNvSpPr txBox="1">
            <a:spLocks noChangeArrowheads="1"/>
          </p:cNvSpPr>
          <p:nvPr/>
        </p:nvSpPr>
        <p:spPr bwMode="auto">
          <a:xfrm>
            <a:off x="7848600" y="2890839"/>
            <a:ext cx="609600" cy="528637"/>
          </a:xfrm>
          <a:prstGeom prst="rect">
            <a:avLst/>
          </a:prstGeom>
          <a:gradFill rotWithShape="1">
            <a:gsLst>
              <a:gs pos="0">
                <a:srgbClr val="0000FF"/>
              </a:gs>
              <a:gs pos="100000">
                <a:srgbClr val="000076"/>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b="1">
                <a:solidFill>
                  <a:schemeClr val="bg1"/>
                </a:solidFill>
                <a:latin typeface="Arial" panose="020B0604020202020204" pitchFamily="34" charset="0"/>
                <a:cs typeface="Arial" panose="020B0604020202020204" pitchFamily="34" charset="0"/>
              </a:rPr>
              <a:t>15</a:t>
            </a:r>
          </a:p>
        </p:txBody>
      </p:sp>
      <p:grpSp>
        <p:nvGrpSpPr>
          <p:cNvPr id="19" name="Group 14"/>
          <p:cNvGrpSpPr>
            <a:grpSpLocks/>
          </p:cNvGrpSpPr>
          <p:nvPr/>
        </p:nvGrpSpPr>
        <p:grpSpPr bwMode="auto">
          <a:xfrm>
            <a:off x="3733800" y="2551114"/>
            <a:ext cx="4579938" cy="369887"/>
            <a:chOff x="1392" y="1607"/>
            <a:chExt cx="2885" cy="233"/>
          </a:xfrm>
        </p:grpSpPr>
        <p:sp>
          <p:nvSpPr>
            <p:cNvPr id="33815" name="Text Box 15"/>
            <p:cNvSpPr txBox="1">
              <a:spLocks noChangeArrowheads="1"/>
            </p:cNvSpPr>
            <p:nvPr/>
          </p:nvSpPr>
          <p:spPr bwMode="auto">
            <a:xfrm>
              <a:off x="1392"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1</a:t>
              </a:r>
            </a:p>
          </p:txBody>
        </p:sp>
        <p:sp>
          <p:nvSpPr>
            <p:cNvPr id="33816" name="Text Box 16"/>
            <p:cNvSpPr txBox="1">
              <a:spLocks noChangeArrowheads="1"/>
            </p:cNvSpPr>
            <p:nvPr/>
          </p:nvSpPr>
          <p:spPr bwMode="auto">
            <a:xfrm>
              <a:off x="1824"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2</a:t>
              </a:r>
            </a:p>
          </p:txBody>
        </p:sp>
        <p:sp>
          <p:nvSpPr>
            <p:cNvPr id="33817" name="Text Box 17"/>
            <p:cNvSpPr txBox="1">
              <a:spLocks noChangeArrowheads="1"/>
            </p:cNvSpPr>
            <p:nvPr/>
          </p:nvSpPr>
          <p:spPr bwMode="auto">
            <a:xfrm>
              <a:off x="2160"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3</a:t>
              </a:r>
            </a:p>
          </p:txBody>
        </p:sp>
        <p:sp>
          <p:nvSpPr>
            <p:cNvPr id="33818" name="Text Box 18"/>
            <p:cNvSpPr txBox="1">
              <a:spLocks noChangeArrowheads="1"/>
            </p:cNvSpPr>
            <p:nvPr/>
          </p:nvSpPr>
          <p:spPr bwMode="auto">
            <a:xfrm>
              <a:off x="2544"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4</a:t>
              </a:r>
            </a:p>
          </p:txBody>
        </p:sp>
        <p:sp>
          <p:nvSpPr>
            <p:cNvPr id="33819" name="Text Box 19"/>
            <p:cNvSpPr txBox="1">
              <a:spLocks noChangeArrowheads="1"/>
            </p:cNvSpPr>
            <p:nvPr/>
          </p:nvSpPr>
          <p:spPr bwMode="auto">
            <a:xfrm>
              <a:off x="2928"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5</a:t>
              </a:r>
            </a:p>
          </p:txBody>
        </p:sp>
        <p:sp>
          <p:nvSpPr>
            <p:cNvPr id="33820" name="Text Box 20"/>
            <p:cNvSpPr txBox="1">
              <a:spLocks noChangeArrowheads="1"/>
            </p:cNvSpPr>
            <p:nvPr/>
          </p:nvSpPr>
          <p:spPr bwMode="auto">
            <a:xfrm>
              <a:off x="3312"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6</a:t>
              </a:r>
            </a:p>
          </p:txBody>
        </p:sp>
        <p:sp>
          <p:nvSpPr>
            <p:cNvPr id="33821" name="Text Box 21"/>
            <p:cNvSpPr txBox="1">
              <a:spLocks noChangeArrowheads="1"/>
            </p:cNvSpPr>
            <p:nvPr/>
          </p:nvSpPr>
          <p:spPr bwMode="auto">
            <a:xfrm>
              <a:off x="3696"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7</a:t>
              </a:r>
            </a:p>
          </p:txBody>
        </p:sp>
        <p:sp>
          <p:nvSpPr>
            <p:cNvPr id="33822" name="Text Box 22"/>
            <p:cNvSpPr txBox="1">
              <a:spLocks noChangeArrowheads="1"/>
            </p:cNvSpPr>
            <p:nvPr/>
          </p:nvSpPr>
          <p:spPr bwMode="auto">
            <a:xfrm>
              <a:off x="4080"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8</a:t>
              </a:r>
            </a:p>
          </p:txBody>
        </p:sp>
      </p:grpSp>
      <p:sp>
        <p:nvSpPr>
          <p:cNvPr id="28" name="Text Box 23"/>
          <p:cNvSpPr txBox="1">
            <a:spLocks noChangeArrowheads="1"/>
          </p:cNvSpPr>
          <p:nvPr/>
        </p:nvSpPr>
        <p:spPr bwMode="auto">
          <a:xfrm>
            <a:off x="6613525" y="4830764"/>
            <a:ext cx="2278188" cy="461665"/>
          </a:xfrm>
          <a:prstGeom prst="rect">
            <a:avLst/>
          </a:prstGeom>
          <a:noFill/>
          <a:ln w="9525">
            <a:noFill/>
            <a:miter lim="800000"/>
            <a:headEnd/>
            <a:tailEnd/>
          </a:ln>
        </p:spPr>
        <p:txBody>
          <a:bodyPr wrap="none">
            <a:spAutoFit/>
          </a:bodyPr>
          <a:lstStyle/>
          <a:p>
            <a:pPr>
              <a:defRPr/>
            </a:pPr>
            <a:r>
              <a:rPr lang="en-US" sz="2400" b="1" dirty="0" err="1">
                <a:solidFill>
                  <a:srgbClr val="FF3300"/>
                </a:solidFill>
                <a:cs typeface="Arial" charset="0"/>
              </a:rPr>
              <a:t>Không</a:t>
            </a:r>
            <a:r>
              <a:rPr lang="en-US" sz="2400" b="1" dirty="0">
                <a:solidFill>
                  <a:srgbClr val="FF3300"/>
                </a:solidFill>
                <a:cs typeface="Arial" charset="0"/>
              </a:rPr>
              <a:t> </a:t>
            </a:r>
            <a:r>
              <a:rPr lang="en-US" sz="2400" b="1" dirty="0" err="1">
                <a:solidFill>
                  <a:srgbClr val="FF3300"/>
                </a:solidFill>
                <a:cs typeface="Arial" charset="0"/>
              </a:rPr>
              <a:t>tìm</a:t>
            </a:r>
            <a:r>
              <a:rPr lang="en-US" sz="2400" b="1" dirty="0">
                <a:solidFill>
                  <a:srgbClr val="FF3300"/>
                </a:solidFill>
                <a:cs typeface="Arial" charset="0"/>
              </a:rPr>
              <a:t> </a:t>
            </a:r>
            <a:r>
              <a:rPr lang="en-US" sz="2400" b="1" dirty="0" err="1">
                <a:solidFill>
                  <a:srgbClr val="FF3300"/>
                </a:solidFill>
                <a:cs typeface="Arial" charset="0"/>
              </a:rPr>
              <a:t>thấy</a:t>
            </a:r>
            <a:endParaRPr lang="en-US" sz="2400" b="1" dirty="0">
              <a:solidFill>
                <a:srgbClr val="FF3300"/>
              </a:solidFill>
              <a:cs typeface="Arial" charset="0"/>
            </a:endParaRPr>
          </a:p>
        </p:txBody>
      </p:sp>
      <p:grpSp>
        <p:nvGrpSpPr>
          <p:cNvPr id="29" name="Group 24"/>
          <p:cNvGrpSpPr>
            <a:grpSpLocks/>
          </p:cNvGrpSpPr>
          <p:nvPr/>
        </p:nvGrpSpPr>
        <p:grpSpPr bwMode="auto">
          <a:xfrm>
            <a:off x="8686800" y="2895600"/>
            <a:ext cx="533400" cy="609600"/>
            <a:chOff x="4512" y="1824"/>
            <a:chExt cx="336" cy="384"/>
          </a:xfrm>
        </p:grpSpPr>
        <p:sp>
          <p:nvSpPr>
            <p:cNvPr id="33813" name="Line 25"/>
            <p:cNvSpPr>
              <a:spLocks noChangeShapeType="1"/>
            </p:cNvSpPr>
            <p:nvPr/>
          </p:nvSpPr>
          <p:spPr bwMode="auto">
            <a:xfrm flipH="1">
              <a:off x="4512" y="1824"/>
              <a:ext cx="336" cy="38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3814" name="Line 26"/>
            <p:cNvSpPr>
              <a:spLocks noChangeShapeType="1"/>
            </p:cNvSpPr>
            <p:nvPr/>
          </p:nvSpPr>
          <p:spPr bwMode="auto">
            <a:xfrm>
              <a:off x="4512" y="1824"/>
              <a:ext cx="336" cy="384"/>
            </a:xfrm>
            <a:prstGeom prst="line">
              <a:avLst/>
            </a:prstGeom>
            <a:noFill/>
            <a:ln w="28575">
              <a:solidFill>
                <a:srgbClr val="FF33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32" name="Text Box 27"/>
          <p:cNvSpPr txBox="1">
            <a:spLocks noChangeArrowheads="1"/>
          </p:cNvSpPr>
          <p:nvPr/>
        </p:nvSpPr>
        <p:spPr bwMode="auto">
          <a:xfrm>
            <a:off x="6705600" y="5410201"/>
            <a:ext cx="25394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en-US" sz="2400" b="1" dirty="0" err="1">
                <a:solidFill>
                  <a:srgbClr val="3366CC"/>
                </a:solidFill>
                <a:cs typeface="Arial" charset="0"/>
              </a:rPr>
              <a:t>Số</a:t>
            </a:r>
            <a:r>
              <a:rPr lang="en-US" sz="2400" b="1" dirty="0">
                <a:solidFill>
                  <a:srgbClr val="3366CC"/>
                </a:solidFill>
                <a:cs typeface="Arial" charset="0"/>
              </a:rPr>
              <a:t> </a:t>
            </a:r>
            <a:r>
              <a:rPr lang="en-US" sz="2400" b="1" dirty="0" err="1">
                <a:solidFill>
                  <a:srgbClr val="3366CC"/>
                </a:solidFill>
                <a:cs typeface="Arial" charset="0"/>
              </a:rPr>
              <a:t>lần</a:t>
            </a:r>
            <a:r>
              <a:rPr lang="en-US" sz="2400" b="1" dirty="0">
                <a:solidFill>
                  <a:srgbClr val="3366CC"/>
                </a:solidFill>
                <a:cs typeface="Arial" charset="0"/>
              </a:rPr>
              <a:t> so </a:t>
            </a:r>
            <a:r>
              <a:rPr lang="en-US" sz="2400" b="1" dirty="0" err="1">
                <a:solidFill>
                  <a:srgbClr val="3366CC"/>
                </a:solidFill>
                <a:cs typeface="Arial" charset="0"/>
              </a:rPr>
              <a:t>sánh</a:t>
            </a:r>
            <a:r>
              <a:rPr lang="en-US" sz="2400" b="1" dirty="0">
                <a:solidFill>
                  <a:srgbClr val="3366CC"/>
                </a:solidFill>
                <a:cs typeface="Arial" charset="0"/>
              </a:rPr>
              <a:t>: 8</a:t>
            </a:r>
          </a:p>
        </p:txBody>
      </p:sp>
      <p:sp>
        <p:nvSpPr>
          <p:cNvPr id="33" name="Text Box 28"/>
          <p:cNvSpPr txBox="1">
            <a:spLocks noChangeArrowheads="1"/>
          </p:cNvSpPr>
          <p:nvPr/>
        </p:nvSpPr>
        <p:spPr bwMode="auto">
          <a:xfrm>
            <a:off x="1111250" y="1728728"/>
            <a:ext cx="12073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en-US" sz="2000" dirty="0" err="1">
                <a:solidFill>
                  <a:srgbClr val="FF3300"/>
                </a:solidFill>
                <a:cs typeface="Arial" charset="0"/>
              </a:rPr>
              <a:t>Khóa</a:t>
            </a:r>
            <a:r>
              <a:rPr lang="en-US" sz="2000" dirty="0">
                <a:solidFill>
                  <a:srgbClr val="FF3300"/>
                </a:solidFill>
                <a:cs typeface="Arial" charset="0"/>
              </a:rPr>
              <a:t> </a:t>
            </a:r>
            <a:r>
              <a:rPr lang="en-US" sz="2000" dirty="0" err="1">
                <a:solidFill>
                  <a:srgbClr val="FF3300"/>
                </a:solidFill>
                <a:cs typeface="Arial" charset="0"/>
              </a:rPr>
              <a:t>tìm</a:t>
            </a:r>
            <a:endParaRPr lang="en-US" sz="2000" dirty="0">
              <a:solidFill>
                <a:srgbClr val="FF3300"/>
              </a:solidFill>
              <a:cs typeface="Arial" charset="0"/>
            </a:endParaRPr>
          </a:p>
        </p:txBody>
      </p:sp>
    </p:spTree>
    <p:extLst>
      <p:ext uri="{BB962C8B-B14F-4D97-AF65-F5344CB8AC3E}">
        <p14:creationId xmlns:p14="http://schemas.microsoft.com/office/powerpoint/2010/main" val="205713099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childTnLst>
                          </p:cTn>
                        </p:par>
                        <p:par>
                          <p:cTn id="29" fill="hold" nodeType="afterGroup">
                            <p:stCondLst>
                              <p:cond delay="0"/>
                            </p:stCondLst>
                            <p:childTnLst>
                              <p:par>
                                <p:cTn id="30" presetID="26" presetClass="emph" presetSubtype="0" fill="hold" grpId="1" nodeType="afterEffect">
                                  <p:stCondLst>
                                    <p:cond delay="0"/>
                                  </p:stCondLst>
                                  <p:childTnLst>
                                    <p:animEffect transition="out" filter="fade">
                                      <p:cBhvr>
                                        <p:cTn id="31" dur="500" tmFilter="0, 0; .2, .5; .8, .5; 1, 0"/>
                                        <p:tgtEl>
                                          <p:spTgt spid="11"/>
                                        </p:tgtEl>
                                      </p:cBhvr>
                                    </p:animEffect>
                                    <p:animScale>
                                      <p:cBhvr>
                                        <p:cTn id="32" dur="250" autoRev="1" fill="hold"/>
                                        <p:tgtEl>
                                          <p:spTgt spid="11"/>
                                        </p:tgtEl>
                                      </p:cBhvr>
                                      <p:by x="105000" y="105000"/>
                                    </p:animScale>
                                  </p:childTnLst>
                                </p:cTn>
                              </p:par>
                              <p:par>
                                <p:cTn id="33" presetID="26" presetClass="emph" presetSubtype="0" fill="hold" grpId="1" nodeType="withEffect">
                                  <p:stCondLst>
                                    <p:cond delay="0"/>
                                  </p:stCondLst>
                                  <p:childTnLst>
                                    <p:animEffect transition="out" filter="fade">
                                      <p:cBhvr>
                                        <p:cTn id="34" dur="500" tmFilter="0, 0; .2, .5; .8, .5; 1, 0"/>
                                        <p:tgtEl>
                                          <p:spTgt spid="9"/>
                                        </p:tgtEl>
                                      </p:cBhvr>
                                    </p:animEffect>
                                    <p:animScale>
                                      <p:cBhvr>
                                        <p:cTn id="35" dur="250" autoRev="1" fill="hold"/>
                                        <p:tgtEl>
                                          <p:spTgt spid="9"/>
                                        </p:tgtEl>
                                      </p:cBhvr>
                                      <p:by x="105000" y="105000"/>
                                    </p:animScale>
                                  </p:childTnLst>
                                </p:cTn>
                              </p:par>
                            </p:childTnLst>
                          </p:cTn>
                        </p:par>
                      </p:childTnLst>
                    </p:cTn>
                  </p:par>
                  <p:par>
                    <p:cTn id="36" fill="hold" nodeType="clickPar">
                      <p:stCondLst>
                        <p:cond delay="indefinite"/>
                      </p:stCondLst>
                      <p:childTnLst>
                        <p:par>
                          <p:cTn id="37" fill="hold" nodeType="withGroup">
                            <p:stCondLst>
                              <p:cond delay="0"/>
                            </p:stCondLst>
                            <p:childTnLst>
                              <p:par>
                                <p:cTn id="38" presetID="63" presetClass="path" presetSubtype="0" accel="50000" decel="50000" fill="hold" nodeType="clickEffect">
                                  <p:stCondLst>
                                    <p:cond delay="0"/>
                                  </p:stCondLst>
                                  <p:childTnLst>
                                    <p:animMotion origin="layout" path="M -8.33333E-7 -3.33333E-6 L 0.06667 -3.33333E-6 " pathEditMode="relative" rAng="0" ptsTypes="AA">
                                      <p:cBhvr>
                                        <p:cTn id="39" dur="1000" fill="hold"/>
                                        <p:tgtEl>
                                          <p:spTgt spid="10"/>
                                        </p:tgtEl>
                                        <p:attrNameLst>
                                          <p:attrName>ppt_x</p:attrName>
                                          <p:attrName>ppt_y</p:attrName>
                                        </p:attrNameLst>
                                      </p:cBhvr>
                                      <p:rCtr x="3333" y="0"/>
                                    </p:animMotion>
                                  </p:childTnLst>
                                </p:cTn>
                              </p:par>
                            </p:childTnLst>
                          </p:cTn>
                        </p:par>
                        <p:par>
                          <p:cTn id="40" fill="hold" nodeType="afterGroup">
                            <p:stCondLst>
                              <p:cond delay="1000"/>
                            </p:stCondLst>
                            <p:childTnLst>
                              <p:par>
                                <p:cTn id="41" presetID="26" presetClass="emph" presetSubtype="0" fill="hold" grpId="1" nodeType="afterEffect">
                                  <p:stCondLst>
                                    <p:cond delay="0"/>
                                  </p:stCondLst>
                                  <p:childTnLst>
                                    <p:animEffect transition="out" filter="fade">
                                      <p:cBhvr>
                                        <p:cTn id="42" dur="500" tmFilter="0, 0; .2, .5; .8, .5; 1, 0"/>
                                        <p:tgtEl>
                                          <p:spTgt spid="12"/>
                                        </p:tgtEl>
                                      </p:cBhvr>
                                    </p:animEffect>
                                    <p:animScale>
                                      <p:cBhvr>
                                        <p:cTn id="43" dur="250" autoRev="1" fill="hold"/>
                                        <p:tgtEl>
                                          <p:spTgt spid="12"/>
                                        </p:tgtEl>
                                      </p:cBhvr>
                                      <p:by x="105000" y="105000"/>
                                    </p:animScale>
                                  </p:childTnLst>
                                </p:cTn>
                              </p:par>
                              <p:par>
                                <p:cTn id="44" presetID="26" presetClass="emph" presetSubtype="0" fill="hold" grpId="2" nodeType="withEffect">
                                  <p:stCondLst>
                                    <p:cond delay="0"/>
                                  </p:stCondLst>
                                  <p:childTnLst>
                                    <p:animEffect transition="out" filter="fade">
                                      <p:cBhvr>
                                        <p:cTn id="45" dur="500" tmFilter="0, 0; .2, .5; .8, .5; 1, 0"/>
                                        <p:tgtEl>
                                          <p:spTgt spid="9"/>
                                        </p:tgtEl>
                                      </p:cBhvr>
                                    </p:animEffect>
                                    <p:animScale>
                                      <p:cBhvr>
                                        <p:cTn id="46" dur="250" autoRev="1" fill="hold"/>
                                        <p:tgtEl>
                                          <p:spTgt spid="9"/>
                                        </p:tgtEl>
                                      </p:cBhvr>
                                      <p:by x="105000" y="105000"/>
                                    </p:animScale>
                                  </p:childTnLst>
                                </p:cTn>
                              </p:par>
                            </p:childTnLst>
                          </p:cTn>
                        </p:par>
                      </p:childTnLst>
                    </p:cTn>
                  </p:par>
                  <p:par>
                    <p:cTn id="47" fill="hold" nodeType="clickPar">
                      <p:stCondLst>
                        <p:cond delay="indefinite"/>
                      </p:stCondLst>
                      <p:childTnLst>
                        <p:par>
                          <p:cTn id="48" fill="hold" nodeType="withGroup">
                            <p:stCondLst>
                              <p:cond delay="0"/>
                            </p:stCondLst>
                            <p:childTnLst>
                              <p:par>
                                <p:cTn id="49" presetID="63" presetClass="path" presetSubtype="0" accel="50000" decel="50000" fill="hold" nodeType="clickEffect">
                                  <p:stCondLst>
                                    <p:cond delay="0"/>
                                  </p:stCondLst>
                                  <p:childTnLst>
                                    <p:animMotion origin="layout" path="M 0.06667 -1.11111E-6 L 0.13333 -3.33333E-6 " pathEditMode="relative" rAng="0" ptsTypes="AA">
                                      <p:cBhvr>
                                        <p:cTn id="50" dur="1000" fill="hold"/>
                                        <p:tgtEl>
                                          <p:spTgt spid="10"/>
                                        </p:tgtEl>
                                        <p:attrNameLst>
                                          <p:attrName>ppt_x</p:attrName>
                                          <p:attrName>ppt_y</p:attrName>
                                        </p:attrNameLst>
                                      </p:cBhvr>
                                      <p:rCtr x="4193" y="-463"/>
                                    </p:animMotion>
                                  </p:childTnLst>
                                </p:cTn>
                              </p:par>
                            </p:childTnLst>
                          </p:cTn>
                        </p:par>
                        <p:par>
                          <p:cTn id="51" fill="hold" nodeType="afterGroup">
                            <p:stCondLst>
                              <p:cond delay="1000"/>
                            </p:stCondLst>
                            <p:childTnLst>
                              <p:par>
                                <p:cTn id="52" presetID="26" presetClass="emph" presetSubtype="0" fill="hold" grpId="1" nodeType="afterEffect">
                                  <p:stCondLst>
                                    <p:cond delay="0"/>
                                  </p:stCondLst>
                                  <p:childTnLst>
                                    <p:animEffect transition="out" filter="fade">
                                      <p:cBhvr>
                                        <p:cTn id="53" dur="500" tmFilter="0, 0; .2, .5; .8, .5; 1, 0"/>
                                        <p:tgtEl>
                                          <p:spTgt spid="13"/>
                                        </p:tgtEl>
                                      </p:cBhvr>
                                    </p:animEffect>
                                    <p:animScale>
                                      <p:cBhvr>
                                        <p:cTn id="54" dur="250" autoRev="1" fill="hold"/>
                                        <p:tgtEl>
                                          <p:spTgt spid="13"/>
                                        </p:tgtEl>
                                      </p:cBhvr>
                                      <p:by x="105000" y="105000"/>
                                    </p:animScale>
                                  </p:childTnLst>
                                </p:cTn>
                              </p:par>
                              <p:par>
                                <p:cTn id="55" presetID="26" presetClass="emph" presetSubtype="0" fill="hold" grpId="3" nodeType="withEffect">
                                  <p:stCondLst>
                                    <p:cond delay="0"/>
                                  </p:stCondLst>
                                  <p:childTnLst>
                                    <p:animEffect transition="out" filter="fade">
                                      <p:cBhvr>
                                        <p:cTn id="56" dur="500" tmFilter="0, 0; .2, .5; .8, .5; 1, 0"/>
                                        <p:tgtEl>
                                          <p:spTgt spid="9"/>
                                        </p:tgtEl>
                                      </p:cBhvr>
                                    </p:animEffect>
                                    <p:animScale>
                                      <p:cBhvr>
                                        <p:cTn id="57" dur="250" autoRev="1" fill="hold"/>
                                        <p:tgtEl>
                                          <p:spTgt spid="9"/>
                                        </p:tgtEl>
                                      </p:cBhvr>
                                      <p:by x="105000" y="105000"/>
                                    </p:animScale>
                                  </p:childTnLst>
                                </p:cTn>
                              </p:par>
                            </p:childTnLst>
                          </p:cTn>
                        </p:par>
                      </p:childTnLst>
                    </p:cTn>
                  </p:par>
                  <p:par>
                    <p:cTn id="58" fill="hold" nodeType="clickPar">
                      <p:stCondLst>
                        <p:cond delay="indefinite"/>
                      </p:stCondLst>
                      <p:childTnLst>
                        <p:par>
                          <p:cTn id="59" fill="hold" nodeType="withGroup">
                            <p:stCondLst>
                              <p:cond delay="0"/>
                            </p:stCondLst>
                            <p:childTnLst>
                              <p:par>
                                <p:cTn id="60" presetID="63" presetClass="path" presetSubtype="0" accel="50000" decel="50000" fill="hold" nodeType="clickEffect">
                                  <p:stCondLst>
                                    <p:cond delay="0"/>
                                  </p:stCondLst>
                                  <p:childTnLst>
                                    <p:animMotion origin="layout" path="M 0.06667 1.85185E-6 L 0.19167 -3.33333E-6 " pathEditMode="relative" rAng="0" ptsTypes="AA">
                                      <p:cBhvr>
                                        <p:cTn id="61" dur="1000" fill="hold"/>
                                        <p:tgtEl>
                                          <p:spTgt spid="10"/>
                                        </p:tgtEl>
                                        <p:attrNameLst>
                                          <p:attrName>ppt_x</p:attrName>
                                          <p:attrName>ppt_y</p:attrName>
                                        </p:attrNameLst>
                                      </p:cBhvr>
                                      <p:rCtr x="3945" y="509"/>
                                    </p:animMotion>
                                  </p:childTnLst>
                                </p:cTn>
                              </p:par>
                            </p:childTnLst>
                          </p:cTn>
                        </p:par>
                        <p:par>
                          <p:cTn id="62" fill="hold" nodeType="afterGroup">
                            <p:stCondLst>
                              <p:cond delay="1000"/>
                            </p:stCondLst>
                            <p:childTnLst>
                              <p:par>
                                <p:cTn id="63" presetID="26" presetClass="emph" presetSubtype="0" fill="hold" grpId="1" nodeType="afterEffect">
                                  <p:stCondLst>
                                    <p:cond delay="0"/>
                                  </p:stCondLst>
                                  <p:childTnLst>
                                    <p:animEffect transition="out" filter="fade">
                                      <p:cBhvr>
                                        <p:cTn id="64" dur="500" tmFilter="0, 0; .2, .5; .8, .5; 1, 0"/>
                                        <p:tgtEl>
                                          <p:spTgt spid="14"/>
                                        </p:tgtEl>
                                      </p:cBhvr>
                                    </p:animEffect>
                                    <p:animScale>
                                      <p:cBhvr>
                                        <p:cTn id="65" dur="250" autoRev="1" fill="hold"/>
                                        <p:tgtEl>
                                          <p:spTgt spid="14"/>
                                        </p:tgtEl>
                                      </p:cBhvr>
                                      <p:by x="105000" y="105000"/>
                                    </p:animScale>
                                  </p:childTnLst>
                                </p:cTn>
                              </p:par>
                              <p:par>
                                <p:cTn id="66" presetID="26" presetClass="emph" presetSubtype="0" fill="hold" grpId="4" nodeType="withEffect">
                                  <p:stCondLst>
                                    <p:cond delay="0"/>
                                  </p:stCondLst>
                                  <p:childTnLst>
                                    <p:animEffect transition="out" filter="fade">
                                      <p:cBhvr>
                                        <p:cTn id="67" dur="500" tmFilter="0, 0; .2, .5; .8, .5; 1, 0"/>
                                        <p:tgtEl>
                                          <p:spTgt spid="9"/>
                                        </p:tgtEl>
                                      </p:cBhvr>
                                    </p:animEffect>
                                    <p:animScale>
                                      <p:cBhvr>
                                        <p:cTn id="68" dur="250" autoRev="1" fill="hold"/>
                                        <p:tgtEl>
                                          <p:spTgt spid="9"/>
                                        </p:tgtEl>
                                      </p:cBhvr>
                                      <p:by x="105000" y="105000"/>
                                    </p:animScale>
                                  </p:childTnLst>
                                </p:cTn>
                              </p:par>
                            </p:childTnLst>
                          </p:cTn>
                        </p:par>
                      </p:childTnLst>
                    </p:cTn>
                  </p:par>
                  <p:par>
                    <p:cTn id="69" fill="hold" nodeType="clickPar">
                      <p:stCondLst>
                        <p:cond delay="indefinite"/>
                      </p:stCondLst>
                      <p:childTnLst>
                        <p:par>
                          <p:cTn id="70" fill="hold" nodeType="withGroup">
                            <p:stCondLst>
                              <p:cond delay="0"/>
                            </p:stCondLst>
                            <p:childTnLst>
                              <p:par>
                                <p:cTn id="71" presetID="63" presetClass="path" presetSubtype="0" accel="50000" decel="50000" fill="hold" nodeType="clickEffect">
                                  <p:stCondLst>
                                    <p:cond delay="0"/>
                                  </p:stCondLst>
                                  <p:childTnLst>
                                    <p:animMotion origin="layout" path="M 0.19167 1.7341E-6 L 0.26667 1.7341E-6 " pathEditMode="relative" rAng="0" ptsTypes="AA">
                                      <p:cBhvr>
                                        <p:cTn id="72" dur="1000" fill="hold"/>
                                        <p:tgtEl>
                                          <p:spTgt spid="10"/>
                                        </p:tgtEl>
                                        <p:attrNameLst>
                                          <p:attrName>ppt_x</p:attrName>
                                          <p:attrName>ppt_y</p:attrName>
                                        </p:attrNameLst>
                                      </p:cBhvr>
                                      <p:rCtr x="3750" y="0"/>
                                    </p:animMotion>
                                  </p:childTnLst>
                                </p:cTn>
                              </p:par>
                            </p:childTnLst>
                          </p:cTn>
                        </p:par>
                        <p:par>
                          <p:cTn id="73" fill="hold" nodeType="afterGroup">
                            <p:stCondLst>
                              <p:cond delay="1000"/>
                            </p:stCondLst>
                            <p:childTnLst>
                              <p:par>
                                <p:cTn id="74" presetID="26" presetClass="emph" presetSubtype="0" fill="hold" grpId="5" nodeType="afterEffect">
                                  <p:stCondLst>
                                    <p:cond delay="0"/>
                                  </p:stCondLst>
                                  <p:childTnLst>
                                    <p:animEffect transition="out" filter="fade">
                                      <p:cBhvr>
                                        <p:cTn id="75" dur="500" tmFilter="0, 0; .2, .5; .8, .5; 1, 0"/>
                                        <p:tgtEl>
                                          <p:spTgt spid="9"/>
                                        </p:tgtEl>
                                      </p:cBhvr>
                                    </p:animEffect>
                                    <p:animScale>
                                      <p:cBhvr>
                                        <p:cTn id="76" dur="250" autoRev="1" fill="hold"/>
                                        <p:tgtEl>
                                          <p:spTgt spid="9"/>
                                        </p:tgtEl>
                                      </p:cBhvr>
                                      <p:by x="105000" y="105000"/>
                                    </p:animScale>
                                  </p:childTnLst>
                                </p:cTn>
                              </p:par>
                              <p:par>
                                <p:cTn id="77" presetID="26" presetClass="emph" presetSubtype="0" fill="hold" grpId="1" nodeType="withEffect">
                                  <p:stCondLst>
                                    <p:cond delay="0"/>
                                  </p:stCondLst>
                                  <p:childTnLst>
                                    <p:animEffect transition="out" filter="fade">
                                      <p:cBhvr>
                                        <p:cTn id="78" dur="500" tmFilter="0, 0; .2, .5; .8, .5; 1, 0"/>
                                        <p:tgtEl>
                                          <p:spTgt spid="15"/>
                                        </p:tgtEl>
                                      </p:cBhvr>
                                    </p:animEffect>
                                    <p:animScale>
                                      <p:cBhvr>
                                        <p:cTn id="79" dur="250" autoRev="1" fill="hold"/>
                                        <p:tgtEl>
                                          <p:spTgt spid="15"/>
                                        </p:tgtEl>
                                      </p:cBhvr>
                                      <p:by x="105000" y="105000"/>
                                    </p:animScale>
                                  </p:childTnLst>
                                </p:cTn>
                              </p:par>
                            </p:childTnLst>
                          </p:cTn>
                        </p:par>
                      </p:childTnLst>
                    </p:cTn>
                  </p:par>
                  <p:par>
                    <p:cTn id="80" fill="hold" nodeType="clickPar">
                      <p:stCondLst>
                        <p:cond delay="indefinite"/>
                      </p:stCondLst>
                      <p:childTnLst>
                        <p:par>
                          <p:cTn id="81" fill="hold" nodeType="withGroup">
                            <p:stCondLst>
                              <p:cond delay="0"/>
                            </p:stCondLst>
                            <p:childTnLst>
                              <p:par>
                                <p:cTn id="82" presetID="63" presetClass="path" presetSubtype="0" accel="50000" decel="50000" fill="hold" nodeType="clickEffect">
                                  <p:stCondLst>
                                    <p:cond delay="0"/>
                                  </p:stCondLst>
                                  <p:childTnLst>
                                    <p:animMotion origin="layout" path="M 0.26667 1.7341E-6 L 0.33334 1.7341E-6 " pathEditMode="relative" rAng="0" ptsTypes="AA">
                                      <p:cBhvr>
                                        <p:cTn id="83" dur="1000" fill="hold"/>
                                        <p:tgtEl>
                                          <p:spTgt spid="10"/>
                                        </p:tgtEl>
                                        <p:attrNameLst>
                                          <p:attrName>ppt_x</p:attrName>
                                          <p:attrName>ppt_y</p:attrName>
                                        </p:attrNameLst>
                                      </p:cBhvr>
                                      <p:rCtr x="3333" y="0"/>
                                    </p:animMotion>
                                  </p:childTnLst>
                                </p:cTn>
                              </p:par>
                            </p:childTnLst>
                          </p:cTn>
                        </p:par>
                        <p:par>
                          <p:cTn id="84" fill="hold" nodeType="afterGroup">
                            <p:stCondLst>
                              <p:cond delay="1000"/>
                            </p:stCondLst>
                            <p:childTnLst>
                              <p:par>
                                <p:cTn id="85" presetID="26" presetClass="emph" presetSubtype="0" fill="hold" grpId="1" nodeType="afterEffect">
                                  <p:stCondLst>
                                    <p:cond delay="0"/>
                                  </p:stCondLst>
                                  <p:childTnLst>
                                    <p:animEffect transition="out" filter="fade">
                                      <p:cBhvr>
                                        <p:cTn id="86" dur="500" tmFilter="0, 0; .2, .5; .8, .5; 1, 0"/>
                                        <p:tgtEl>
                                          <p:spTgt spid="16"/>
                                        </p:tgtEl>
                                      </p:cBhvr>
                                    </p:animEffect>
                                    <p:animScale>
                                      <p:cBhvr>
                                        <p:cTn id="87" dur="250" autoRev="1" fill="hold"/>
                                        <p:tgtEl>
                                          <p:spTgt spid="16"/>
                                        </p:tgtEl>
                                      </p:cBhvr>
                                      <p:by x="105000" y="105000"/>
                                    </p:animScale>
                                  </p:childTnLst>
                                </p:cTn>
                              </p:par>
                              <p:par>
                                <p:cTn id="88" presetID="26" presetClass="emph" presetSubtype="0" fill="hold" grpId="6" nodeType="withEffect">
                                  <p:stCondLst>
                                    <p:cond delay="0"/>
                                  </p:stCondLst>
                                  <p:childTnLst>
                                    <p:animEffect transition="out" filter="fade">
                                      <p:cBhvr>
                                        <p:cTn id="89" dur="500" tmFilter="0, 0; .2, .5; .8, .5; 1, 0"/>
                                        <p:tgtEl>
                                          <p:spTgt spid="9"/>
                                        </p:tgtEl>
                                      </p:cBhvr>
                                    </p:animEffect>
                                    <p:animScale>
                                      <p:cBhvr>
                                        <p:cTn id="90" dur="250" autoRev="1" fill="hold"/>
                                        <p:tgtEl>
                                          <p:spTgt spid="9"/>
                                        </p:tgtEl>
                                      </p:cBhvr>
                                      <p:by x="105000" y="105000"/>
                                    </p:animScale>
                                  </p:childTnLst>
                                </p:cTn>
                              </p:par>
                            </p:childTnLst>
                          </p:cTn>
                        </p:par>
                      </p:childTnLst>
                    </p:cTn>
                  </p:par>
                  <p:par>
                    <p:cTn id="91" fill="hold" nodeType="clickPar">
                      <p:stCondLst>
                        <p:cond delay="indefinite"/>
                      </p:stCondLst>
                      <p:childTnLst>
                        <p:par>
                          <p:cTn id="92" fill="hold" nodeType="withGroup">
                            <p:stCondLst>
                              <p:cond delay="0"/>
                            </p:stCondLst>
                            <p:childTnLst>
                              <p:par>
                                <p:cTn id="93" presetID="63" presetClass="path" presetSubtype="0" accel="50000" decel="50000" fill="hold" nodeType="clickEffect">
                                  <p:stCondLst>
                                    <p:cond delay="0"/>
                                  </p:stCondLst>
                                  <p:childTnLst>
                                    <p:animMotion origin="layout" path="M 0.33334 1.7341E-6 L 0.4 1.7341E-6 " pathEditMode="relative" rAng="0" ptsTypes="AA">
                                      <p:cBhvr>
                                        <p:cTn id="94" dur="1000" fill="hold"/>
                                        <p:tgtEl>
                                          <p:spTgt spid="10"/>
                                        </p:tgtEl>
                                        <p:attrNameLst>
                                          <p:attrName>ppt_x</p:attrName>
                                          <p:attrName>ppt_y</p:attrName>
                                        </p:attrNameLst>
                                      </p:cBhvr>
                                      <p:rCtr x="3333" y="0"/>
                                    </p:animMotion>
                                  </p:childTnLst>
                                </p:cTn>
                              </p:par>
                            </p:childTnLst>
                          </p:cTn>
                        </p:par>
                        <p:par>
                          <p:cTn id="95" fill="hold" nodeType="afterGroup">
                            <p:stCondLst>
                              <p:cond delay="1000"/>
                            </p:stCondLst>
                            <p:childTnLst>
                              <p:par>
                                <p:cTn id="96" presetID="26" presetClass="emph" presetSubtype="0" fill="hold" grpId="1" nodeType="afterEffect">
                                  <p:stCondLst>
                                    <p:cond delay="0"/>
                                  </p:stCondLst>
                                  <p:childTnLst>
                                    <p:animEffect transition="out" filter="fade">
                                      <p:cBhvr>
                                        <p:cTn id="97" dur="500" tmFilter="0, 0; .2, .5; .8, .5; 1, 0"/>
                                        <p:tgtEl>
                                          <p:spTgt spid="17"/>
                                        </p:tgtEl>
                                      </p:cBhvr>
                                    </p:animEffect>
                                    <p:animScale>
                                      <p:cBhvr>
                                        <p:cTn id="98" dur="250" autoRev="1" fill="hold"/>
                                        <p:tgtEl>
                                          <p:spTgt spid="17"/>
                                        </p:tgtEl>
                                      </p:cBhvr>
                                      <p:by x="105000" y="105000"/>
                                    </p:animScale>
                                  </p:childTnLst>
                                </p:cTn>
                              </p:par>
                              <p:par>
                                <p:cTn id="99" presetID="26" presetClass="emph" presetSubtype="0" fill="hold" grpId="7" nodeType="withEffect">
                                  <p:stCondLst>
                                    <p:cond delay="0"/>
                                  </p:stCondLst>
                                  <p:childTnLst>
                                    <p:animEffect transition="out" filter="fade">
                                      <p:cBhvr>
                                        <p:cTn id="100" dur="500" tmFilter="0, 0; .2, .5; .8, .5; 1, 0"/>
                                        <p:tgtEl>
                                          <p:spTgt spid="9"/>
                                        </p:tgtEl>
                                      </p:cBhvr>
                                    </p:animEffect>
                                    <p:animScale>
                                      <p:cBhvr>
                                        <p:cTn id="101" dur="250" autoRev="1" fill="hold"/>
                                        <p:tgtEl>
                                          <p:spTgt spid="9"/>
                                        </p:tgtEl>
                                      </p:cBhvr>
                                      <p:by x="105000" y="105000"/>
                                    </p:animScale>
                                  </p:childTnLst>
                                </p:cTn>
                              </p:par>
                            </p:childTnLst>
                          </p:cTn>
                        </p:par>
                      </p:childTnLst>
                    </p:cTn>
                  </p:par>
                  <p:par>
                    <p:cTn id="102" fill="hold" nodeType="clickPar">
                      <p:stCondLst>
                        <p:cond delay="indefinite"/>
                      </p:stCondLst>
                      <p:childTnLst>
                        <p:par>
                          <p:cTn id="103" fill="hold" nodeType="withGroup">
                            <p:stCondLst>
                              <p:cond delay="0"/>
                            </p:stCondLst>
                            <p:childTnLst>
                              <p:par>
                                <p:cTn id="104" presetID="63" presetClass="path" presetSubtype="0" accel="50000" decel="50000" fill="hold" nodeType="clickEffect">
                                  <p:stCondLst>
                                    <p:cond delay="0"/>
                                  </p:stCondLst>
                                  <p:childTnLst>
                                    <p:animMotion origin="layout" path="M 0.4 1.7341E-6 L 0.46667 1.7341E-6 " pathEditMode="relative" rAng="0" ptsTypes="AA">
                                      <p:cBhvr>
                                        <p:cTn id="105" dur="1000" fill="hold"/>
                                        <p:tgtEl>
                                          <p:spTgt spid="10"/>
                                        </p:tgtEl>
                                        <p:attrNameLst>
                                          <p:attrName>ppt_x</p:attrName>
                                          <p:attrName>ppt_y</p:attrName>
                                        </p:attrNameLst>
                                      </p:cBhvr>
                                      <p:rCtr x="3333" y="0"/>
                                    </p:animMotion>
                                  </p:childTnLst>
                                </p:cTn>
                              </p:par>
                            </p:childTnLst>
                          </p:cTn>
                        </p:par>
                        <p:par>
                          <p:cTn id="106" fill="hold" nodeType="afterGroup">
                            <p:stCondLst>
                              <p:cond delay="1000"/>
                            </p:stCondLst>
                            <p:childTnLst>
                              <p:par>
                                <p:cTn id="107" presetID="26" presetClass="emph" presetSubtype="0" fill="hold" grpId="1" nodeType="afterEffect">
                                  <p:stCondLst>
                                    <p:cond delay="0"/>
                                  </p:stCondLst>
                                  <p:childTnLst>
                                    <p:animEffect transition="out" filter="fade">
                                      <p:cBhvr>
                                        <p:cTn id="108" dur="500" tmFilter="0, 0; .2, .5; .8, .5; 1, 0"/>
                                        <p:tgtEl>
                                          <p:spTgt spid="18"/>
                                        </p:tgtEl>
                                      </p:cBhvr>
                                    </p:animEffect>
                                    <p:animScale>
                                      <p:cBhvr>
                                        <p:cTn id="109" dur="250" autoRev="1" fill="hold"/>
                                        <p:tgtEl>
                                          <p:spTgt spid="18"/>
                                        </p:tgtEl>
                                      </p:cBhvr>
                                      <p:by x="105000" y="105000"/>
                                    </p:animScale>
                                  </p:childTnLst>
                                </p:cTn>
                              </p:par>
                              <p:par>
                                <p:cTn id="110" presetID="26" presetClass="emph" presetSubtype="0" fill="hold" grpId="8" nodeType="withEffect">
                                  <p:stCondLst>
                                    <p:cond delay="0"/>
                                  </p:stCondLst>
                                  <p:childTnLst>
                                    <p:animEffect transition="out" filter="fade">
                                      <p:cBhvr>
                                        <p:cTn id="111" dur="500" tmFilter="0, 0; .2, .5; .8, .5; 1, 0"/>
                                        <p:tgtEl>
                                          <p:spTgt spid="9"/>
                                        </p:tgtEl>
                                      </p:cBhvr>
                                    </p:animEffect>
                                    <p:animScale>
                                      <p:cBhvr>
                                        <p:cTn id="112" dur="250" autoRev="1" fill="hold"/>
                                        <p:tgtEl>
                                          <p:spTgt spid="9"/>
                                        </p:tgtEl>
                                      </p:cBhvr>
                                      <p:by x="105000" y="105000"/>
                                    </p:animScale>
                                  </p:childTnLst>
                                </p:cTn>
                              </p:par>
                            </p:childTnLst>
                          </p:cTn>
                        </p:par>
                      </p:childTnLst>
                    </p:cTn>
                  </p:par>
                  <p:par>
                    <p:cTn id="113" fill="hold" nodeType="clickPar">
                      <p:stCondLst>
                        <p:cond delay="indefinite"/>
                      </p:stCondLst>
                      <p:childTnLst>
                        <p:par>
                          <p:cTn id="114" fill="hold" nodeType="withGroup">
                            <p:stCondLst>
                              <p:cond delay="0"/>
                            </p:stCondLst>
                            <p:childTnLst>
                              <p:par>
                                <p:cTn id="115" presetID="63" presetClass="path" presetSubtype="0" accel="50000" decel="50000" fill="hold" nodeType="clickEffect">
                                  <p:stCondLst>
                                    <p:cond delay="0"/>
                                  </p:stCondLst>
                                  <p:childTnLst>
                                    <p:animMotion origin="layout" path="M 0.46667 -3.33333E-6 L 0.51042 -0.00416 " pathEditMode="relative" rAng="0" ptsTypes="AA">
                                      <p:cBhvr>
                                        <p:cTn id="116" dur="1000" fill="hold"/>
                                        <p:tgtEl>
                                          <p:spTgt spid="10"/>
                                        </p:tgtEl>
                                        <p:attrNameLst>
                                          <p:attrName>ppt_x</p:attrName>
                                          <p:attrName>ppt_y</p:attrName>
                                        </p:attrNameLst>
                                      </p:cBhvr>
                                      <p:rCtr x="2187" y="-208"/>
                                    </p:animMotion>
                                  </p:childTnLst>
                                </p:cTn>
                              </p:par>
                            </p:childTnLst>
                          </p:cTn>
                        </p:par>
                        <p:par>
                          <p:cTn id="117" fill="hold" nodeType="afterGroup">
                            <p:stCondLst>
                              <p:cond delay="1000"/>
                            </p:stCondLst>
                            <p:childTnLst>
                              <p:par>
                                <p:cTn id="118" presetID="3" presetClass="entr" presetSubtype="10" fill="hold" nodeType="afterEffect">
                                  <p:stCondLst>
                                    <p:cond delay="0"/>
                                  </p:stCondLst>
                                  <p:childTnLst>
                                    <p:set>
                                      <p:cBhvr>
                                        <p:cTn id="119" dur="1" fill="hold">
                                          <p:stCondLst>
                                            <p:cond delay="0"/>
                                          </p:stCondLst>
                                        </p:cTn>
                                        <p:tgtEl>
                                          <p:spTgt spid="29"/>
                                        </p:tgtEl>
                                        <p:attrNameLst>
                                          <p:attrName>style.visibility</p:attrName>
                                        </p:attrNameLst>
                                      </p:cBhvr>
                                      <p:to>
                                        <p:strVal val="visible"/>
                                      </p:to>
                                    </p:set>
                                    <p:animEffect transition="in" filter="blinds(horizontal)">
                                      <p:cBhvr>
                                        <p:cTn id="120" dur="500"/>
                                        <p:tgtEl>
                                          <p:spTgt spid="29"/>
                                        </p:tgtEl>
                                      </p:cBhvr>
                                    </p:animEffect>
                                  </p:childTnLst>
                                </p:cTn>
                              </p:par>
                            </p:childTnLst>
                          </p:cTn>
                        </p:par>
                        <p:par>
                          <p:cTn id="121" fill="hold" nodeType="afterGroup">
                            <p:stCondLst>
                              <p:cond delay="1500"/>
                            </p:stCondLst>
                            <p:childTnLst>
                              <p:par>
                                <p:cTn id="122" presetID="1" presetClass="entr" presetSubtype="0" fill="hold" grpId="0" nodeType="afterEffect">
                                  <p:stCondLst>
                                    <p:cond delay="0"/>
                                  </p:stCondLst>
                                  <p:childTnLst>
                                    <p:set>
                                      <p:cBhvr>
                                        <p:cTn id="123" dur="1" fill="hold">
                                          <p:stCondLst>
                                            <p:cond delay="0"/>
                                          </p:stCondLst>
                                        </p:cTn>
                                        <p:tgtEl>
                                          <p:spTgt spid="28"/>
                                        </p:tgtEl>
                                        <p:attrNameLst>
                                          <p:attrName>style.visibility</p:attrName>
                                        </p:attrNameLst>
                                      </p:cBhvr>
                                      <p:to>
                                        <p:strVal val="visible"/>
                                      </p:to>
                                    </p:set>
                                  </p:childTnLst>
                                </p:cTn>
                              </p:par>
                            </p:childTnLst>
                          </p:cTn>
                        </p:par>
                      </p:childTnLst>
                    </p:cTn>
                  </p:par>
                  <p:par>
                    <p:cTn id="124" fill="hold" nodeType="clickPar">
                      <p:stCondLst>
                        <p:cond delay="indefinite"/>
                      </p:stCondLst>
                      <p:childTnLst>
                        <p:par>
                          <p:cTn id="125" fill="hold" nodeType="withGroup">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9" grpId="2" animBg="1"/>
      <p:bldP spid="9" grpId="3" animBg="1"/>
      <p:bldP spid="9" grpId="4" animBg="1"/>
      <p:bldP spid="9" grpId="5" animBg="1"/>
      <p:bldP spid="9" grpId="6" animBg="1"/>
      <p:bldP spid="9" grpId="7" animBg="1"/>
      <p:bldP spid="9" grpId="8" animBg="1"/>
      <p:bldP spid="11" grpId="0" animBg="1"/>
      <p:bldP spid="11" grpId="1" animBg="1"/>
      <p:bldP spid="12" grpId="0" animBg="1"/>
      <p:bldP spid="12" grpId="1" animBg="1"/>
      <p:bldP spid="13" grpId="0" animBg="1"/>
      <p:bldP spid="13" grpId="1" animBg="1"/>
      <p:bldP spid="14" grpId="0" animBg="1"/>
      <p:bldP spid="14" grpId="1" animBg="1"/>
      <p:bldP spid="15" grpId="0" animBg="1"/>
      <p:bldP spid="15" grpId="1" animBg="1"/>
      <p:bldP spid="16" grpId="0" animBg="1"/>
      <p:bldP spid="16" grpId="1" animBg="1"/>
      <p:bldP spid="17" grpId="0" animBg="1"/>
      <p:bldP spid="17" grpId="1" animBg="1"/>
      <p:bldP spid="18" grpId="0" animBg="1"/>
      <p:bldP spid="18" grpId="1" animBg="1"/>
      <p:bldP spid="28" grpId="0"/>
      <p:bldP spid="3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Title 1">
            <a:extLst>
              <a:ext uri="{FF2B5EF4-FFF2-40B4-BE49-F238E27FC236}">
                <a16:creationId xmlns:a16="http://schemas.microsoft.com/office/drawing/2014/main" id="{8D94F1AD-93E8-4458-A76D-F78D611CE4FE}"/>
              </a:ext>
            </a:extLst>
          </p:cNvPr>
          <p:cNvSpPr>
            <a:spLocks noGrp="1"/>
          </p:cNvSpPr>
          <p:nvPr>
            <p:ph type="title"/>
          </p:nvPr>
        </p:nvSpPr>
        <p:spPr>
          <a:xfrm>
            <a:off x="5839605" y="182929"/>
            <a:ext cx="6533590" cy="720771"/>
          </a:xfrm>
        </p:spPr>
        <p:txBody>
          <a:bodyPr/>
          <a:lstStyle/>
          <a:p>
            <a:r>
              <a:rPr lang="en-US" altLang="en-US" dirty="0" err="1">
                <a:solidFill>
                  <a:schemeClr val="accent5">
                    <a:lumMod val="75000"/>
                  </a:schemeClr>
                </a:solidFill>
              </a:rPr>
              <a:t>Hàm</a:t>
            </a:r>
            <a:r>
              <a:rPr lang="en-US" altLang="en-US" dirty="0">
                <a:solidFill>
                  <a:schemeClr val="accent5">
                    <a:lumMod val="75000"/>
                  </a:schemeClr>
                </a:solidFill>
              </a:rPr>
              <a:t> </a:t>
            </a:r>
            <a:r>
              <a:rPr lang="en-US" altLang="en-US" dirty="0" err="1">
                <a:solidFill>
                  <a:schemeClr val="accent5">
                    <a:lumMod val="75000"/>
                  </a:schemeClr>
                </a:solidFill>
              </a:rPr>
              <a:t>Tìm</a:t>
            </a:r>
            <a:r>
              <a:rPr lang="en-US" altLang="en-US" dirty="0">
                <a:solidFill>
                  <a:schemeClr val="accent5">
                    <a:lumMod val="75000"/>
                  </a:schemeClr>
                </a:solidFill>
              </a:rPr>
              <a:t> </a:t>
            </a:r>
            <a:r>
              <a:rPr lang="en-US" altLang="en-US" dirty="0" err="1">
                <a:solidFill>
                  <a:schemeClr val="accent5">
                    <a:lumMod val="75000"/>
                  </a:schemeClr>
                </a:solidFill>
              </a:rPr>
              <a:t>Kiếm</a:t>
            </a:r>
            <a:r>
              <a:rPr lang="en-US" altLang="en-US" dirty="0">
                <a:solidFill>
                  <a:schemeClr val="accent5">
                    <a:lumMod val="75000"/>
                  </a:schemeClr>
                </a:solidFill>
              </a:rPr>
              <a:t> x </a:t>
            </a:r>
            <a:r>
              <a:rPr lang="en-US" altLang="en-US" dirty="0" err="1">
                <a:solidFill>
                  <a:schemeClr val="accent5">
                    <a:lumMod val="75000"/>
                  </a:schemeClr>
                </a:solidFill>
              </a:rPr>
              <a:t>có</a:t>
            </a:r>
            <a:r>
              <a:rPr lang="en-US" altLang="en-US" dirty="0">
                <a:solidFill>
                  <a:schemeClr val="accent5">
                    <a:lumMod val="75000"/>
                  </a:schemeClr>
                </a:solidFill>
              </a:rPr>
              <a:t> </a:t>
            </a:r>
            <a:r>
              <a:rPr lang="en-US" altLang="en-US" dirty="0" err="1">
                <a:solidFill>
                  <a:schemeClr val="accent5">
                    <a:lumMod val="75000"/>
                  </a:schemeClr>
                </a:solidFill>
              </a:rPr>
              <a:t>trong</a:t>
            </a:r>
            <a:r>
              <a:rPr lang="en-US" altLang="en-US" dirty="0">
                <a:solidFill>
                  <a:schemeClr val="accent5">
                    <a:lumMod val="75000"/>
                  </a:schemeClr>
                </a:solidFill>
              </a:rPr>
              <a:t> </a:t>
            </a:r>
            <a:r>
              <a:rPr lang="en-US" altLang="en-US" dirty="0" err="1">
                <a:solidFill>
                  <a:schemeClr val="accent5">
                    <a:lumMod val="75000"/>
                  </a:schemeClr>
                </a:solidFill>
              </a:rPr>
              <a:t>mảng</a:t>
            </a:r>
            <a:r>
              <a:rPr lang="en-US" altLang="en-US" dirty="0">
                <a:solidFill>
                  <a:schemeClr val="accent5">
                    <a:lumMod val="75000"/>
                  </a:schemeClr>
                </a:solidFill>
              </a:rPr>
              <a:t>?</a:t>
            </a:r>
          </a:p>
        </p:txBody>
      </p:sp>
      <p:grpSp>
        <p:nvGrpSpPr>
          <p:cNvPr id="13" name="Group 72">
            <a:extLst>
              <a:ext uri="{FF2B5EF4-FFF2-40B4-BE49-F238E27FC236}">
                <a16:creationId xmlns:a16="http://schemas.microsoft.com/office/drawing/2014/main" id="{548A4265-E7C2-4FC3-8BB9-13CFFAA2ABC4}"/>
              </a:ext>
            </a:extLst>
          </p:cNvPr>
          <p:cNvGrpSpPr>
            <a:grpSpLocks/>
          </p:cNvGrpSpPr>
          <p:nvPr/>
        </p:nvGrpSpPr>
        <p:grpSpPr bwMode="auto">
          <a:xfrm>
            <a:off x="2620964" y="2129163"/>
            <a:ext cx="731837" cy="731838"/>
            <a:chOff x="2209800" y="4038600"/>
            <a:chExt cx="731520" cy="731520"/>
          </a:xfrm>
          <a:scene3d>
            <a:camera prst="orthographicFront">
              <a:rot lat="0" lon="0" rev="0"/>
            </a:camera>
            <a:lightRig rig="glow" dir="t">
              <a:rot lat="0" lon="0" rev="4800000"/>
            </a:lightRig>
          </a:scene3d>
        </p:grpSpPr>
        <p:grpSp>
          <p:nvGrpSpPr>
            <p:cNvPr id="15" name="Group 26">
              <a:extLst>
                <a:ext uri="{FF2B5EF4-FFF2-40B4-BE49-F238E27FC236}">
                  <a16:creationId xmlns:a16="http://schemas.microsoft.com/office/drawing/2014/main" id="{4BDC38E8-E335-4E74-9C44-F1F0716A76D0}"/>
                </a:ext>
              </a:extLst>
            </p:cNvPr>
            <p:cNvGrpSpPr>
              <a:grpSpLocks/>
            </p:cNvGrpSpPr>
            <p:nvPr/>
          </p:nvGrpSpPr>
          <p:grpSpPr bwMode="auto">
            <a:xfrm>
              <a:off x="2209800" y="4038600"/>
              <a:ext cx="731520" cy="731520"/>
              <a:chOff x="2016" y="1920"/>
              <a:chExt cx="1680" cy="1680"/>
            </a:xfrm>
          </p:grpSpPr>
          <p:sp>
            <p:nvSpPr>
              <p:cNvPr id="17" name="Oval 27">
                <a:extLst>
                  <a:ext uri="{FF2B5EF4-FFF2-40B4-BE49-F238E27FC236}">
                    <a16:creationId xmlns:a16="http://schemas.microsoft.com/office/drawing/2014/main" id="{8BDAB0F1-0F25-4582-9793-8B07A53758FD}"/>
                  </a:ext>
                </a:extLst>
              </p:cNvPr>
              <p:cNvSpPr>
                <a:spLocks noChangeArrowheads="1"/>
              </p:cNvSpPr>
              <p:nvPr/>
            </p:nvSpPr>
            <p:spPr bwMode="gray">
              <a:xfrm>
                <a:off x="2016" y="1920"/>
                <a:ext cx="1680" cy="1680"/>
              </a:xfrm>
              <a:prstGeom prst="ellipse">
                <a:avLst/>
              </a:prstGeom>
              <a:gradFill rotWithShape="1">
                <a:gsLst>
                  <a:gs pos="0">
                    <a:srgbClr val="FA8228"/>
                  </a:gs>
                  <a:gs pos="100000">
                    <a:srgbClr val="804315"/>
                  </a:gs>
                </a:gsLst>
                <a:lin ang="5400000" scaled="1"/>
              </a:gradFill>
              <a:ln>
                <a:noFill/>
              </a:ln>
              <a:effectLst>
                <a:outerShdw blurRad="190500" dist="228600" dir="2700000" algn="ctr">
                  <a:srgbClr val="000000">
                    <a:alpha val="30000"/>
                  </a:srgbClr>
                </a:outerShdw>
              </a:effectLst>
              <a:sp3d prstMaterial="matte">
                <a:bevelT w="127000" h="63500"/>
              </a:sp3d>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18" name="Freeform 28">
                <a:extLst>
                  <a:ext uri="{FF2B5EF4-FFF2-40B4-BE49-F238E27FC236}">
                    <a16:creationId xmlns:a16="http://schemas.microsoft.com/office/drawing/2014/main" id="{4E3B0B09-1A96-4334-9B2A-9535D71A6854}"/>
                  </a:ext>
                </a:extLst>
              </p:cNvPr>
              <p:cNvSpPr>
                <a:spLocks/>
              </p:cNvSpPr>
              <p:nvPr/>
            </p:nvSpPr>
            <p:spPr bwMode="gray">
              <a:xfrm>
                <a:off x="2208" y="1948"/>
                <a:ext cx="1296" cy="634"/>
              </a:xfrm>
              <a:custGeom>
                <a:avLst/>
                <a:gdLst>
                  <a:gd name="T0" fmla="*/ 1301 w 1321"/>
                  <a:gd name="T1" fmla="*/ 401 h 712"/>
                  <a:gd name="T2" fmla="*/ 1317 w 1321"/>
                  <a:gd name="T3" fmla="*/ 442 h 712"/>
                  <a:gd name="T4" fmla="*/ 1321 w 1321"/>
                  <a:gd name="T5" fmla="*/ 481 h 712"/>
                  <a:gd name="T6" fmla="*/ 1315 w 1321"/>
                  <a:gd name="T7" fmla="*/ 516 h 712"/>
                  <a:gd name="T8" fmla="*/ 1298 w 1321"/>
                  <a:gd name="T9" fmla="*/ 550 h 712"/>
                  <a:gd name="T10" fmla="*/ 1272 w 1321"/>
                  <a:gd name="T11" fmla="*/ 579 h 712"/>
                  <a:gd name="T12" fmla="*/ 1239 w 1321"/>
                  <a:gd name="T13" fmla="*/ 604 h 712"/>
                  <a:gd name="T14" fmla="*/ 1196 w 1321"/>
                  <a:gd name="T15" fmla="*/ 628 h 712"/>
                  <a:gd name="T16" fmla="*/ 1147 w 1321"/>
                  <a:gd name="T17" fmla="*/ 649 h 712"/>
                  <a:gd name="T18" fmla="*/ 1092 w 1321"/>
                  <a:gd name="T19" fmla="*/ 667 h 712"/>
                  <a:gd name="T20" fmla="*/ 1031 w 1321"/>
                  <a:gd name="T21" fmla="*/ 683 h 712"/>
                  <a:gd name="T22" fmla="*/ 967 w 1321"/>
                  <a:gd name="T23" fmla="*/ 694 h 712"/>
                  <a:gd name="T24" fmla="*/ 896 w 1321"/>
                  <a:gd name="T25" fmla="*/ 704 h 712"/>
                  <a:gd name="T26" fmla="*/ 824 w 1321"/>
                  <a:gd name="T27" fmla="*/ 710 h 712"/>
                  <a:gd name="T28" fmla="*/ 795 w 1321"/>
                  <a:gd name="T29" fmla="*/ 712 h 712"/>
                  <a:gd name="T30" fmla="*/ 476 w 1321"/>
                  <a:gd name="T31" fmla="*/ 712 h 712"/>
                  <a:gd name="T32" fmla="*/ 472 w 1321"/>
                  <a:gd name="T33" fmla="*/ 712 h 712"/>
                  <a:gd name="T34" fmla="*/ 409 w 1321"/>
                  <a:gd name="T35" fmla="*/ 708 h 712"/>
                  <a:gd name="T36" fmla="*/ 348 w 1321"/>
                  <a:gd name="T37" fmla="*/ 704 h 712"/>
                  <a:gd name="T38" fmla="*/ 290 w 1321"/>
                  <a:gd name="T39" fmla="*/ 696 h 712"/>
                  <a:gd name="T40" fmla="*/ 235 w 1321"/>
                  <a:gd name="T41" fmla="*/ 689 h 712"/>
                  <a:gd name="T42" fmla="*/ 186 w 1321"/>
                  <a:gd name="T43" fmla="*/ 677 h 712"/>
                  <a:gd name="T44" fmla="*/ 141 w 1321"/>
                  <a:gd name="T45" fmla="*/ 663 h 712"/>
                  <a:gd name="T46" fmla="*/ 102 w 1321"/>
                  <a:gd name="T47" fmla="*/ 648 h 712"/>
                  <a:gd name="T48" fmla="*/ 67 w 1321"/>
                  <a:gd name="T49" fmla="*/ 630 h 712"/>
                  <a:gd name="T50" fmla="*/ 39 w 1321"/>
                  <a:gd name="T51" fmla="*/ 608 h 712"/>
                  <a:gd name="T52" fmla="*/ 18 w 1321"/>
                  <a:gd name="T53" fmla="*/ 583 h 712"/>
                  <a:gd name="T54" fmla="*/ 6 w 1321"/>
                  <a:gd name="T55" fmla="*/ 554 h 712"/>
                  <a:gd name="T56" fmla="*/ 0 w 1321"/>
                  <a:gd name="T57" fmla="*/ 524 h 712"/>
                  <a:gd name="T58" fmla="*/ 0 w 1321"/>
                  <a:gd name="T59" fmla="*/ 520 h 712"/>
                  <a:gd name="T60" fmla="*/ 4 w 1321"/>
                  <a:gd name="T61" fmla="*/ 487 h 712"/>
                  <a:gd name="T62" fmla="*/ 16 w 1321"/>
                  <a:gd name="T63" fmla="*/ 446 h 712"/>
                  <a:gd name="T64" fmla="*/ 51 w 1321"/>
                  <a:gd name="T65" fmla="*/ 370 h 712"/>
                  <a:gd name="T66" fmla="*/ 94 w 1321"/>
                  <a:gd name="T67" fmla="*/ 299 h 712"/>
                  <a:gd name="T68" fmla="*/ 147 w 1321"/>
                  <a:gd name="T69" fmla="*/ 235 h 712"/>
                  <a:gd name="T70" fmla="*/ 204 w 1321"/>
                  <a:gd name="T71" fmla="*/ 176 h 712"/>
                  <a:gd name="T72" fmla="*/ 270 w 1321"/>
                  <a:gd name="T73" fmla="*/ 125 h 712"/>
                  <a:gd name="T74" fmla="*/ 341 w 1321"/>
                  <a:gd name="T75" fmla="*/ 82 h 712"/>
                  <a:gd name="T76" fmla="*/ 415 w 1321"/>
                  <a:gd name="T77" fmla="*/ 47 h 712"/>
                  <a:gd name="T78" fmla="*/ 497 w 1321"/>
                  <a:gd name="T79" fmla="*/ 21 h 712"/>
                  <a:gd name="T80" fmla="*/ 581 w 1321"/>
                  <a:gd name="T81" fmla="*/ 6 h 712"/>
                  <a:gd name="T82" fmla="*/ 667 w 1321"/>
                  <a:gd name="T83" fmla="*/ 0 h 712"/>
                  <a:gd name="T84" fmla="*/ 667 w 1321"/>
                  <a:gd name="T85" fmla="*/ 0 h 712"/>
                  <a:gd name="T86" fmla="*/ 759 w 1321"/>
                  <a:gd name="T87" fmla="*/ 6 h 712"/>
                  <a:gd name="T88" fmla="*/ 847 w 1321"/>
                  <a:gd name="T89" fmla="*/ 23 h 712"/>
                  <a:gd name="T90" fmla="*/ 932 w 1321"/>
                  <a:gd name="T91" fmla="*/ 53 h 712"/>
                  <a:gd name="T92" fmla="*/ 1010 w 1321"/>
                  <a:gd name="T93" fmla="*/ 90 h 712"/>
                  <a:gd name="T94" fmla="*/ 1082 w 1321"/>
                  <a:gd name="T95" fmla="*/ 137 h 712"/>
                  <a:gd name="T96" fmla="*/ 1149 w 1321"/>
                  <a:gd name="T97" fmla="*/ 194 h 712"/>
                  <a:gd name="T98" fmla="*/ 1208 w 1321"/>
                  <a:gd name="T99" fmla="*/ 256 h 712"/>
                  <a:gd name="T100" fmla="*/ 1258 w 1321"/>
                  <a:gd name="T101" fmla="*/ 325 h 712"/>
                  <a:gd name="T102" fmla="*/ 1301 w 1321"/>
                  <a:gd name="T103" fmla="*/ 401 h 712"/>
                  <a:gd name="T104" fmla="*/ 1301 w 1321"/>
                  <a:gd name="T105" fmla="*/ 40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FA8228"/>
                  </a:gs>
                </a:gsLst>
                <a:lin ang="5400000" scaled="1"/>
              </a:gradFill>
              <a:ln>
                <a:noFill/>
              </a:ln>
              <a:effectLst>
                <a:outerShdw blurRad="190500" dist="228600" dir="2700000" algn="ctr">
                  <a:srgbClr val="000000">
                    <a:alpha val="30000"/>
                  </a:srgbClr>
                </a:outerShdw>
              </a:effectLst>
              <a:sp3d prstMaterial="matte">
                <a:bevelT w="127000" h="63500"/>
              </a:sp3d>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sp>
          <p:nvSpPr>
            <p:cNvPr id="16" name="Text Box 24">
              <a:extLst>
                <a:ext uri="{FF2B5EF4-FFF2-40B4-BE49-F238E27FC236}">
                  <a16:creationId xmlns:a16="http://schemas.microsoft.com/office/drawing/2014/main" id="{7A99C259-64D5-4E01-9395-12F5B53E0D43}"/>
                </a:ext>
              </a:extLst>
            </p:cNvPr>
            <p:cNvSpPr txBox="1">
              <a:spLocks noChangeArrowheads="1"/>
            </p:cNvSpPr>
            <p:nvPr/>
          </p:nvSpPr>
          <p:spPr bwMode="gray">
            <a:xfrm>
              <a:off x="2301835" y="4182383"/>
              <a:ext cx="533169" cy="380834"/>
            </a:xfrm>
            <a:prstGeom prst="rect">
              <a:avLst/>
            </a:prstGeom>
            <a:noFill/>
            <a:ln w="9525">
              <a:noFill/>
              <a:miter lim="800000"/>
              <a:headEnd/>
              <a:tailEnd/>
            </a:ln>
            <a:effectLst>
              <a:outerShdw blurRad="190500" dist="228600" dir="2700000" algn="ctr">
                <a:srgbClr val="000000">
                  <a:alpha val="30000"/>
                </a:srgbClr>
              </a:outerShdw>
            </a:effectLst>
            <a:sp3d prstMaterial="matte">
              <a:bevelT w="127000" h="63500"/>
            </a:sp3d>
          </p:spPr>
          <p:txBody>
            <a:bodyPr>
              <a:spAutoFit/>
            </a:bodyPr>
            <a:lstStyle/>
            <a:p>
              <a:pPr algn="ctr">
                <a:defRPr/>
              </a:pPr>
              <a:r>
                <a:rPr lang="en-US" b="1">
                  <a:solidFill>
                    <a:schemeClr val="accent2">
                      <a:lumMod val="50000"/>
                    </a:schemeClr>
                  </a:solidFill>
                  <a:effectLst>
                    <a:outerShdw blurRad="38100" dist="38100" dir="2700000" algn="tl">
                      <a:srgbClr val="000000">
                        <a:alpha val="43137"/>
                      </a:srgbClr>
                    </a:outerShdw>
                  </a:effectLst>
                  <a:latin typeface="Tahoma" pitchFamily="34" charset="0"/>
                  <a:cs typeface="Tahoma" pitchFamily="34" charset="0"/>
                </a:rPr>
                <a:t>x</a:t>
              </a:r>
              <a:endParaRPr lang="en-US" b="1" baseline="-25000">
                <a:solidFill>
                  <a:schemeClr val="accent2">
                    <a:lumMod val="50000"/>
                  </a:schemeClr>
                </a:solidFill>
                <a:effectLst>
                  <a:outerShdw blurRad="38100" dist="38100" dir="2700000" algn="tl">
                    <a:srgbClr val="000000">
                      <a:alpha val="43137"/>
                    </a:srgbClr>
                  </a:outerShdw>
                </a:effectLst>
                <a:latin typeface="Tahoma" pitchFamily="34" charset="0"/>
                <a:cs typeface="Tahoma" pitchFamily="34" charset="0"/>
              </a:endParaRPr>
            </a:p>
          </p:txBody>
        </p:sp>
      </p:grpSp>
      <p:sp>
        <p:nvSpPr>
          <p:cNvPr id="19" name="AutoShape 4">
            <a:extLst>
              <a:ext uri="{FF2B5EF4-FFF2-40B4-BE49-F238E27FC236}">
                <a16:creationId xmlns:a16="http://schemas.microsoft.com/office/drawing/2014/main" id="{EEBBDE8F-F70F-4531-9ABC-2A893730A176}"/>
              </a:ext>
            </a:extLst>
          </p:cNvPr>
          <p:cNvSpPr>
            <a:spLocks noChangeArrowheads="1"/>
          </p:cNvSpPr>
          <p:nvPr/>
        </p:nvSpPr>
        <p:spPr bwMode="gray">
          <a:xfrm>
            <a:off x="2545080" y="3043563"/>
            <a:ext cx="4160520" cy="1295400"/>
          </a:xfrm>
          <a:prstGeom prst="roundRect">
            <a:avLst>
              <a:gd name="adj" fmla="val 7935"/>
            </a:avLst>
          </a:prstGeom>
          <a:ln>
            <a:headEnd/>
            <a:tailEnd/>
          </a:ln>
          <a:effectLst>
            <a:glow rad="101600">
              <a:schemeClr val="accent1">
                <a:satMod val="175000"/>
                <a:alpha val="40000"/>
              </a:schemeClr>
            </a:glow>
          </a:effectLst>
        </p:spPr>
        <p:style>
          <a:lnRef idx="2">
            <a:schemeClr val="accent1"/>
          </a:lnRef>
          <a:fillRef idx="1">
            <a:schemeClr val="lt1"/>
          </a:fillRef>
          <a:effectRef idx="0">
            <a:schemeClr val="accent1"/>
          </a:effectRef>
          <a:fontRef idx="minor">
            <a:schemeClr val="dk1"/>
          </a:fontRef>
        </p:style>
        <p:txBody>
          <a:bodyPr wrap="none" anchor="ctr"/>
          <a:lstStyle/>
          <a:p>
            <a:pPr>
              <a:defRPr/>
            </a:pPr>
            <a:endParaRPr lang="en-US"/>
          </a:p>
        </p:txBody>
      </p:sp>
      <p:sp>
        <p:nvSpPr>
          <p:cNvPr id="20" name="Text Box 24">
            <a:extLst>
              <a:ext uri="{FF2B5EF4-FFF2-40B4-BE49-F238E27FC236}">
                <a16:creationId xmlns:a16="http://schemas.microsoft.com/office/drawing/2014/main" id="{77CA0189-1CDD-4799-85FD-8D56907544EC}"/>
              </a:ext>
            </a:extLst>
          </p:cNvPr>
          <p:cNvSpPr txBox="1">
            <a:spLocks noChangeArrowheads="1"/>
          </p:cNvSpPr>
          <p:nvPr/>
        </p:nvSpPr>
        <p:spPr bwMode="gray">
          <a:xfrm>
            <a:off x="2667000" y="3073726"/>
            <a:ext cx="60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b="1">
                <a:solidFill>
                  <a:srgbClr val="FF0000"/>
                </a:solidFill>
                <a:latin typeface="Tahoma" panose="020B0604030504040204" pitchFamily="34" charset="0"/>
                <a:cs typeface="Tahoma" panose="020B0604030504040204" pitchFamily="34" charset="0"/>
              </a:rPr>
              <a:t>0</a:t>
            </a:r>
            <a:endParaRPr lang="en-US" altLang="en-US" sz="2000" b="1" baseline="-25000">
              <a:solidFill>
                <a:srgbClr val="FF0000"/>
              </a:solidFill>
              <a:latin typeface="Tahoma" panose="020B0604030504040204" pitchFamily="34" charset="0"/>
              <a:cs typeface="Tahoma" panose="020B0604030504040204" pitchFamily="34" charset="0"/>
            </a:endParaRPr>
          </a:p>
        </p:txBody>
      </p:sp>
      <p:sp>
        <p:nvSpPr>
          <p:cNvPr id="21" name="Text Box 24">
            <a:extLst>
              <a:ext uri="{FF2B5EF4-FFF2-40B4-BE49-F238E27FC236}">
                <a16:creationId xmlns:a16="http://schemas.microsoft.com/office/drawing/2014/main" id="{BB94E2FC-4EC1-481B-B08A-EAAECDCC8764}"/>
              </a:ext>
            </a:extLst>
          </p:cNvPr>
          <p:cNvSpPr txBox="1">
            <a:spLocks noChangeArrowheads="1"/>
          </p:cNvSpPr>
          <p:nvPr/>
        </p:nvSpPr>
        <p:spPr bwMode="gray">
          <a:xfrm>
            <a:off x="3505200" y="3073726"/>
            <a:ext cx="60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b="1">
                <a:solidFill>
                  <a:srgbClr val="FF0000"/>
                </a:solidFill>
                <a:latin typeface="Tahoma" panose="020B0604030504040204" pitchFamily="34" charset="0"/>
                <a:cs typeface="Tahoma" panose="020B0604030504040204" pitchFamily="34" charset="0"/>
              </a:rPr>
              <a:t>1</a:t>
            </a:r>
            <a:endParaRPr lang="en-US" altLang="en-US" sz="2000" b="1" baseline="-25000">
              <a:solidFill>
                <a:srgbClr val="FF0000"/>
              </a:solidFill>
              <a:latin typeface="Tahoma" panose="020B0604030504040204" pitchFamily="34" charset="0"/>
              <a:cs typeface="Tahoma" panose="020B0604030504040204" pitchFamily="34" charset="0"/>
            </a:endParaRPr>
          </a:p>
        </p:txBody>
      </p:sp>
      <p:sp>
        <p:nvSpPr>
          <p:cNvPr id="22" name="Text Box 24">
            <a:extLst>
              <a:ext uri="{FF2B5EF4-FFF2-40B4-BE49-F238E27FC236}">
                <a16:creationId xmlns:a16="http://schemas.microsoft.com/office/drawing/2014/main" id="{53752750-1639-407E-8C94-008BB1D3C99E}"/>
              </a:ext>
            </a:extLst>
          </p:cNvPr>
          <p:cNvSpPr txBox="1">
            <a:spLocks noChangeArrowheads="1"/>
          </p:cNvSpPr>
          <p:nvPr/>
        </p:nvSpPr>
        <p:spPr bwMode="gray">
          <a:xfrm>
            <a:off x="4343400" y="3073726"/>
            <a:ext cx="6096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b="1">
                <a:solidFill>
                  <a:srgbClr val="FF0000"/>
                </a:solidFill>
                <a:latin typeface="Tahoma" panose="020B0604030504040204" pitchFamily="34" charset="0"/>
                <a:cs typeface="Tahoma" panose="020B0604030504040204" pitchFamily="34" charset="0"/>
              </a:rPr>
              <a:t>2</a:t>
            </a:r>
            <a:endParaRPr lang="en-US" altLang="en-US" sz="2000" b="1" baseline="-25000">
              <a:solidFill>
                <a:srgbClr val="FF0000"/>
              </a:solidFill>
              <a:latin typeface="Tahoma" panose="020B0604030504040204" pitchFamily="34" charset="0"/>
              <a:cs typeface="Tahoma" panose="020B0604030504040204" pitchFamily="34" charset="0"/>
            </a:endParaRPr>
          </a:p>
        </p:txBody>
      </p:sp>
      <p:grpSp>
        <p:nvGrpSpPr>
          <p:cNvPr id="23" name="Group 21">
            <a:extLst>
              <a:ext uri="{FF2B5EF4-FFF2-40B4-BE49-F238E27FC236}">
                <a16:creationId xmlns:a16="http://schemas.microsoft.com/office/drawing/2014/main" id="{04E15153-B304-4E38-A813-1B0A3631C318}"/>
              </a:ext>
            </a:extLst>
          </p:cNvPr>
          <p:cNvGrpSpPr>
            <a:grpSpLocks/>
          </p:cNvGrpSpPr>
          <p:nvPr/>
        </p:nvGrpSpPr>
        <p:grpSpPr bwMode="auto">
          <a:xfrm>
            <a:off x="8458200" y="3454727"/>
            <a:ext cx="731838" cy="731837"/>
            <a:chOff x="2016" y="1920"/>
            <a:chExt cx="1680" cy="1680"/>
          </a:xfrm>
          <a:scene3d>
            <a:camera prst="orthographicFront">
              <a:rot lat="0" lon="0" rev="0"/>
            </a:camera>
            <a:lightRig rig="glow" dir="t">
              <a:rot lat="0" lon="0" rev="4800000"/>
            </a:lightRig>
          </a:scene3d>
        </p:grpSpPr>
        <p:sp>
          <p:nvSpPr>
            <p:cNvPr id="24" name="Oval 22">
              <a:extLst>
                <a:ext uri="{FF2B5EF4-FFF2-40B4-BE49-F238E27FC236}">
                  <a16:creationId xmlns:a16="http://schemas.microsoft.com/office/drawing/2014/main" id="{430E8588-C89F-4C0B-BAB8-D763183D36A5}"/>
                </a:ext>
              </a:extLst>
            </p:cNvPr>
            <p:cNvSpPr>
              <a:spLocks noChangeArrowheads="1"/>
            </p:cNvSpPr>
            <p:nvPr/>
          </p:nvSpPr>
          <p:spPr bwMode="gray">
            <a:xfrm>
              <a:off x="2016" y="1920"/>
              <a:ext cx="1680" cy="1680"/>
            </a:xfrm>
            <a:prstGeom prst="ellipse">
              <a:avLst/>
            </a:prstGeom>
            <a:gradFill rotWithShape="1">
              <a:gsLst>
                <a:gs pos="0">
                  <a:srgbClr val="A776F0"/>
                </a:gs>
                <a:gs pos="100000">
                  <a:srgbClr val="6A4B98"/>
                </a:gs>
              </a:gsLst>
              <a:lin ang="5400000" scaled="1"/>
            </a:gradFill>
            <a:ln>
              <a:noFill/>
            </a:ln>
            <a:effectLst>
              <a:outerShdw blurRad="190500" dist="228600" dir="2700000" algn="ctr">
                <a:srgbClr val="000000">
                  <a:alpha val="30000"/>
                </a:srgbClr>
              </a:outerShdw>
            </a:effectLst>
            <a:sp3d prstMaterial="matte">
              <a:bevelT w="127000" h="63500"/>
            </a:sp3d>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sp>
          <p:nvSpPr>
            <p:cNvPr id="25" name="Freeform 23">
              <a:extLst>
                <a:ext uri="{FF2B5EF4-FFF2-40B4-BE49-F238E27FC236}">
                  <a16:creationId xmlns:a16="http://schemas.microsoft.com/office/drawing/2014/main" id="{5FF69C68-D1B1-48B5-AD12-8367309F5F17}"/>
                </a:ext>
              </a:extLst>
            </p:cNvPr>
            <p:cNvSpPr>
              <a:spLocks/>
            </p:cNvSpPr>
            <p:nvPr/>
          </p:nvSpPr>
          <p:spPr bwMode="gray">
            <a:xfrm>
              <a:off x="2208" y="1948"/>
              <a:ext cx="1296" cy="634"/>
            </a:xfrm>
            <a:custGeom>
              <a:avLst/>
              <a:gdLst>
                <a:gd name="T0" fmla="*/ 1301 w 1321"/>
                <a:gd name="T1" fmla="*/ 401 h 712"/>
                <a:gd name="T2" fmla="*/ 1317 w 1321"/>
                <a:gd name="T3" fmla="*/ 442 h 712"/>
                <a:gd name="T4" fmla="*/ 1321 w 1321"/>
                <a:gd name="T5" fmla="*/ 481 h 712"/>
                <a:gd name="T6" fmla="*/ 1315 w 1321"/>
                <a:gd name="T7" fmla="*/ 516 h 712"/>
                <a:gd name="T8" fmla="*/ 1298 w 1321"/>
                <a:gd name="T9" fmla="*/ 550 h 712"/>
                <a:gd name="T10" fmla="*/ 1272 w 1321"/>
                <a:gd name="T11" fmla="*/ 579 h 712"/>
                <a:gd name="T12" fmla="*/ 1239 w 1321"/>
                <a:gd name="T13" fmla="*/ 604 h 712"/>
                <a:gd name="T14" fmla="*/ 1196 w 1321"/>
                <a:gd name="T15" fmla="*/ 628 h 712"/>
                <a:gd name="T16" fmla="*/ 1147 w 1321"/>
                <a:gd name="T17" fmla="*/ 649 h 712"/>
                <a:gd name="T18" fmla="*/ 1092 w 1321"/>
                <a:gd name="T19" fmla="*/ 667 h 712"/>
                <a:gd name="T20" fmla="*/ 1031 w 1321"/>
                <a:gd name="T21" fmla="*/ 683 h 712"/>
                <a:gd name="T22" fmla="*/ 967 w 1321"/>
                <a:gd name="T23" fmla="*/ 694 h 712"/>
                <a:gd name="T24" fmla="*/ 896 w 1321"/>
                <a:gd name="T25" fmla="*/ 704 h 712"/>
                <a:gd name="T26" fmla="*/ 824 w 1321"/>
                <a:gd name="T27" fmla="*/ 710 h 712"/>
                <a:gd name="T28" fmla="*/ 795 w 1321"/>
                <a:gd name="T29" fmla="*/ 712 h 712"/>
                <a:gd name="T30" fmla="*/ 476 w 1321"/>
                <a:gd name="T31" fmla="*/ 712 h 712"/>
                <a:gd name="T32" fmla="*/ 472 w 1321"/>
                <a:gd name="T33" fmla="*/ 712 h 712"/>
                <a:gd name="T34" fmla="*/ 409 w 1321"/>
                <a:gd name="T35" fmla="*/ 708 h 712"/>
                <a:gd name="T36" fmla="*/ 348 w 1321"/>
                <a:gd name="T37" fmla="*/ 704 h 712"/>
                <a:gd name="T38" fmla="*/ 290 w 1321"/>
                <a:gd name="T39" fmla="*/ 696 h 712"/>
                <a:gd name="T40" fmla="*/ 235 w 1321"/>
                <a:gd name="T41" fmla="*/ 689 h 712"/>
                <a:gd name="T42" fmla="*/ 186 w 1321"/>
                <a:gd name="T43" fmla="*/ 677 h 712"/>
                <a:gd name="T44" fmla="*/ 141 w 1321"/>
                <a:gd name="T45" fmla="*/ 663 h 712"/>
                <a:gd name="T46" fmla="*/ 102 w 1321"/>
                <a:gd name="T47" fmla="*/ 648 h 712"/>
                <a:gd name="T48" fmla="*/ 67 w 1321"/>
                <a:gd name="T49" fmla="*/ 630 h 712"/>
                <a:gd name="T50" fmla="*/ 39 w 1321"/>
                <a:gd name="T51" fmla="*/ 608 h 712"/>
                <a:gd name="T52" fmla="*/ 18 w 1321"/>
                <a:gd name="T53" fmla="*/ 583 h 712"/>
                <a:gd name="T54" fmla="*/ 6 w 1321"/>
                <a:gd name="T55" fmla="*/ 554 h 712"/>
                <a:gd name="T56" fmla="*/ 0 w 1321"/>
                <a:gd name="T57" fmla="*/ 524 h 712"/>
                <a:gd name="T58" fmla="*/ 0 w 1321"/>
                <a:gd name="T59" fmla="*/ 520 h 712"/>
                <a:gd name="T60" fmla="*/ 4 w 1321"/>
                <a:gd name="T61" fmla="*/ 487 h 712"/>
                <a:gd name="T62" fmla="*/ 16 w 1321"/>
                <a:gd name="T63" fmla="*/ 446 h 712"/>
                <a:gd name="T64" fmla="*/ 51 w 1321"/>
                <a:gd name="T65" fmla="*/ 370 h 712"/>
                <a:gd name="T66" fmla="*/ 94 w 1321"/>
                <a:gd name="T67" fmla="*/ 299 h 712"/>
                <a:gd name="T68" fmla="*/ 147 w 1321"/>
                <a:gd name="T69" fmla="*/ 235 h 712"/>
                <a:gd name="T70" fmla="*/ 204 w 1321"/>
                <a:gd name="T71" fmla="*/ 176 h 712"/>
                <a:gd name="T72" fmla="*/ 270 w 1321"/>
                <a:gd name="T73" fmla="*/ 125 h 712"/>
                <a:gd name="T74" fmla="*/ 341 w 1321"/>
                <a:gd name="T75" fmla="*/ 82 h 712"/>
                <a:gd name="T76" fmla="*/ 415 w 1321"/>
                <a:gd name="T77" fmla="*/ 47 h 712"/>
                <a:gd name="T78" fmla="*/ 497 w 1321"/>
                <a:gd name="T79" fmla="*/ 21 h 712"/>
                <a:gd name="T80" fmla="*/ 581 w 1321"/>
                <a:gd name="T81" fmla="*/ 6 h 712"/>
                <a:gd name="T82" fmla="*/ 667 w 1321"/>
                <a:gd name="T83" fmla="*/ 0 h 712"/>
                <a:gd name="T84" fmla="*/ 667 w 1321"/>
                <a:gd name="T85" fmla="*/ 0 h 712"/>
                <a:gd name="T86" fmla="*/ 759 w 1321"/>
                <a:gd name="T87" fmla="*/ 6 h 712"/>
                <a:gd name="T88" fmla="*/ 847 w 1321"/>
                <a:gd name="T89" fmla="*/ 23 h 712"/>
                <a:gd name="T90" fmla="*/ 932 w 1321"/>
                <a:gd name="T91" fmla="*/ 53 h 712"/>
                <a:gd name="T92" fmla="*/ 1010 w 1321"/>
                <a:gd name="T93" fmla="*/ 90 h 712"/>
                <a:gd name="T94" fmla="*/ 1082 w 1321"/>
                <a:gd name="T95" fmla="*/ 137 h 712"/>
                <a:gd name="T96" fmla="*/ 1149 w 1321"/>
                <a:gd name="T97" fmla="*/ 194 h 712"/>
                <a:gd name="T98" fmla="*/ 1208 w 1321"/>
                <a:gd name="T99" fmla="*/ 256 h 712"/>
                <a:gd name="T100" fmla="*/ 1258 w 1321"/>
                <a:gd name="T101" fmla="*/ 325 h 712"/>
                <a:gd name="T102" fmla="*/ 1301 w 1321"/>
                <a:gd name="T103" fmla="*/ 401 h 712"/>
                <a:gd name="T104" fmla="*/ 1301 w 1321"/>
                <a:gd name="T105" fmla="*/ 40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A776F0"/>
                </a:gs>
              </a:gsLst>
              <a:lin ang="5400000" scaled="1"/>
            </a:gradFill>
            <a:ln>
              <a:noFill/>
            </a:ln>
            <a:effectLst>
              <a:outerShdw blurRad="190500" dist="228600" dir="2700000" algn="ctr">
                <a:srgbClr val="000000">
                  <a:alpha val="30000"/>
                </a:srgbClr>
              </a:outerShdw>
            </a:effectLst>
            <a:sp3d prstMaterial="matte">
              <a:bevelT w="127000" h="63500"/>
            </a:sp3d>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p>
          </p:txBody>
        </p:sp>
      </p:grpSp>
      <p:sp>
        <p:nvSpPr>
          <p:cNvPr id="26" name="Text Box 24">
            <a:extLst>
              <a:ext uri="{FF2B5EF4-FFF2-40B4-BE49-F238E27FC236}">
                <a16:creationId xmlns:a16="http://schemas.microsoft.com/office/drawing/2014/main" id="{BA6D76F6-8DF5-487F-9B68-7B972110E995}"/>
              </a:ext>
            </a:extLst>
          </p:cNvPr>
          <p:cNvSpPr txBox="1">
            <a:spLocks noChangeArrowheads="1"/>
          </p:cNvSpPr>
          <p:nvPr/>
        </p:nvSpPr>
        <p:spPr bwMode="gray">
          <a:xfrm>
            <a:off x="8229600" y="3073726"/>
            <a:ext cx="12192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b="1">
                <a:solidFill>
                  <a:srgbClr val="FF0000"/>
                </a:solidFill>
                <a:latin typeface="Tahoma" panose="020B0604030504040204" pitchFamily="34" charset="0"/>
                <a:cs typeface="Tahoma" panose="020B0604030504040204" pitchFamily="34" charset="0"/>
              </a:rPr>
              <a:t>MAX - 1</a:t>
            </a:r>
            <a:endParaRPr lang="en-US" altLang="en-US" sz="2000" b="1" baseline="-25000">
              <a:solidFill>
                <a:srgbClr val="FF0000"/>
              </a:solidFill>
              <a:latin typeface="Tahoma" panose="020B0604030504040204" pitchFamily="34" charset="0"/>
              <a:cs typeface="Tahoma" panose="020B0604030504040204" pitchFamily="34" charset="0"/>
            </a:endParaRPr>
          </a:p>
        </p:txBody>
      </p:sp>
      <p:sp>
        <p:nvSpPr>
          <p:cNvPr id="27" name="Text Box 24">
            <a:extLst>
              <a:ext uri="{FF2B5EF4-FFF2-40B4-BE49-F238E27FC236}">
                <a16:creationId xmlns:a16="http://schemas.microsoft.com/office/drawing/2014/main" id="{B5DEAF77-24C0-4F71-AEDB-C6AC8A1C48D0}"/>
              </a:ext>
            </a:extLst>
          </p:cNvPr>
          <p:cNvSpPr txBox="1">
            <a:spLocks noChangeArrowheads="1"/>
          </p:cNvSpPr>
          <p:nvPr/>
        </p:nvSpPr>
        <p:spPr bwMode="gray">
          <a:xfrm>
            <a:off x="5867400" y="3043563"/>
            <a:ext cx="914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b="1">
                <a:solidFill>
                  <a:srgbClr val="FF0000"/>
                </a:solidFill>
                <a:latin typeface="Tahoma" panose="020B0604030504040204" pitchFamily="34" charset="0"/>
                <a:cs typeface="Tahoma" panose="020B0604030504040204" pitchFamily="34" charset="0"/>
              </a:rPr>
              <a:t>n - 1</a:t>
            </a:r>
            <a:endParaRPr lang="en-US" altLang="en-US" sz="2000" b="1" baseline="-25000">
              <a:solidFill>
                <a:srgbClr val="FF0000"/>
              </a:solidFill>
              <a:latin typeface="Tahoma" panose="020B0604030504040204" pitchFamily="34" charset="0"/>
              <a:cs typeface="Tahoma" panose="020B0604030504040204" pitchFamily="34" charset="0"/>
            </a:endParaRPr>
          </a:p>
        </p:txBody>
      </p:sp>
      <p:sp>
        <p:nvSpPr>
          <p:cNvPr id="28" name="Text Box 24">
            <a:extLst>
              <a:ext uri="{FF2B5EF4-FFF2-40B4-BE49-F238E27FC236}">
                <a16:creationId xmlns:a16="http://schemas.microsoft.com/office/drawing/2014/main" id="{BC8B9EBD-41EE-4434-A091-48FE800261AA}"/>
              </a:ext>
            </a:extLst>
          </p:cNvPr>
          <p:cNvSpPr txBox="1">
            <a:spLocks noChangeArrowheads="1"/>
          </p:cNvSpPr>
          <p:nvPr/>
        </p:nvSpPr>
        <p:spPr bwMode="gray">
          <a:xfrm>
            <a:off x="7696200" y="3607126"/>
            <a:ext cx="609600" cy="400050"/>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b="1">
                <a:solidFill>
                  <a:srgbClr val="FF0000"/>
                </a:solidFill>
                <a:latin typeface="Tahoma" panose="020B0604030504040204" pitchFamily="34" charset="0"/>
                <a:cs typeface="Tahoma" panose="020B0604030504040204" pitchFamily="34" charset="0"/>
              </a:rPr>
              <a:t>…</a:t>
            </a:r>
            <a:endParaRPr lang="en-US" altLang="en-US" sz="2000" b="1" baseline="-25000">
              <a:solidFill>
                <a:srgbClr val="FF0000"/>
              </a:solidFill>
              <a:latin typeface="Tahoma" panose="020B0604030504040204" pitchFamily="34" charset="0"/>
              <a:cs typeface="Tahoma" panose="020B0604030504040204" pitchFamily="34" charset="0"/>
            </a:endParaRPr>
          </a:p>
        </p:txBody>
      </p:sp>
      <p:sp>
        <p:nvSpPr>
          <p:cNvPr id="29" name="Text Box 24">
            <a:extLst>
              <a:ext uri="{FF2B5EF4-FFF2-40B4-BE49-F238E27FC236}">
                <a16:creationId xmlns:a16="http://schemas.microsoft.com/office/drawing/2014/main" id="{A8FE423F-51B2-4A9A-88C1-122F4AF4B6C3}"/>
              </a:ext>
            </a:extLst>
          </p:cNvPr>
          <p:cNvSpPr txBox="1">
            <a:spLocks noChangeArrowheads="1"/>
          </p:cNvSpPr>
          <p:nvPr/>
        </p:nvSpPr>
        <p:spPr bwMode="gray">
          <a:xfrm>
            <a:off x="5181600" y="3618238"/>
            <a:ext cx="609600" cy="400050"/>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b="1">
                <a:solidFill>
                  <a:srgbClr val="FF0000"/>
                </a:solidFill>
                <a:latin typeface="Tahoma" panose="020B0604030504040204" pitchFamily="34" charset="0"/>
                <a:cs typeface="Tahoma" panose="020B0604030504040204" pitchFamily="34" charset="0"/>
              </a:rPr>
              <a:t>…</a:t>
            </a:r>
            <a:endParaRPr lang="en-US" altLang="en-US" sz="2000" b="1" baseline="-25000">
              <a:solidFill>
                <a:srgbClr val="FF0000"/>
              </a:solidFill>
              <a:latin typeface="Tahoma" panose="020B0604030504040204" pitchFamily="34" charset="0"/>
              <a:cs typeface="Tahoma" panose="020B0604030504040204" pitchFamily="34" charset="0"/>
            </a:endParaRPr>
          </a:p>
        </p:txBody>
      </p:sp>
      <p:sp>
        <p:nvSpPr>
          <p:cNvPr id="30" name="Text Box 24">
            <a:extLst>
              <a:ext uri="{FF2B5EF4-FFF2-40B4-BE49-F238E27FC236}">
                <a16:creationId xmlns:a16="http://schemas.microsoft.com/office/drawing/2014/main" id="{CCB09D59-DAB6-4211-BADB-0C7C978B1A0A}"/>
              </a:ext>
            </a:extLst>
          </p:cNvPr>
          <p:cNvSpPr txBox="1">
            <a:spLocks noChangeArrowheads="1"/>
          </p:cNvSpPr>
          <p:nvPr/>
        </p:nvSpPr>
        <p:spPr bwMode="gray">
          <a:xfrm>
            <a:off x="6858000" y="3602363"/>
            <a:ext cx="609600" cy="400050"/>
          </a:xfrm>
          <a:prstGeom prst="rect">
            <a:avLst/>
          </a:prstGeom>
          <a:no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000" b="1">
                <a:solidFill>
                  <a:srgbClr val="FF0000"/>
                </a:solidFill>
                <a:latin typeface="Tahoma" panose="020B0604030504040204" pitchFamily="34" charset="0"/>
                <a:cs typeface="Tahoma" panose="020B0604030504040204" pitchFamily="34" charset="0"/>
              </a:rPr>
              <a:t>…</a:t>
            </a:r>
            <a:endParaRPr lang="en-US" altLang="en-US" sz="2000" b="1" baseline="-25000">
              <a:solidFill>
                <a:srgbClr val="FF0000"/>
              </a:solidFill>
              <a:latin typeface="Tahoma" panose="020B0604030504040204" pitchFamily="34" charset="0"/>
              <a:cs typeface="Tahoma" panose="020B0604030504040204" pitchFamily="34" charset="0"/>
            </a:endParaRPr>
          </a:p>
        </p:txBody>
      </p:sp>
      <p:grpSp>
        <p:nvGrpSpPr>
          <p:cNvPr id="31" name="Group 102">
            <a:extLst>
              <a:ext uri="{FF2B5EF4-FFF2-40B4-BE49-F238E27FC236}">
                <a16:creationId xmlns:a16="http://schemas.microsoft.com/office/drawing/2014/main" id="{0F5BB4E6-8E5C-4B88-9164-76E1225A9778}"/>
              </a:ext>
            </a:extLst>
          </p:cNvPr>
          <p:cNvGrpSpPr>
            <a:grpSpLocks/>
          </p:cNvGrpSpPr>
          <p:nvPr/>
        </p:nvGrpSpPr>
        <p:grpSpPr bwMode="auto">
          <a:xfrm>
            <a:off x="2590800" y="3454727"/>
            <a:ext cx="731838" cy="731837"/>
            <a:chOff x="1371600" y="5364480"/>
            <a:chExt cx="731520" cy="731520"/>
          </a:xfrm>
          <a:scene3d>
            <a:camera prst="orthographicFront">
              <a:rot lat="0" lon="0" rev="0"/>
            </a:camera>
            <a:lightRig rig="glow" dir="t">
              <a:rot lat="0" lon="0" rev="4800000"/>
            </a:lightRig>
          </a:scene3d>
        </p:grpSpPr>
        <p:grpSp>
          <p:nvGrpSpPr>
            <p:cNvPr id="32" name="Group 11">
              <a:extLst>
                <a:ext uri="{FF2B5EF4-FFF2-40B4-BE49-F238E27FC236}">
                  <a16:creationId xmlns:a16="http://schemas.microsoft.com/office/drawing/2014/main" id="{6E147C0D-9348-41B7-AF89-4165F9A58712}"/>
                </a:ext>
              </a:extLst>
            </p:cNvPr>
            <p:cNvGrpSpPr>
              <a:grpSpLocks/>
            </p:cNvGrpSpPr>
            <p:nvPr/>
          </p:nvGrpSpPr>
          <p:grpSpPr bwMode="auto">
            <a:xfrm>
              <a:off x="1371600" y="5364480"/>
              <a:ext cx="731520" cy="731520"/>
              <a:chOff x="2016" y="1920"/>
              <a:chExt cx="1680" cy="1680"/>
            </a:xfrm>
          </p:grpSpPr>
          <p:sp>
            <p:nvSpPr>
              <p:cNvPr id="34" name="Oval 12">
                <a:extLst>
                  <a:ext uri="{FF2B5EF4-FFF2-40B4-BE49-F238E27FC236}">
                    <a16:creationId xmlns:a16="http://schemas.microsoft.com/office/drawing/2014/main" id="{4E701848-35DC-4E3D-B808-DFE2CAB4FBD0}"/>
                  </a:ext>
                </a:extLst>
              </p:cNvPr>
              <p:cNvSpPr>
                <a:spLocks noChangeArrowheads="1"/>
              </p:cNvSpPr>
              <p:nvPr/>
            </p:nvSpPr>
            <p:spPr bwMode="gray">
              <a:xfrm>
                <a:off x="2016" y="1920"/>
                <a:ext cx="1680" cy="1680"/>
              </a:xfrm>
              <a:prstGeom prst="ellipse">
                <a:avLst/>
              </a:prstGeom>
              <a:gradFill rotWithShape="1">
                <a:gsLst>
                  <a:gs pos="0">
                    <a:srgbClr val="33CC33"/>
                  </a:gs>
                  <a:gs pos="100000">
                    <a:srgbClr val="0C320C"/>
                  </a:gs>
                </a:gsLst>
                <a:lin ang="5400000" scaled="1"/>
              </a:gradFill>
              <a:ln>
                <a:noFill/>
              </a:ln>
              <a:effectLst>
                <a:outerShdw blurRad="190500" dist="228600" dir="2700000" algn="ctr">
                  <a:srgbClr val="000000">
                    <a:alpha val="30000"/>
                  </a:srgbClr>
                </a:outerShdw>
              </a:effectLst>
              <a:sp3d prstMaterial="matte">
                <a:bevelT w="127000" h="63500"/>
              </a:sp3d>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solidFill>
                    <a:schemeClr val="accent2">
                      <a:lumMod val="50000"/>
                    </a:schemeClr>
                  </a:solidFill>
                </a:endParaRPr>
              </a:p>
            </p:txBody>
          </p:sp>
          <p:sp>
            <p:nvSpPr>
              <p:cNvPr id="35" name="Freeform 13">
                <a:extLst>
                  <a:ext uri="{FF2B5EF4-FFF2-40B4-BE49-F238E27FC236}">
                    <a16:creationId xmlns:a16="http://schemas.microsoft.com/office/drawing/2014/main" id="{A5ECD238-4EDD-4B6C-ABBD-1CB585BCE6F7}"/>
                  </a:ext>
                </a:extLst>
              </p:cNvPr>
              <p:cNvSpPr>
                <a:spLocks/>
              </p:cNvSpPr>
              <p:nvPr/>
            </p:nvSpPr>
            <p:spPr bwMode="gray">
              <a:xfrm>
                <a:off x="2208" y="1948"/>
                <a:ext cx="1296" cy="634"/>
              </a:xfrm>
              <a:custGeom>
                <a:avLst/>
                <a:gdLst>
                  <a:gd name="T0" fmla="*/ 1301 w 1321"/>
                  <a:gd name="T1" fmla="*/ 401 h 712"/>
                  <a:gd name="T2" fmla="*/ 1317 w 1321"/>
                  <a:gd name="T3" fmla="*/ 442 h 712"/>
                  <a:gd name="T4" fmla="*/ 1321 w 1321"/>
                  <a:gd name="T5" fmla="*/ 481 h 712"/>
                  <a:gd name="T6" fmla="*/ 1315 w 1321"/>
                  <a:gd name="T7" fmla="*/ 516 h 712"/>
                  <a:gd name="T8" fmla="*/ 1298 w 1321"/>
                  <a:gd name="T9" fmla="*/ 550 h 712"/>
                  <a:gd name="T10" fmla="*/ 1272 w 1321"/>
                  <a:gd name="T11" fmla="*/ 579 h 712"/>
                  <a:gd name="T12" fmla="*/ 1239 w 1321"/>
                  <a:gd name="T13" fmla="*/ 604 h 712"/>
                  <a:gd name="T14" fmla="*/ 1196 w 1321"/>
                  <a:gd name="T15" fmla="*/ 628 h 712"/>
                  <a:gd name="T16" fmla="*/ 1147 w 1321"/>
                  <a:gd name="T17" fmla="*/ 649 h 712"/>
                  <a:gd name="T18" fmla="*/ 1092 w 1321"/>
                  <a:gd name="T19" fmla="*/ 667 h 712"/>
                  <a:gd name="T20" fmla="*/ 1031 w 1321"/>
                  <a:gd name="T21" fmla="*/ 683 h 712"/>
                  <a:gd name="T22" fmla="*/ 967 w 1321"/>
                  <a:gd name="T23" fmla="*/ 694 h 712"/>
                  <a:gd name="T24" fmla="*/ 896 w 1321"/>
                  <a:gd name="T25" fmla="*/ 704 h 712"/>
                  <a:gd name="T26" fmla="*/ 824 w 1321"/>
                  <a:gd name="T27" fmla="*/ 710 h 712"/>
                  <a:gd name="T28" fmla="*/ 795 w 1321"/>
                  <a:gd name="T29" fmla="*/ 712 h 712"/>
                  <a:gd name="T30" fmla="*/ 476 w 1321"/>
                  <a:gd name="T31" fmla="*/ 712 h 712"/>
                  <a:gd name="T32" fmla="*/ 472 w 1321"/>
                  <a:gd name="T33" fmla="*/ 712 h 712"/>
                  <a:gd name="T34" fmla="*/ 409 w 1321"/>
                  <a:gd name="T35" fmla="*/ 708 h 712"/>
                  <a:gd name="T36" fmla="*/ 348 w 1321"/>
                  <a:gd name="T37" fmla="*/ 704 h 712"/>
                  <a:gd name="T38" fmla="*/ 290 w 1321"/>
                  <a:gd name="T39" fmla="*/ 696 h 712"/>
                  <a:gd name="T40" fmla="*/ 235 w 1321"/>
                  <a:gd name="T41" fmla="*/ 689 h 712"/>
                  <a:gd name="T42" fmla="*/ 186 w 1321"/>
                  <a:gd name="T43" fmla="*/ 677 h 712"/>
                  <a:gd name="T44" fmla="*/ 141 w 1321"/>
                  <a:gd name="T45" fmla="*/ 663 h 712"/>
                  <a:gd name="T46" fmla="*/ 102 w 1321"/>
                  <a:gd name="T47" fmla="*/ 648 h 712"/>
                  <a:gd name="T48" fmla="*/ 67 w 1321"/>
                  <a:gd name="T49" fmla="*/ 630 h 712"/>
                  <a:gd name="T50" fmla="*/ 39 w 1321"/>
                  <a:gd name="T51" fmla="*/ 608 h 712"/>
                  <a:gd name="T52" fmla="*/ 18 w 1321"/>
                  <a:gd name="T53" fmla="*/ 583 h 712"/>
                  <a:gd name="T54" fmla="*/ 6 w 1321"/>
                  <a:gd name="T55" fmla="*/ 554 h 712"/>
                  <a:gd name="T56" fmla="*/ 0 w 1321"/>
                  <a:gd name="T57" fmla="*/ 524 h 712"/>
                  <a:gd name="T58" fmla="*/ 0 w 1321"/>
                  <a:gd name="T59" fmla="*/ 520 h 712"/>
                  <a:gd name="T60" fmla="*/ 4 w 1321"/>
                  <a:gd name="T61" fmla="*/ 487 h 712"/>
                  <a:gd name="T62" fmla="*/ 16 w 1321"/>
                  <a:gd name="T63" fmla="*/ 446 h 712"/>
                  <a:gd name="T64" fmla="*/ 51 w 1321"/>
                  <a:gd name="T65" fmla="*/ 370 h 712"/>
                  <a:gd name="T66" fmla="*/ 94 w 1321"/>
                  <a:gd name="T67" fmla="*/ 299 h 712"/>
                  <a:gd name="T68" fmla="*/ 147 w 1321"/>
                  <a:gd name="T69" fmla="*/ 235 h 712"/>
                  <a:gd name="T70" fmla="*/ 204 w 1321"/>
                  <a:gd name="T71" fmla="*/ 176 h 712"/>
                  <a:gd name="T72" fmla="*/ 270 w 1321"/>
                  <a:gd name="T73" fmla="*/ 125 h 712"/>
                  <a:gd name="T74" fmla="*/ 341 w 1321"/>
                  <a:gd name="T75" fmla="*/ 82 h 712"/>
                  <a:gd name="T76" fmla="*/ 415 w 1321"/>
                  <a:gd name="T77" fmla="*/ 47 h 712"/>
                  <a:gd name="T78" fmla="*/ 497 w 1321"/>
                  <a:gd name="T79" fmla="*/ 21 h 712"/>
                  <a:gd name="T80" fmla="*/ 581 w 1321"/>
                  <a:gd name="T81" fmla="*/ 6 h 712"/>
                  <a:gd name="T82" fmla="*/ 667 w 1321"/>
                  <a:gd name="T83" fmla="*/ 0 h 712"/>
                  <a:gd name="T84" fmla="*/ 667 w 1321"/>
                  <a:gd name="T85" fmla="*/ 0 h 712"/>
                  <a:gd name="T86" fmla="*/ 759 w 1321"/>
                  <a:gd name="T87" fmla="*/ 6 h 712"/>
                  <a:gd name="T88" fmla="*/ 847 w 1321"/>
                  <a:gd name="T89" fmla="*/ 23 h 712"/>
                  <a:gd name="T90" fmla="*/ 932 w 1321"/>
                  <a:gd name="T91" fmla="*/ 53 h 712"/>
                  <a:gd name="T92" fmla="*/ 1010 w 1321"/>
                  <a:gd name="T93" fmla="*/ 90 h 712"/>
                  <a:gd name="T94" fmla="*/ 1082 w 1321"/>
                  <a:gd name="T95" fmla="*/ 137 h 712"/>
                  <a:gd name="T96" fmla="*/ 1149 w 1321"/>
                  <a:gd name="T97" fmla="*/ 194 h 712"/>
                  <a:gd name="T98" fmla="*/ 1208 w 1321"/>
                  <a:gd name="T99" fmla="*/ 256 h 712"/>
                  <a:gd name="T100" fmla="*/ 1258 w 1321"/>
                  <a:gd name="T101" fmla="*/ 325 h 712"/>
                  <a:gd name="T102" fmla="*/ 1301 w 1321"/>
                  <a:gd name="T103" fmla="*/ 401 h 712"/>
                  <a:gd name="T104" fmla="*/ 1301 w 1321"/>
                  <a:gd name="T105" fmla="*/ 40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33CC33"/>
                  </a:gs>
                </a:gsLst>
                <a:lin ang="5400000" scaled="1"/>
              </a:gradFill>
              <a:ln>
                <a:noFill/>
              </a:ln>
              <a:effectLst>
                <a:outerShdw blurRad="190500" dist="228600" dir="2700000" algn="ctr">
                  <a:srgbClr val="000000">
                    <a:alpha val="30000"/>
                  </a:srgbClr>
                </a:outerShdw>
              </a:effectLst>
              <a:sp3d prstMaterial="matte">
                <a:bevelT w="127000" h="63500"/>
              </a:sp3d>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solidFill>
                    <a:schemeClr val="accent2">
                      <a:lumMod val="50000"/>
                    </a:schemeClr>
                  </a:solidFill>
                </a:endParaRPr>
              </a:p>
            </p:txBody>
          </p:sp>
        </p:grpSp>
        <p:sp>
          <p:nvSpPr>
            <p:cNvPr id="33" name="Text Box 24">
              <a:extLst>
                <a:ext uri="{FF2B5EF4-FFF2-40B4-BE49-F238E27FC236}">
                  <a16:creationId xmlns:a16="http://schemas.microsoft.com/office/drawing/2014/main" id="{178463B1-1C4F-4076-9FF3-934AA4FC97B5}"/>
                </a:ext>
              </a:extLst>
            </p:cNvPr>
            <p:cNvSpPr txBox="1">
              <a:spLocks noChangeArrowheads="1"/>
            </p:cNvSpPr>
            <p:nvPr/>
          </p:nvSpPr>
          <p:spPr bwMode="gray">
            <a:xfrm>
              <a:off x="1447767" y="5535547"/>
              <a:ext cx="533168" cy="380835"/>
            </a:xfrm>
            <a:prstGeom prst="rect">
              <a:avLst/>
            </a:prstGeom>
            <a:noFill/>
            <a:ln w="9525">
              <a:noFill/>
              <a:miter lim="800000"/>
              <a:headEnd/>
              <a:tailEnd/>
            </a:ln>
            <a:effectLst>
              <a:outerShdw blurRad="190500" dist="228600" dir="2700000" algn="ctr">
                <a:srgbClr val="000000">
                  <a:alpha val="30000"/>
                </a:srgbClr>
              </a:outerShdw>
            </a:effectLst>
            <a:sp3d prstMaterial="matte">
              <a:bevelT w="127000" h="63500"/>
            </a:sp3d>
          </p:spPr>
          <p:txBody>
            <a:bodyPr>
              <a:spAutoFit/>
            </a:bodyPr>
            <a:lstStyle/>
            <a:p>
              <a:pPr algn="ctr">
                <a:defRPr/>
              </a:pPr>
              <a:r>
                <a:rPr lang="en-US" b="1">
                  <a:solidFill>
                    <a:schemeClr val="accent2">
                      <a:lumMod val="50000"/>
                    </a:schemeClr>
                  </a:solidFill>
                  <a:effectLst>
                    <a:outerShdw blurRad="38100" dist="38100" dir="2700000" algn="tl">
                      <a:srgbClr val="C0C0C0"/>
                    </a:outerShdw>
                  </a:effectLst>
                  <a:latin typeface="Tahoma" pitchFamily="34" charset="0"/>
                  <a:cs typeface="Tahoma" pitchFamily="34" charset="0"/>
                </a:rPr>
                <a:t>a</a:t>
              </a:r>
              <a:endParaRPr lang="en-US" b="1" baseline="-25000">
                <a:solidFill>
                  <a:schemeClr val="accent2">
                    <a:lumMod val="50000"/>
                  </a:schemeClr>
                </a:solidFill>
                <a:effectLst>
                  <a:outerShdw blurRad="38100" dist="38100" dir="2700000" algn="tl">
                    <a:srgbClr val="C0C0C0"/>
                  </a:outerShdw>
                </a:effectLst>
                <a:latin typeface="Tahoma" pitchFamily="34" charset="0"/>
                <a:cs typeface="Tahoma" pitchFamily="34" charset="0"/>
              </a:endParaRPr>
            </a:p>
          </p:txBody>
        </p:sp>
      </p:grpSp>
      <p:grpSp>
        <p:nvGrpSpPr>
          <p:cNvPr id="36" name="Group 107">
            <a:extLst>
              <a:ext uri="{FF2B5EF4-FFF2-40B4-BE49-F238E27FC236}">
                <a16:creationId xmlns:a16="http://schemas.microsoft.com/office/drawing/2014/main" id="{1532D2BD-194B-45A1-93BE-4033096A60B4}"/>
              </a:ext>
            </a:extLst>
          </p:cNvPr>
          <p:cNvGrpSpPr>
            <a:grpSpLocks/>
          </p:cNvGrpSpPr>
          <p:nvPr/>
        </p:nvGrpSpPr>
        <p:grpSpPr bwMode="auto">
          <a:xfrm>
            <a:off x="3429000" y="3454727"/>
            <a:ext cx="731838" cy="731837"/>
            <a:chOff x="2209800" y="5364480"/>
            <a:chExt cx="731520" cy="731520"/>
          </a:xfrm>
          <a:scene3d>
            <a:camera prst="orthographicFront">
              <a:rot lat="0" lon="0" rev="0"/>
            </a:camera>
            <a:lightRig rig="glow" dir="t">
              <a:rot lat="0" lon="0" rev="4800000"/>
            </a:lightRig>
          </a:scene3d>
        </p:grpSpPr>
        <p:grpSp>
          <p:nvGrpSpPr>
            <p:cNvPr id="37" name="Group 11">
              <a:extLst>
                <a:ext uri="{FF2B5EF4-FFF2-40B4-BE49-F238E27FC236}">
                  <a16:creationId xmlns:a16="http://schemas.microsoft.com/office/drawing/2014/main" id="{AC76103C-DA5B-4241-9CB1-3812DDBFA846}"/>
                </a:ext>
              </a:extLst>
            </p:cNvPr>
            <p:cNvGrpSpPr>
              <a:grpSpLocks/>
            </p:cNvGrpSpPr>
            <p:nvPr/>
          </p:nvGrpSpPr>
          <p:grpSpPr bwMode="auto">
            <a:xfrm>
              <a:off x="2209800" y="5364480"/>
              <a:ext cx="731520" cy="731520"/>
              <a:chOff x="2016" y="1920"/>
              <a:chExt cx="1680" cy="1680"/>
            </a:xfrm>
          </p:grpSpPr>
          <p:sp>
            <p:nvSpPr>
              <p:cNvPr id="39" name="Oval 12">
                <a:extLst>
                  <a:ext uri="{FF2B5EF4-FFF2-40B4-BE49-F238E27FC236}">
                    <a16:creationId xmlns:a16="http://schemas.microsoft.com/office/drawing/2014/main" id="{0BA58CA2-B55D-487C-BB75-2E48DC5FB78C}"/>
                  </a:ext>
                </a:extLst>
              </p:cNvPr>
              <p:cNvSpPr>
                <a:spLocks noChangeArrowheads="1"/>
              </p:cNvSpPr>
              <p:nvPr/>
            </p:nvSpPr>
            <p:spPr bwMode="gray">
              <a:xfrm>
                <a:off x="2016" y="1920"/>
                <a:ext cx="1680" cy="1680"/>
              </a:xfrm>
              <a:prstGeom prst="ellipse">
                <a:avLst/>
              </a:prstGeom>
              <a:gradFill rotWithShape="1">
                <a:gsLst>
                  <a:gs pos="0">
                    <a:srgbClr val="33CC33"/>
                  </a:gs>
                  <a:gs pos="100000">
                    <a:srgbClr val="0C320C"/>
                  </a:gs>
                </a:gsLst>
                <a:lin ang="5400000" scaled="1"/>
              </a:gradFill>
              <a:ln>
                <a:noFill/>
              </a:ln>
              <a:effectLst>
                <a:outerShdw blurRad="190500" dist="228600" dir="2700000" algn="ctr">
                  <a:srgbClr val="000000">
                    <a:alpha val="30000"/>
                  </a:srgbClr>
                </a:outerShdw>
              </a:effectLst>
              <a:sp3d prstMaterial="matte">
                <a:bevelT w="127000" h="63500"/>
              </a:sp3d>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solidFill>
                    <a:schemeClr val="accent2">
                      <a:lumMod val="50000"/>
                    </a:schemeClr>
                  </a:solidFill>
                </a:endParaRPr>
              </a:p>
            </p:txBody>
          </p:sp>
          <p:sp>
            <p:nvSpPr>
              <p:cNvPr id="40" name="Freeform 13">
                <a:extLst>
                  <a:ext uri="{FF2B5EF4-FFF2-40B4-BE49-F238E27FC236}">
                    <a16:creationId xmlns:a16="http://schemas.microsoft.com/office/drawing/2014/main" id="{13615D37-39EA-4118-BE5D-35CD48000FB2}"/>
                  </a:ext>
                </a:extLst>
              </p:cNvPr>
              <p:cNvSpPr>
                <a:spLocks/>
              </p:cNvSpPr>
              <p:nvPr/>
            </p:nvSpPr>
            <p:spPr bwMode="gray">
              <a:xfrm>
                <a:off x="2208" y="1948"/>
                <a:ext cx="1296" cy="634"/>
              </a:xfrm>
              <a:custGeom>
                <a:avLst/>
                <a:gdLst>
                  <a:gd name="T0" fmla="*/ 1301 w 1321"/>
                  <a:gd name="T1" fmla="*/ 401 h 712"/>
                  <a:gd name="T2" fmla="*/ 1317 w 1321"/>
                  <a:gd name="T3" fmla="*/ 442 h 712"/>
                  <a:gd name="T4" fmla="*/ 1321 w 1321"/>
                  <a:gd name="T5" fmla="*/ 481 h 712"/>
                  <a:gd name="T6" fmla="*/ 1315 w 1321"/>
                  <a:gd name="T7" fmla="*/ 516 h 712"/>
                  <a:gd name="T8" fmla="*/ 1298 w 1321"/>
                  <a:gd name="T9" fmla="*/ 550 h 712"/>
                  <a:gd name="T10" fmla="*/ 1272 w 1321"/>
                  <a:gd name="T11" fmla="*/ 579 h 712"/>
                  <a:gd name="T12" fmla="*/ 1239 w 1321"/>
                  <a:gd name="T13" fmla="*/ 604 h 712"/>
                  <a:gd name="T14" fmla="*/ 1196 w 1321"/>
                  <a:gd name="T15" fmla="*/ 628 h 712"/>
                  <a:gd name="T16" fmla="*/ 1147 w 1321"/>
                  <a:gd name="T17" fmla="*/ 649 h 712"/>
                  <a:gd name="T18" fmla="*/ 1092 w 1321"/>
                  <a:gd name="T19" fmla="*/ 667 h 712"/>
                  <a:gd name="T20" fmla="*/ 1031 w 1321"/>
                  <a:gd name="T21" fmla="*/ 683 h 712"/>
                  <a:gd name="T22" fmla="*/ 967 w 1321"/>
                  <a:gd name="T23" fmla="*/ 694 h 712"/>
                  <a:gd name="T24" fmla="*/ 896 w 1321"/>
                  <a:gd name="T25" fmla="*/ 704 h 712"/>
                  <a:gd name="T26" fmla="*/ 824 w 1321"/>
                  <a:gd name="T27" fmla="*/ 710 h 712"/>
                  <a:gd name="T28" fmla="*/ 795 w 1321"/>
                  <a:gd name="T29" fmla="*/ 712 h 712"/>
                  <a:gd name="T30" fmla="*/ 476 w 1321"/>
                  <a:gd name="T31" fmla="*/ 712 h 712"/>
                  <a:gd name="T32" fmla="*/ 472 w 1321"/>
                  <a:gd name="T33" fmla="*/ 712 h 712"/>
                  <a:gd name="T34" fmla="*/ 409 w 1321"/>
                  <a:gd name="T35" fmla="*/ 708 h 712"/>
                  <a:gd name="T36" fmla="*/ 348 w 1321"/>
                  <a:gd name="T37" fmla="*/ 704 h 712"/>
                  <a:gd name="T38" fmla="*/ 290 w 1321"/>
                  <a:gd name="T39" fmla="*/ 696 h 712"/>
                  <a:gd name="T40" fmla="*/ 235 w 1321"/>
                  <a:gd name="T41" fmla="*/ 689 h 712"/>
                  <a:gd name="T42" fmla="*/ 186 w 1321"/>
                  <a:gd name="T43" fmla="*/ 677 h 712"/>
                  <a:gd name="T44" fmla="*/ 141 w 1321"/>
                  <a:gd name="T45" fmla="*/ 663 h 712"/>
                  <a:gd name="T46" fmla="*/ 102 w 1321"/>
                  <a:gd name="T47" fmla="*/ 648 h 712"/>
                  <a:gd name="T48" fmla="*/ 67 w 1321"/>
                  <a:gd name="T49" fmla="*/ 630 h 712"/>
                  <a:gd name="T50" fmla="*/ 39 w 1321"/>
                  <a:gd name="T51" fmla="*/ 608 h 712"/>
                  <a:gd name="T52" fmla="*/ 18 w 1321"/>
                  <a:gd name="T53" fmla="*/ 583 h 712"/>
                  <a:gd name="T54" fmla="*/ 6 w 1321"/>
                  <a:gd name="T55" fmla="*/ 554 h 712"/>
                  <a:gd name="T56" fmla="*/ 0 w 1321"/>
                  <a:gd name="T57" fmla="*/ 524 h 712"/>
                  <a:gd name="T58" fmla="*/ 0 w 1321"/>
                  <a:gd name="T59" fmla="*/ 520 h 712"/>
                  <a:gd name="T60" fmla="*/ 4 w 1321"/>
                  <a:gd name="T61" fmla="*/ 487 h 712"/>
                  <a:gd name="T62" fmla="*/ 16 w 1321"/>
                  <a:gd name="T63" fmla="*/ 446 h 712"/>
                  <a:gd name="T64" fmla="*/ 51 w 1321"/>
                  <a:gd name="T65" fmla="*/ 370 h 712"/>
                  <a:gd name="T66" fmla="*/ 94 w 1321"/>
                  <a:gd name="T67" fmla="*/ 299 h 712"/>
                  <a:gd name="T68" fmla="*/ 147 w 1321"/>
                  <a:gd name="T69" fmla="*/ 235 h 712"/>
                  <a:gd name="T70" fmla="*/ 204 w 1321"/>
                  <a:gd name="T71" fmla="*/ 176 h 712"/>
                  <a:gd name="T72" fmla="*/ 270 w 1321"/>
                  <a:gd name="T73" fmla="*/ 125 h 712"/>
                  <a:gd name="T74" fmla="*/ 341 w 1321"/>
                  <a:gd name="T75" fmla="*/ 82 h 712"/>
                  <a:gd name="T76" fmla="*/ 415 w 1321"/>
                  <a:gd name="T77" fmla="*/ 47 h 712"/>
                  <a:gd name="T78" fmla="*/ 497 w 1321"/>
                  <a:gd name="T79" fmla="*/ 21 h 712"/>
                  <a:gd name="T80" fmla="*/ 581 w 1321"/>
                  <a:gd name="T81" fmla="*/ 6 h 712"/>
                  <a:gd name="T82" fmla="*/ 667 w 1321"/>
                  <a:gd name="T83" fmla="*/ 0 h 712"/>
                  <a:gd name="T84" fmla="*/ 667 w 1321"/>
                  <a:gd name="T85" fmla="*/ 0 h 712"/>
                  <a:gd name="T86" fmla="*/ 759 w 1321"/>
                  <a:gd name="T87" fmla="*/ 6 h 712"/>
                  <a:gd name="T88" fmla="*/ 847 w 1321"/>
                  <a:gd name="T89" fmla="*/ 23 h 712"/>
                  <a:gd name="T90" fmla="*/ 932 w 1321"/>
                  <a:gd name="T91" fmla="*/ 53 h 712"/>
                  <a:gd name="T92" fmla="*/ 1010 w 1321"/>
                  <a:gd name="T93" fmla="*/ 90 h 712"/>
                  <a:gd name="T94" fmla="*/ 1082 w 1321"/>
                  <a:gd name="T95" fmla="*/ 137 h 712"/>
                  <a:gd name="T96" fmla="*/ 1149 w 1321"/>
                  <a:gd name="T97" fmla="*/ 194 h 712"/>
                  <a:gd name="T98" fmla="*/ 1208 w 1321"/>
                  <a:gd name="T99" fmla="*/ 256 h 712"/>
                  <a:gd name="T100" fmla="*/ 1258 w 1321"/>
                  <a:gd name="T101" fmla="*/ 325 h 712"/>
                  <a:gd name="T102" fmla="*/ 1301 w 1321"/>
                  <a:gd name="T103" fmla="*/ 401 h 712"/>
                  <a:gd name="T104" fmla="*/ 1301 w 1321"/>
                  <a:gd name="T105" fmla="*/ 40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33CC33"/>
                  </a:gs>
                </a:gsLst>
                <a:lin ang="5400000" scaled="1"/>
              </a:gradFill>
              <a:ln>
                <a:noFill/>
              </a:ln>
              <a:effectLst>
                <a:outerShdw blurRad="190500" dist="228600" dir="2700000" algn="ctr">
                  <a:srgbClr val="000000">
                    <a:alpha val="30000"/>
                  </a:srgbClr>
                </a:outerShdw>
              </a:effectLst>
              <a:sp3d prstMaterial="matte">
                <a:bevelT w="127000" h="63500"/>
              </a:sp3d>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solidFill>
                    <a:schemeClr val="accent2">
                      <a:lumMod val="50000"/>
                    </a:schemeClr>
                  </a:solidFill>
                </a:endParaRPr>
              </a:p>
            </p:txBody>
          </p:sp>
        </p:grpSp>
        <p:sp>
          <p:nvSpPr>
            <p:cNvPr id="38" name="Text Box 24">
              <a:extLst>
                <a:ext uri="{FF2B5EF4-FFF2-40B4-BE49-F238E27FC236}">
                  <a16:creationId xmlns:a16="http://schemas.microsoft.com/office/drawing/2014/main" id="{C2EB47B6-B80B-4404-AF0C-752D7D87CCCD}"/>
                </a:ext>
              </a:extLst>
            </p:cNvPr>
            <p:cNvSpPr txBox="1">
              <a:spLocks noChangeArrowheads="1"/>
            </p:cNvSpPr>
            <p:nvPr/>
          </p:nvSpPr>
          <p:spPr bwMode="gray">
            <a:xfrm>
              <a:off x="2285967" y="5535547"/>
              <a:ext cx="533168" cy="380835"/>
            </a:xfrm>
            <a:prstGeom prst="rect">
              <a:avLst/>
            </a:prstGeom>
            <a:noFill/>
            <a:ln w="9525">
              <a:noFill/>
              <a:miter lim="800000"/>
              <a:headEnd/>
              <a:tailEnd/>
            </a:ln>
            <a:effectLst>
              <a:outerShdw blurRad="190500" dist="228600" dir="2700000" algn="ctr">
                <a:srgbClr val="000000">
                  <a:alpha val="30000"/>
                </a:srgbClr>
              </a:outerShdw>
            </a:effectLst>
            <a:sp3d prstMaterial="matte">
              <a:bevelT w="127000" h="63500"/>
            </a:sp3d>
          </p:spPr>
          <p:txBody>
            <a:bodyPr>
              <a:spAutoFit/>
            </a:bodyPr>
            <a:lstStyle/>
            <a:p>
              <a:pPr algn="ctr">
                <a:defRPr/>
              </a:pPr>
              <a:r>
                <a:rPr lang="en-US" b="1">
                  <a:solidFill>
                    <a:schemeClr val="accent2">
                      <a:lumMod val="50000"/>
                    </a:schemeClr>
                  </a:solidFill>
                  <a:effectLst>
                    <a:outerShdw blurRad="38100" dist="38100" dir="2700000" algn="tl">
                      <a:srgbClr val="C0C0C0"/>
                    </a:outerShdw>
                  </a:effectLst>
                  <a:latin typeface="Tahoma" pitchFamily="34" charset="0"/>
                  <a:cs typeface="Tahoma" pitchFamily="34" charset="0"/>
                </a:rPr>
                <a:t>x</a:t>
              </a:r>
              <a:endParaRPr lang="en-US" b="1" baseline="-25000">
                <a:solidFill>
                  <a:schemeClr val="accent2">
                    <a:lumMod val="50000"/>
                  </a:schemeClr>
                </a:solidFill>
                <a:effectLst>
                  <a:outerShdw blurRad="38100" dist="38100" dir="2700000" algn="tl">
                    <a:srgbClr val="C0C0C0"/>
                  </a:outerShdw>
                </a:effectLst>
                <a:latin typeface="Tahoma" pitchFamily="34" charset="0"/>
                <a:cs typeface="Tahoma" pitchFamily="34" charset="0"/>
              </a:endParaRPr>
            </a:p>
          </p:txBody>
        </p:sp>
      </p:grpSp>
      <p:grpSp>
        <p:nvGrpSpPr>
          <p:cNvPr id="41" name="Group 112">
            <a:extLst>
              <a:ext uri="{FF2B5EF4-FFF2-40B4-BE49-F238E27FC236}">
                <a16:creationId xmlns:a16="http://schemas.microsoft.com/office/drawing/2014/main" id="{D033FF06-6388-4690-ACF1-33ADEEBD3553}"/>
              </a:ext>
            </a:extLst>
          </p:cNvPr>
          <p:cNvGrpSpPr>
            <a:grpSpLocks/>
          </p:cNvGrpSpPr>
          <p:nvPr/>
        </p:nvGrpSpPr>
        <p:grpSpPr bwMode="auto">
          <a:xfrm>
            <a:off x="4267200" y="3454727"/>
            <a:ext cx="731838" cy="731837"/>
            <a:chOff x="3048000" y="5364480"/>
            <a:chExt cx="731520" cy="731520"/>
          </a:xfrm>
          <a:scene3d>
            <a:camera prst="orthographicFront">
              <a:rot lat="0" lon="0" rev="0"/>
            </a:camera>
            <a:lightRig rig="glow" dir="t">
              <a:rot lat="0" lon="0" rev="4800000"/>
            </a:lightRig>
          </a:scene3d>
        </p:grpSpPr>
        <p:grpSp>
          <p:nvGrpSpPr>
            <p:cNvPr id="42" name="Group 11">
              <a:extLst>
                <a:ext uri="{FF2B5EF4-FFF2-40B4-BE49-F238E27FC236}">
                  <a16:creationId xmlns:a16="http://schemas.microsoft.com/office/drawing/2014/main" id="{ABAA6B44-0FFD-402B-ACB4-FEE6F4B26043}"/>
                </a:ext>
              </a:extLst>
            </p:cNvPr>
            <p:cNvGrpSpPr>
              <a:grpSpLocks/>
            </p:cNvGrpSpPr>
            <p:nvPr/>
          </p:nvGrpSpPr>
          <p:grpSpPr bwMode="auto">
            <a:xfrm>
              <a:off x="3048000" y="5364480"/>
              <a:ext cx="731520" cy="731520"/>
              <a:chOff x="2016" y="1920"/>
              <a:chExt cx="1680" cy="1680"/>
            </a:xfrm>
          </p:grpSpPr>
          <p:sp>
            <p:nvSpPr>
              <p:cNvPr id="44" name="Oval 12">
                <a:extLst>
                  <a:ext uri="{FF2B5EF4-FFF2-40B4-BE49-F238E27FC236}">
                    <a16:creationId xmlns:a16="http://schemas.microsoft.com/office/drawing/2014/main" id="{5A82EA71-5912-4637-B7D9-D634E383DBDD}"/>
                  </a:ext>
                </a:extLst>
              </p:cNvPr>
              <p:cNvSpPr>
                <a:spLocks noChangeArrowheads="1"/>
              </p:cNvSpPr>
              <p:nvPr/>
            </p:nvSpPr>
            <p:spPr bwMode="gray">
              <a:xfrm>
                <a:off x="2016" y="1920"/>
                <a:ext cx="1680" cy="1680"/>
              </a:xfrm>
              <a:prstGeom prst="ellipse">
                <a:avLst/>
              </a:prstGeom>
              <a:gradFill rotWithShape="1">
                <a:gsLst>
                  <a:gs pos="0">
                    <a:srgbClr val="33CC33"/>
                  </a:gs>
                  <a:gs pos="100000">
                    <a:srgbClr val="0C320C"/>
                  </a:gs>
                </a:gsLst>
                <a:lin ang="5400000" scaled="1"/>
              </a:gradFill>
              <a:ln>
                <a:noFill/>
              </a:ln>
              <a:effectLst>
                <a:outerShdw blurRad="190500" dist="228600" dir="2700000" algn="ctr">
                  <a:srgbClr val="000000">
                    <a:alpha val="30000"/>
                  </a:srgbClr>
                </a:outerShdw>
              </a:effectLst>
              <a:sp3d prstMaterial="matte">
                <a:bevelT w="127000" h="63500"/>
              </a:sp3d>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solidFill>
                    <a:schemeClr val="accent2">
                      <a:lumMod val="50000"/>
                    </a:schemeClr>
                  </a:solidFill>
                </a:endParaRPr>
              </a:p>
            </p:txBody>
          </p:sp>
          <p:sp>
            <p:nvSpPr>
              <p:cNvPr id="45" name="Freeform 13">
                <a:extLst>
                  <a:ext uri="{FF2B5EF4-FFF2-40B4-BE49-F238E27FC236}">
                    <a16:creationId xmlns:a16="http://schemas.microsoft.com/office/drawing/2014/main" id="{5C2DF30F-0675-46EB-A922-01D5D5BE5BA5}"/>
                  </a:ext>
                </a:extLst>
              </p:cNvPr>
              <p:cNvSpPr>
                <a:spLocks/>
              </p:cNvSpPr>
              <p:nvPr/>
            </p:nvSpPr>
            <p:spPr bwMode="gray">
              <a:xfrm>
                <a:off x="2208" y="1948"/>
                <a:ext cx="1296" cy="634"/>
              </a:xfrm>
              <a:custGeom>
                <a:avLst/>
                <a:gdLst>
                  <a:gd name="T0" fmla="*/ 1301 w 1321"/>
                  <a:gd name="T1" fmla="*/ 401 h 712"/>
                  <a:gd name="T2" fmla="*/ 1317 w 1321"/>
                  <a:gd name="T3" fmla="*/ 442 h 712"/>
                  <a:gd name="T4" fmla="*/ 1321 w 1321"/>
                  <a:gd name="T5" fmla="*/ 481 h 712"/>
                  <a:gd name="T6" fmla="*/ 1315 w 1321"/>
                  <a:gd name="T7" fmla="*/ 516 h 712"/>
                  <a:gd name="T8" fmla="*/ 1298 w 1321"/>
                  <a:gd name="T9" fmla="*/ 550 h 712"/>
                  <a:gd name="T10" fmla="*/ 1272 w 1321"/>
                  <a:gd name="T11" fmla="*/ 579 h 712"/>
                  <a:gd name="T12" fmla="*/ 1239 w 1321"/>
                  <a:gd name="T13" fmla="*/ 604 h 712"/>
                  <a:gd name="T14" fmla="*/ 1196 w 1321"/>
                  <a:gd name="T15" fmla="*/ 628 h 712"/>
                  <a:gd name="T16" fmla="*/ 1147 w 1321"/>
                  <a:gd name="T17" fmla="*/ 649 h 712"/>
                  <a:gd name="T18" fmla="*/ 1092 w 1321"/>
                  <a:gd name="T19" fmla="*/ 667 h 712"/>
                  <a:gd name="T20" fmla="*/ 1031 w 1321"/>
                  <a:gd name="T21" fmla="*/ 683 h 712"/>
                  <a:gd name="T22" fmla="*/ 967 w 1321"/>
                  <a:gd name="T23" fmla="*/ 694 h 712"/>
                  <a:gd name="T24" fmla="*/ 896 w 1321"/>
                  <a:gd name="T25" fmla="*/ 704 h 712"/>
                  <a:gd name="T26" fmla="*/ 824 w 1321"/>
                  <a:gd name="T27" fmla="*/ 710 h 712"/>
                  <a:gd name="T28" fmla="*/ 795 w 1321"/>
                  <a:gd name="T29" fmla="*/ 712 h 712"/>
                  <a:gd name="T30" fmla="*/ 476 w 1321"/>
                  <a:gd name="T31" fmla="*/ 712 h 712"/>
                  <a:gd name="T32" fmla="*/ 472 w 1321"/>
                  <a:gd name="T33" fmla="*/ 712 h 712"/>
                  <a:gd name="T34" fmla="*/ 409 w 1321"/>
                  <a:gd name="T35" fmla="*/ 708 h 712"/>
                  <a:gd name="T36" fmla="*/ 348 w 1321"/>
                  <a:gd name="T37" fmla="*/ 704 h 712"/>
                  <a:gd name="T38" fmla="*/ 290 w 1321"/>
                  <a:gd name="T39" fmla="*/ 696 h 712"/>
                  <a:gd name="T40" fmla="*/ 235 w 1321"/>
                  <a:gd name="T41" fmla="*/ 689 h 712"/>
                  <a:gd name="T42" fmla="*/ 186 w 1321"/>
                  <a:gd name="T43" fmla="*/ 677 h 712"/>
                  <a:gd name="T44" fmla="*/ 141 w 1321"/>
                  <a:gd name="T45" fmla="*/ 663 h 712"/>
                  <a:gd name="T46" fmla="*/ 102 w 1321"/>
                  <a:gd name="T47" fmla="*/ 648 h 712"/>
                  <a:gd name="T48" fmla="*/ 67 w 1321"/>
                  <a:gd name="T49" fmla="*/ 630 h 712"/>
                  <a:gd name="T50" fmla="*/ 39 w 1321"/>
                  <a:gd name="T51" fmla="*/ 608 h 712"/>
                  <a:gd name="T52" fmla="*/ 18 w 1321"/>
                  <a:gd name="T53" fmla="*/ 583 h 712"/>
                  <a:gd name="T54" fmla="*/ 6 w 1321"/>
                  <a:gd name="T55" fmla="*/ 554 h 712"/>
                  <a:gd name="T56" fmla="*/ 0 w 1321"/>
                  <a:gd name="T57" fmla="*/ 524 h 712"/>
                  <a:gd name="T58" fmla="*/ 0 w 1321"/>
                  <a:gd name="T59" fmla="*/ 520 h 712"/>
                  <a:gd name="T60" fmla="*/ 4 w 1321"/>
                  <a:gd name="T61" fmla="*/ 487 h 712"/>
                  <a:gd name="T62" fmla="*/ 16 w 1321"/>
                  <a:gd name="T63" fmla="*/ 446 h 712"/>
                  <a:gd name="T64" fmla="*/ 51 w 1321"/>
                  <a:gd name="T65" fmla="*/ 370 h 712"/>
                  <a:gd name="T66" fmla="*/ 94 w 1321"/>
                  <a:gd name="T67" fmla="*/ 299 h 712"/>
                  <a:gd name="T68" fmla="*/ 147 w 1321"/>
                  <a:gd name="T69" fmla="*/ 235 h 712"/>
                  <a:gd name="T70" fmla="*/ 204 w 1321"/>
                  <a:gd name="T71" fmla="*/ 176 h 712"/>
                  <a:gd name="T72" fmla="*/ 270 w 1321"/>
                  <a:gd name="T73" fmla="*/ 125 h 712"/>
                  <a:gd name="T74" fmla="*/ 341 w 1321"/>
                  <a:gd name="T75" fmla="*/ 82 h 712"/>
                  <a:gd name="T76" fmla="*/ 415 w 1321"/>
                  <a:gd name="T77" fmla="*/ 47 h 712"/>
                  <a:gd name="T78" fmla="*/ 497 w 1321"/>
                  <a:gd name="T79" fmla="*/ 21 h 712"/>
                  <a:gd name="T80" fmla="*/ 581 w 1321"/>
                  <a:gd name="T81" fmla="*/ 6 h 712"/>
                  <a:gd name="T82" fmla="*/ 667 w 1321"/>
                  <a:gd name="T83" fmla="*/ 0 h 712"/>
                  <a:gd name="T84" fmla="*/ 667 w 1321"/>
                  <a:gd name="T85" fmla="*/ 0 h 712"/>
                  <a:gd name="T86" fmla="*/ 759 w 1321"/>
                  <a:gd name="T87" fmla="*/ 6 h 712"/>
                  <a:gd name="T88" fmla="*/ 847 w 1321"/>
                  <a:gd name="T89" fmla="*/ 23 h 712"/>
                  <a:gd name="T90" fmla="*/ 932 w 1321"/>
                  <a:gd name="T91" fmla="*/ 53 h 712"/>
                  <a:gd name="T92" fmla="*/ 1010 w 1321"/>
                  <a:gd name="T93" fmla="*/ 90 h 712"/>
                  <a:gd name="T94" fmla="*/ 1082 w 1321"/>
                  <a:gd name="T95" fmla="*/ 137 h 712"/>
                  <a:gd name="T96" fmla="*/ 1149 w 1321"/>
                  <a:gd name="T97" fmla="*/ 194 h 712"/>
                  <a:gd name="T98" fmla="*/ 1208 w 1321"/>
                  <a:gd name="T99" fmla="*/ 256 h 712"/>
                  <a:gd name="T100" fmla="*/ 1258 w 1321"/>
                  <a:gd name="T101" fmla="*/ 325 h 712"/>
                  <a:gd name="T102" fmla="*/ 1301 w 1321"/>
                  <a:gd name="T103" fmla="*/ 401 h 712"/>
                  <a:gd name="T104" fmla="*/ 1301 w 1321"/>
                  <a:gd name="T105" fmla="*/ 40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33CC33"/>
                  </a:gs>
                </a:gsLst>
                <a:lin ang="5400000" scaled="1"/>
              </a:gradFill>
              <a:ln>
                <a:noFill/>
              </a:ln>
              <a:effectLst>
                <a:outerShdw blurRad="190500" dist="228600" dir="2700000" algn="ctr">
                  <a:srgbClr val="000000">
                    <a:alpha val="30000"/>
                  </a:srgbClr>
                </a:outerShdw>
              </a:effectLst>
              <a:sp3d prstMaterial="matte">
                <a:bevelT w="127000" h="63500"/>
              </a:sp3d>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solidFill>
                    <a:schemeClr val="accent2">
                      <a:lumMod val="50000"/>
                    </a:schemeClr>
                  </a:solidFill>
                </a:endParaRPr>
              </a:p>
            </p:txBody>
          </p:sp>
        </p:grpSp>
        <p:sp>
          <p:nvSpPr>
            <p:cNvPr id="43" name="Text Box 24">
              <a:extLst>
                <a:ext uri="{FF2B5EF4-FFF2-40B4-BE49-F238E27FC236}">
                  <a16:creationId xmlns:a16="http://schemas.microsoft.com/office/drawing/2014/main" id="{79D96EF9-0DAC-40CC-816C-DDF12E9613CB}"/>
                </a:ext>
              </a:extLst>
            </p:cNvPr>
            <p:cNvSpPr txBox="1">
              <a:spLocks noChangeArrowheads="1"/>
            </p:cNvSpPr>
            <p:nvPr/>
          </p:nvSpPr>
          <p:spPr bwMode="gray">
            <a:xfrm>
              <a:off x="3124167" y="5535547"/>
              <a:ext cx="533168" cy="380835"/>
            </a:xfrm>
            <a:prstGeom prst="rect">
              <a:avLst/>
            </a:prstGeom>
            <a:noFill/>
            <a:ln w="9525">
              <a:noFill/>
              <a:miter lim="800000"/>
              <a:headEnd/>
              <a:tailEnd/>
            </a:ln>
            <a:effectLst>
              <a:outerShdw blurRad="190500" dist="228600" dir="2700000" algn="ctr">
                <a:srgbClr val="000000">
                  <a:alpha val="30000"/>
                </a:srgbClr>
              </a:outerShdw>
            </a:effectLst>
            <a:sp3d prstMaterial="matte">
              <a:bevelT w="127000" h="63500"/>
            </a:sp3d>
          </p:spPr>
          <p:txBody>
            <a:bodyPr>
              <a:spAutoFit/>
            </a:bodyPr>
            <a:lstStyle/>
            <a:p>
              <a:pPr algn="ctr">
                <a:defRPr/>
              </a:pPr>
              <a:r>
                <a:rPr lang="en-US" b="1">
                  <a:solidFill>
                    <a:schemeClr val="accent2">
                      <a:lumMod val="50000"/>
                    </a:schemeClr>
                  </a:solidFill>
                  <a:effectLst>
                    <a:outerShdw blurRad="38100" dist="38100" dir="2700000" algn="tl">
                      <a:srgbClr val="C0C0C0"/>
                    </a:outerShdw>
                  </a:effectLst>
                  <a:latin typeface="Tahoma" pitchFamily="34" charset="0"/>
                  <a:cs typeface="Tahoma" pitchFamily="34" charset="0"/>
                </a:rPr>
                <a:t>b</a:t>
              </a:r>
              <a:endParaRPr lang="en-US" b="1" baseline="-25000">
                <a:solidFill>
                  <a:schemeClr val="accent2">
                    <a:lumMod val="50000"/>
                  </a:schemeClr>
                </a:solidFill>
                <a:effectLst>
                  <a:outerShdw blurRad="38100" dist="38100" dir="2700000" algn="tl">
                    <a:srgbClr val="C0C0C0"/>
                  </a:outerShdw>
                </a:effectLst>
                <a:latin typeface="Tahoma" pitchFamily="34" charset="0"/>
                <a:cs typeface="Tahoma" pitchFamily="34" charset="0"/>
              </a:endParaRPr>
            </a:p>
          </p:txBody>
        </p:sp>
      </p:grpSp>
      <p:grpSp>
        <p:nvGrpSpPr>
          <p:cNvPr id="46" name="Group 117">
            <a:extLst>
              <a:ext uri="{FF2B5EF4-FFF2-40B4-BE49-F238E27FC236}">
                <a16:creationId xmlns:a16="http://schemas.microsoft.com/office/drawing/2014/main" id="{541268A7-18C0-4EC0-AEDB-CC85FBA4E3F3}"/>
              </a:ext>
            </a:extLst>
          </p:cNvPr>
          <p:cNvGrpSpPr>
            <a:grpSpLocks/>
          </p:cNvGrpSpPr>
          <p:nvPr/>
        </p:nvGrpSpPr>
        <p:grpSpPr bwMode="auto">
          <a:xfrm>
            <a:off x="5943600" y="3454727"/>
            <a:ext cx="731838" cy="731837"/>
            <a:chOff x="4724400" y="5364480"/>
            <a:chExt cx="731520" cy="731520"/>
          </a:xfrm>
          <a:scene3d>
            <a:camera prst="orthographicFront">
              <a:rot lat="0" lon="0" rev="0"/>
            </a:camera>
            <a:lightRig rig="glow" dir="t">
              <a:rot lat="0" lon="0" rev="4800000"/>
            </a:lightRig>
          </a:scene3d>
        </p:grpSpPr>
        <p:grpSp>
          <p:nvGrpSpPr>
            <p:cNvPr id="47" name="Group 11">
              <a:extLst>
                <a:ext uri="{FF2B5EF4-FFF2-40B4-BE49-F238E27FC236}">
                  <a16:creationId xmlns:a16="http://schemas.microsoft.com/office/drawing/2014/main" id="{BD0D1A19-53EC-40E5-97C1-54E39213B774}"/>
                </a:ext>
              </a:extLst>
            </p:cNvPr>
            <p:cNvGrpSpPr>
              <a:grpSpLocks/>
            </p:cNvGrpSpPr>
            <p:nvPr/>
          </p:nvGrpSpPr>
          <p:grpSpPr bwMode="auto">
            <a:xfrm>
              <a:off x="4724400" y="5364480"/>
              <a:ext cx="731520" cy="731520"/>
              <a:chOff x="2016" y="1920"/>
              <a:chExt cx="1680" cy="1680"/>
            </a:xfrm>
          </p:grpSpPr>
          <p:sp>
            <p:nvSpPr>
              <p:cNvPr id="49" name="Oval 12">
                <a:extLst>
                  <a:ext uri="{FF2B5EF4-FFF2-40B4-BE49-F238E27FC236}">
                    <a16:creationId xmlns:a16="http://schemas.microsoft.com/office/drawing/2014/main" id="{F767FA77-9FA7-43CA-948F-A76B30DAFC2B}"/>
                  </a:ext>
                </a:extLst>
              </p:cNvPr>
              <p:cNvSpPr>
                <a:spLocks noChangeArrowheads="1"/>
              </p:cNvSpPr>
              <p:nvPr/>
            </p:nvSpPr>
            <p:spPr bwMode="gray">
              <a:xfrm>
                <a:off x="2016" y="1920"/>
                <a:ext cx="1680" cy="1680"/>
              </a:xfrm>
              <a:prstGeom prst="ellipse">
                <a:avLst/>
              </a:prstGeom>
              <a:gradFill rotWithShape="1">
                <a:gsLst>
                  <a:gs pos="0">
                    <a:srgbClr val="33CC33"/>
                  </a:gs>
                  <a:gs pos="100000">
                    <a:srgbClr val="0C320C"/>
                  </a:gs>
                </a:gsLst>
                <a:lin ang="5400000" scaled="1"/>
              </a:gradFill>
              <a:ln>
                <a:noFill/>
              </a:ln>
              <a:effectLst>
                <a:outerShdw blurRad="190500" dist="228600" dir="2700000" algn="ctr">
                  <a:srgbClr val="000000">
                    <a:alpha val="30000"/>
                  </a:srgbClr>
                </a:outerShdw>
              </a:effectLst>
              <a:sp3d prstMaterial="matte">
                <a:bevelT w="127000" h="63500"/>
              </a:sp3d>
              <a:extLst>
                <a:ext uri="{91240B29-F687-4F45-9708-019B960494DF}">
                  <a14:hiddenLine xmlns:a14="http://schemas.microsoft.com/office/drawing/2010/main" w="9525">
                    <a:solidFill>
                      <a:srgbClr val="000000"/>
                    </a:solidFill>
                    <a:round/>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solidFill>
                    <a:schemeClr val="accent2">
                      <a:lumMod val="50000"/>
                    </a:schemeClr>
                  </a:solidFill>
                </a:endParaRPr>
              </a:p>
            </p:txBody>
          </p:sp>
          <p:sp>
            <p:nvSpPr>
              <p:cNvPr id="50" name="Freeform 13">
                <a:extLst>
                  <a:ext uri="{FF2B5EF4-FFF2-40B4-BE49-F238E27FC236}">
                    <a16:creationId xmlns:a16="http://schemas.microsoft.com/office/drawing/2014/main" id="{4817AB94-5E33-4E3D-9500-12BFC497D954}"/>
                  </a:ext>
                </a:extLst>
              </p:cNvPr>
              <p:cNvSpPr>
                <a:spLocks/>
              </p:cNvSpPr>
              <p:nvPr/>
            </p:nvSpPr>
            <p:spPr bwMode="gray">
              <a:xfrm>
                <a:off x="2208" y="1948"/>
                <a:ext cx="1296" cy="634"/>
              </a:xfrm>
              <a:custGeom>
                <a:avLst/>
                <a:gdLst>
                  <a:gd name="T0" fmla="*/ 1301 w 1321"/>
                  <a:gd name="T1" fmla="*/ 401 h 712"/>
                  <a:gd name="T2" fmla="*/ 1317 w 1321"/>
                  <a:gd name="T3" fmla="*/ 442 h 712"/>
                  <a:gd name="T4" fmla="*/ 1321 w 1321"/>
                  <a:gd name="T5" fmla="*/ 481 h 712"/>
                  <a:gd name="T6" fmla="*/ 1315 w 1321"/>
                  <a:gd name="T7" fmla="*/ 516 h 712"/>
                  <a:gd name="T8" fmla="*/ 1298 w 1321"/>
                  <a:gd name="T9" fmla="*/ 550 h 712"/>
                  <a:gd name="T10" fmla="*/ 1272 w 1321"/>
                  <a:gd name="T11" fmla="*/ 579 h 712"/>
                  <a:gd name="T12" fmla="*/ 1239 w 1321"/>
                  <a:gd name="T13" fmla="*/ 604 h 712"/>
                  <a:gd name="T14" fmla="*/ 1196 w 1321"/>
                  <a:gd name="T15" fmla="*/ 628 h 712"/>
                  <a:gd name="T16" fmla="*/ 1147 w 1321"/>
                  <a:gd name="T17" fmla="*/ 649 h 712"/>
                  <a:gd name="T18" fmla="*/ 1092 w 1321"/>
                  <a:gd name="T19" fmla="*/ 667 h 712"/>
                  <a:gd name="T20" fmla="*/ 1031 w 1321"/>
                  <a:gd name="T21" fmla="*/ 683 h 712"/>
                  <a:gd name="T22" fmla="*/ 967 w 1321"/>
                  <a:gd name="T23" fmla="*/ 694 h 712"/>
                  <a:gd name="T24" fmla="*/ 896 w 1321"/>
                  <a:gd name="T25" fmla="*/ 704 h 712"/>
                  <a:gd name="T26" fmla="*/ 824 w 1321"/>
                  <a:gd name="T27" fmla="*/ 710 h 712"/>
                  <a:gd name="T28" fmla="*/ 795 w 1321"/>
                  <a:gd name="T29" fmla="*/ 712 h 712"/>
                  <a:gd name="T30" fmla="*/ 476 w 1321"/>
                  <a:gd name="T31" fmla="*/ 712 h 712"/>
                  <a:gd name="T32" fmla="*/ 472 w 1321"/>
                  <a:gd name="T33" fmla="*/ 712 h 712"/>
                  <a:gd name="T34" fmla="*/ 409 w 1321"/>
                  <a:gd name="T35" fmla="*/ 708 h 712"/>
                  <a:gd name="T36" fmla="*/ 348 w 1321"/>
                  <a:gd name="T37" fmla="*/ 704 h 712"/>
                  <a:gd name="T38" fmla="*/ 290 w 1321"/>
                  <a:gd name="T39" fmla="*/ 696 h 712"/>
                  <a:gd name="T40" fmla="*/ 235 w 1321"/>
                  <a:gd name="T41" fmla="*/ 689 h 712"/>
                  <a:gd name="T42" fmla="*/ 186 w 1321"/>
                  <a:gd name="T43" fmla="*/ 677 h 712"/>
                  <a:gd name="T44" fmla="*/ 141 w 1321"/>
                  <a:gd name="T45" fmla="*/ 663 h 712"/>
                  <a:gd name="T46" fmla="*/ 102 w 1321"/>
                  <a:gd name="T47" fmla="*/ 648 h 712"/>
                  <a:gd name="T48" fmla="*/ 67 w 1321"/>
                  <a:gd name="T49" fmla="*/ 630 h 712"/>
                  <a:gd name="T50" fmla="*/ 39 w 1321"/>
                  <a:gd name="T51" fmla="*/ 608 h 712"/>
                  <a:gd name="T52" fmla="*/ 18 w 1321"/>
                  <a:gd name="T53" fmla="*/ 583 h 712"/>
                  <a:gd name="T54" fmla="*/ 6 w 1321"/>
                  <a:gd name="T55" fmla="*/ 554 h 712"/>
                  <a:gd name="T56" fmla="*/ 0 w 1321"/>
                  <a:gd name="T57" fmla="*/ 524 h 712"/>
                  <a:gd name="T58" fmla="*/ 0 w 1321"/>
                  <a:gd name="T59" fmla="*/ 520 h 712"/>
                  <a:gd name="T60" fmla="*/ 4 w 1321"/>
                  <a:gd name="T61" fmla="*/ 487 h 712"/>
                  <a:gd name="T62" fmla="*/ 16 w 1321"/>
                  <a:gd name="T63" fmla="*/ 446 h 712"/>
                  <a:gd name="T64" fmla="*/ 51 w 1321"/>
                  <a:gd name="T65" fmla="*/ 370 h 712"/>
                  <a:gd name="T66" fmla="*/ 94 w 1321"/>
                  <a:gd name="T67" fmla="*/ 299 h 712"/>
                  <a:gd name="T68" fmla="*/ 147 w 1321"/>
                  <a:gd name="T69" fmla="*/ 235 h 712"/>
                  <a:gd name="T70" fmla="*/ 204 w 1321"/>
                  <a:gd name="T71" fmla="*/ 176 h 712"/>
                  <a:gd name="T72" fmla="*/ 270 w 1321"/>
                  <a:gd name="T73" fmla="*/ 125 h 712"/>
                  <a:gd name="T74" fmla="*/ 341 w 1321"/>
                  <a:gd name="T75" fmla="*/ 82 h 712"/>
                  <a:gd name="T76" fmla="*/ 415 w 1321"/>
                  <a:gd name="T77" fmla="*/ 47 h 712"/>
                  <a:gd name="T78" fmla="*/ 497 w 1321"/>
                  <a:gd name="T79" fmla="*/ 21 h 712"/>
                  <a:gd name="T80" fmla="*/ 581 w 1321"/>
                  <a:gd name="T81" fmla="*/ 6 h 712"/>
                  <a:gd name="T82" fmla="*/ 667 w 1321"/>
                  <a:gd name="T83" fmla="*/ 0 h 712"/>
                  <a:gd name="T84" fmla="*/ 667 w 1321"/>
                  <a:gd name="T85" fmla="*/ 0 h 712"/>
                  <a:gd name="T86" fmla="*/ 759 w 1321"/>
                  <a:gd name="T87" fmla="*/ 6 h 712"/>
                  <a:gd name="T88" fmla="*/ 847 w 1321"/>
                  <a:gd name="T89" fmla="*/ 23 h 712"/>
                  <a:gd name="T90" fmla="*/ 932 w 1321"/>
                  <a:gd name="T91" fmla="*/ 53 h 712"/>
                  <a:gd name="T92" fmla="*/ 1010 w 1321"/>
                  <a:gd name="T93" fmla="*/ 90 h 712"/>
                  <a:gd name="T94" fmla="*/ 1082 w 1321"/>
                  <a:gd name="T95" fmla="*/ 137 h 712"/>
                  <a:gd name="T96" fmla="*/ 1149 w 1321"/>
                  <a:gd name="T97" fmla="*/ 194 h 712"/>
                  <a:gd name="T98" fmla="*/ 1208 w 1321"/>
                  <a:gd name="T99" fmla="*/ 256 h 712"/>
                  <a:gd name="T100" fmla="*/ 1258 w 1321"/>
                  <a:gd name="T101" fmla="*/ 325 h 712"/>
                  <a:gd name="T102" fmla="*/ 1301 w 1321"/>
                  <a:gd name="T103" fmla="*/ 401 h 712"/>
                  <a:gd name="T104" fmla="*/ 1301 w 1321"/>
                  <a:gd name="T105" fmla="*/ 401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rgbClr val="33CC33"/>
                  </a:gs>
                </a:gsLst>
                <a:lin ang="5400000" scaled="1"/>
              </a:gradFill>
              <a:ln>
                <a:noFill/>
              </a:ln>
              <a:effectLst>
                <a:outerShdw blurRad="190500" dist="228600" dir="2700000" algn="ctr">
                  <a:srgbClr val="000000">
                    <a:alpha val="30000"/>
                  </a:srgbClr>
                </a:outerShdw>
              </a:effectLst>
              <a:sp3d prstMaterial="matte">
                <a:bevelT w="127000" h="63500"/>
              </a:sp3d>
              <a:extLst>
                <a:ext uri="{91240B29-F687-4F45-9708-019B960494DF}">
                  <a14:hiddenLine xmlns:a14="http://schemas.microsoft.com/office/drawing/2010/main" w="0">
                    <a:solidFill>
                      <a:srgbClr val="000000"/>
                    </a:solidFill>
                    <a:round/>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endParaRPr lang="en-US" altLang="en-US">
                  <a:solidFill>
                    <a:schemeClr val="accent2">
                      <a:lumMod val="50000"/>
                    </a:schemeClr>
                  </a:solidFill>
                </a:endParaRPr>
              </a:p>
            </p:txBody>
          </p:sp>
        </p:grpSp>
        <p:sp>
          <p:nvSpPr>
            <p:cNvPr id="48" name="Text Box 24">
              <a:extLst>
                <a:ext uri="{FF2B5EF4-FFF2-40B4-BE49-F238E27FC236}">
                  <a16:creationId xmlns:a16="http://schemas.microsoft.com/office/drawing/2014/main" id="{14B6F3FB-A1EB-4F40-ADA7-84EDDCDCD991}"/>
                </a:ext>
              </a:extLst>
            </p:cNvPr>
            <p:cNvSpPr txBox="1">
              <a:spLocks noChangeArrowheads="1"/>
            </p:cNvSpPr>
            <p:nvPr/>
          </p:nvSpPr>
          <p:spPr bwMode="gray">
            <a:xfrm>
              <a:off x="4800567" y="5535547"/>
              <a:ext cx="533168" cy="380835"/>
            </a:xfrm>
            <a:prstGeom prst="rect">
              <a:avLst/>
            </a:prstGeom>
            <a:noFill/>
            <a:ln w="9525">
              <a:noFill/>
              <a:miter lim="800000"/>
              <a:headEnd/>
              <a:tailEnd/>
            </a:ln>
            <a:effectLst>
              <a:outerShdw blurRad="190500" dist="228600" dir="2700000" algn="ctr">
                <a:srgbClr val="000000">
                  <a:alpha val="30000"/>
                </a:srgbClr>
              </a:outerShdw>
            </a:effectLst>
            <a:sp3d prstMaterial="matte">
              <a:bevelT w="127000" h="63500"/>
            </a:sp3d>
          </p:spPr>
          <p:txBody>
            <a:bodyPr>
              <a:spAutoFit/>
            </a:bodyPr>
            <a:lstStyle/>
            <a:p>
              <a:pPr algn="ctr">
                <a:defRPr/>
              </a:pPr>
              <a:r>
                <a:rPr lang="en-US" b="1">
                  <a:solidFill>
                    <a:schemeClr val="accent2">
                      <a:lumMod val="50000"/>
                    </a:schemeClr>
                  </a:solidFill>
                  <a:effectLst>
                    <a:outerShdw blurRad="38100" dist="38100" dir="2700000" algn="tl">
                      <a:srgbClr val="C0C0C0"/>
                    </a:outerShdw>
                  </a:effectLst>
                  <a:latin typeface="Tahoma" pitchFamily="34" charset="0"/>
                  <a:cs typeface="Tahoma" pitchFamily="34" charset="0"/>
                </a:rPr>
                <a:t>x</a:t>
              </a:r>
              <a:endParaRPr lang="en-US" b="1" baseline="-25000">
                <a:solidFill>
                  <a:schemeClr val="accent2">
                    <a:lumMod val="50000"/>
                  </a:schemeClr>
                </a:solidFill>
                <a:effectLst>
                  <a:outerShdw blurRad="38100" dist="38100" dir="2700000" algn="tl">
                    <a:srgbClr val="C0C0C0"/>
                  </a:outerShdw>
                </a:effectLst>
                <a:latin typeface="Tahoma" pitchFamily="34" charset="0"/>
                <a:cs typeface="Tahoma" pitchFamily="34" charset="0"/>
              </a:endParaRPr>
            </a:p>
          </p:txBody>
        </p:sp>
      </p:grpSp>
      <p:sp>
        <p:nvSpPr>
          <p:cNvPr id="51" name="Freeform 5">
            <a:extLst>
              <a:ext uri="{FF2B5EF4-FFF2-40B4-BE49-F238E27FC236}">
                <a16:creationId xmlns:a16="http://schemas.microsoft.com/office/drawing/2014/main" id="{9837962C-F832-4E8C-9832-4B3D140D29E6}"/>
              </a:ext>
            </a:extLst>
          </p:cNvPr>
          <p:cNvSpPr>
            <a:spLocks/>
          </p:cNvSpPr>
          <p:nvPr/>
        </p:nvSpPr>
        <p:spPr bwMode="gray">
          <a:xfrm rot="19713729" flipH="1" flipV="1">
            <a:off x="3498850" y="2279976"/>
            <a:ext cx="1423988" cy="862012"/>
          </a:xfrm>
          <a:custGeom>
            <a:avLst/>
            <a:gdLst/>
            <a:ahLst/>
            <a:cxnLst>
              <a:cxn ang="0">
                <a:pos x="0" y="756"/>
              </a:cxn>
              <a:cxn ang="0">
                <a:pos x="191" y="591"/>
              </a:cxn>
              <a:cxn ang="0">
                <a:pos x="190" y="672"/>
              </a:cxn>
              <a:cxn ang="0">
                <a:pos x="194" y="672"/>
              </a:cxn>
              <a:cxn ang="0">
                <a:pos x="205" y="672"/>
              </a:cxn>
              <a:cxn ang="0">
                <a:pos x="225" y="671"/>
              </a:cxn>
              <a:cxn ang="0">
                <a:pos x="250" y="667"/>
              </a:cxn>
              <a:cxn ang="0">
                <a:pos x="281" y="662"/>
              </a:cxn>
              <a:cxn ang="0">
                <a:pos x="316" y="653"/>
              </a:cxn>
              <a:cxn ang="0">
                <a:pos x="356" y="641"/>
              </a:cxn>
              <a:cxn ang="0">
                <a:pos x="399" y="626"/>
              </a:cxn>
              <a:cxn ang="0">
                <a:pos x="444" y="605"/>
              </a:cxn>
              <a:cxn ang="0">
                <a:pos x="492" y="578"/>
              </a:cxn>
              <a:cxn ang="0">
                <a:pos x="540" y="547"/>
              </a:cxn>
              <a:cxn ang="0">
                <a:pos x="587" y="508"/>
              </a:cxn>
              <a:cxn ang="0">
                <a:pos x="635" y="463"/>
              </a:cxn>
              <a:cxn ang="0">
                <a:pos x="689" y="405"/>
              </a:cxn>
              <a:cxn ang="0">
                <a:pos x="737" y="350"/>
              </a:cxn>
              <a:cxn ang="0">
                <a:pos x="780" y="298"/>
              </a:cxn>
              <a:cxn ang="0">
                <a:pos x="816" y="249"/>
              </a:cxn>
              <a:cxn ang="0">
                <a:pos x="847" y="204"/>
              </a:cxn>
              <a:cxn ang="0">
                <a:pos x="873" y="164"/>
              </a:cxn>
              <a:cxn ang="0">
                <a:pos x="895" y="126"/>
              </a:cxn>
              <a:cxn ang="0">
                <a:pos x="913" y="94"/>
              </a:cxn>
              <a:cxn ang="0">
                <a:pos x="926" y="66"/>
              </a:cxn>
              <a:cxn ang="0">
                <a:pos x="936" y="42"/>
              </a:cxn>
              <a:cxn ang="0">
                <a:pos x="944" y="24"/>
              </a:cxn>
              <a:cxn ang="0">
                <a:pos x="949" y="12"/>
              </a:cxn>
              <a:cxn ang="0">
                <a:pos x="952" y="2"/>
              </a:cxn>
              <a:cxn ang="0">
                <a:pos x="952" y="0"/>
              </a:cxn>
              <a:cxn ang="0">
                <a:pos x="952" y="4"/>
              </a:cxn>
              <a:cxn ang="0">
                <a:pos x="950" y="17"/>
              </a:cxn>
              <a:cxn ang="0">
                <a:pos x="948" y="36"/>
              </a:cxn>
              <a:cxn ang="0">
                <a:pos x="942" y="62"/>
              </a:cxn>
              <a:cxn ang="0">
                <a:pos x="936" y="93"/>
              </a:cxn>
              <a:cxn ang="0">
                <a:pos x="927" y="130"/>
              </a:cxn>
              <a:cxn ang="0">
                <a:pos x="914" y="172"/>
              </a:cxn>
              <a:cxn ang="0">
                <a:pos x="899" y="217"/>
              </a:cxn>
              <a:cxn ang="0">
                <a:pos x="881" y="264"/>
              </a:cxn>
              <a:cxn ang="0">
                <a:pos x="857" y="315"/>
              </a:cxn>
              <a:cxn ang="0">
                <a:pos x="830" y="368"/>
              </a:cxn>
              <a:cxn ang="0">
                <a:pos x="798" y="421"/>
              </a:cxn>
              <a:cxn ang="0">
                <a:pos x="762" y="475"/>
              </a:cxn>
              <a:cxn ang="0">
                <a:pos x="719" y="529"/>
              </a:cxn>
              <a:cxn ang="0">
                <a:pos x="671" y="582"/>
              </a:cxn>
              <a:cxn ang="0">
                <a:pos x="613" y="637"/>
              </a:cxn>
              <a:cxn ang="0">
                <a:pos x="555" y="685"/>
              </a:cxn>
              <a:cxn ang="0">
                <a:pos x="500" y="726"/>
              </a:cxn>
              <a:cxn ang="0">
                <a:pos x="447" y="761"/>
              </a:cxn>
              <a:cxn ang="0">
                <a:pos x="396" y="790"/>
              </a:cxn>
              <a:cxn ang="0">
                <a:pos x="350" y="813"/>
              </a:cxn>
              <a:cxn ang="0">
                <a:pos x="307" y="831"/>
              </a:cxn>
              <a:cxn ang="0">
                <a:pos x="270" y="845"/>
              </a:cxn>
              <a:cxn ang="0">
                <a:pos x="238" y="855"/>
              </a:cxn>
              <a:cxn ang="0">
                <a:pos x="212" y="862"/>
              </a:cxn>
              <a:cxn ang="0">
                <a:pos x="192" y="866"/>
              </a:cxn>
              <a:cxn ang="0">
                <a:pos x="181" y="868"/>
              </a:cxn>
              <a:cxn ang="0">
                <a:pos x="176" y="868"/>
              </a:cxn>
              <a:cxn ang="0">
                <a:pos x="167" y="947"/>
              </a:cxn>
              <a:cxn ang="0">
                <a:pos x="0" y="756"/>
              </a:cxn>
            </a:cxnLst>
            <a:rect l="0" t="0" r="r" b="b"/>
            <a:pathLst>
              <a:path w="952" h="947">
                <a:moveTo>
                  <a:pt x="0" y="756"/>
                </a:moveTo>
                <a:lnTo>
                  <a:pt x="191" y="591"/>
                </a:lnTo>
                <a:lnTo>
                  <a:pt x="190" y="672"/>
                </a:lnTo>
                <a:lnTo>
                  <a:pt x="194" y="672"/>
                </a:lnTo>
                <a:lnTo>
                  <a:pt x="205" y="672"/>
                </a:lnTo>
                <a:lnTo>
                  <a:pt x="225" y="671"/>
                </a:lnTo>
                <a:lnTo>
                  <a:pt x="250" y="667"/>
                </a:lnTo>
                <a:lnTo>
                  <a:pt x="281" y="662"/>
                </a:lnTo>
                <a:lnTo>
                  <a:pt x="316" y="653"/>
                </a:lnTo>
                <a:lnTo>
                  <a:pt x="356" y="641"/>
                </a:lnTo>
                <a:lnTo>
                  <a:pt x="399" y="626"/>
                </a:lnTo>
                <a:lnTo>
                  <a:pt x="444" y="605"/>
                </a:lnTo>
                <a:lnTo>
                  <a:pt x="492" y="578"/>
                </a:lnTo>
                <a:lnTo>
                  <a:pt x="540" y="547"/>
                </a:lnTo>
                <a:lnTo>
                  <a:pt x="587" y="508"/>
                </a:lnTo>
                <a:lnTo>
                  <a:pt x="635" y="463"/>
                </a:lnTo>
                <a:lnTo>
                  <a:pt x="689" y="405"/>
                </a:lnTo>
                <a:lnTo>
                  <a:pt x="737" y="350"/>
                </a:lnTo>
                <a:lnTo>
                  <a:pt x="780" y="298"/>
                </a:lnTo>
                <a:lnTo>
                  <a:pt x="816" y="249"/>
                </a:lnTo>
                <a:lnTo>
                  <a:pt x="847" y="204"/>
                </a:lnTo>
                <a:lnTo>
                  <a:pt x="873" y="164"/>
                </a:lnTo>
                <a:lnTo>
                  <a:pt x="895" y="126"/>
                </a:lnTo>
                <a:lnTo>
                  <a:pt x="913" y="94"/>
                </a:lnTo>
                <a:lnTo>
                  <a:pt x="926" y="66"/>
                </a:lnTo>
                <a:lnTo>
                  <a:pt x="936" y="42"/>
                </a:lnTo>
                <a:lnTo>
                  <a:pt x="944" y="24"/>
                </a:lnTo>
                <a:lnTo>
                  <a:pt x="949" y="12"/>
                </a:lnTo>
                <a:lnTo>
                  <a:pt x="952" y="2"/>
                </a:lnTo>
                <a:lnTo>
                  <a:pt x="952" y="0"/>
                </a:lnTo>
                <a:lnTo>
                  <a:pt x="952" y="4"/>
                </a:lnTo>
                <a:lnTo>
                  <a:pt x="950" y="17"/>
                </a:lnTo>
                <a:lnTo>
                  <a:pt x="948" y="36"/>
                </a:lnTo>
                <a:lnTo>
                  <a:pt x="942" y="62"/>
                </a:lnTo>
                <a:lnTo>
                  <a:pt x="936" y="93"/>
                </a:lnTo>
                <a:lnTo>
                  <a:pt x="927" y="130"/>
                </a:lnTo>
                <a:lnTo>
                  <a:pt x="914" y="172"/>
                </a:lnTo>
                <a:lnTo>
                  <a:pt x="899" y="217"/>
                </a:lnTo>
                <a:lnTo>
                  <a:pt x="881" y="264"/>
                </a:lnTo>
                <a:lnTo>
                  <a:pt x="857" y="315"/>
                </a:lnTo>
                <a:lnTo>
                  <a:pt x="830" y="368"/>
                </a:lnTo>
                <a:lnTo>
                  <a:pt x="798" y="421"/>
                </a:lnTo>
                <a:lnTo>
                  <a:pt x="762" y="475"/>
                </a:lnTo>
                <a:lnTo>
                  <a:pt x="719" y="529"/>
                </a:lnTo>
                <a:lnTo>
                  <a:pt x="671" y="582"/>
                </a:lnTo>
                <a:lnTo>
                  <a:pt x="613" y="637"/>
                </a:lnTo>
                <a:lnTo>
                  <a:pt x="555" y="685"/>
                </a:lnTo>
                <a:lnTo>
                  <a:pt x="500" y="726"/>
                </a:lnTo>
                <a:lnTo>
                  <a:pt x="447" y="761"/>
                </a:lnTo>
                <a:lnTo>
                  <a:pt x="396" y="790"/>
                </a:lnTo>
                <a:lnTo>
                  <a:pt x="350" y="813"/>
                </a:lnTo>
                <a:lnTo>
                  <a:pt x="307" y="831"/>
                </a:lnTo>
                <a:lnTo>
                  <a:pt x="270" y="845"/>
                </a:lnTo>
                <a:lnTo>
                  <a:pt x="238" y="855"/>
                </a:lnTo>
                <a:lnTo>
                  <a:pt x="212" y="862"/>
                </a:lnTo>
                <a:lnTo>
                  <a:pt x="192" y="866"/>
                </a:lnTo>
                <a:lnTo>
                  <a:pt x="181" y="868"/>
                </a:lnTo>
                <a:lnTo>
                  <a:pt x="176" y="868"/>
                </a:lnTo>
                <a:lnTo>
                  <a:pt x="167" y="947"/>
                </a:lnTo>
                <a:lnTo>
                  <a:pt x="0" y="756"/>
                </a:lnTo>
                <a:close/>
              </a:path>
            </a:pathLst>
          </a:custGeom>
          <a:solidFill>
            <a:schemeClr val="accent2"/>
          </a:solidFill>
          <a:ln w="0">
            <a:noFill/>
            <a:prstDash val="solid"/>
            <a:round/>
            <a:headEnd/>
            <a:tailEnd/>
          </a:ln>
          <a:effectLst>
            <a:outerShdw dist="107763" dir="2700000" algn="ctr" rotWithShape="0">
              <a:srgbClr val="000000">
                <a:alpha val="50000"/>
              </a:srgbClr>
            </a:outerShdw>
          </a:effectLst>
        </p:spPr>
        <p:txBody>
          <a:bodyPr/>
          <a:lstStyle/>
          <a:p>
            <a:pPr>
              <a:defRPr/>
            </a:pPr>
            <a:endParaRPr lang="en-US">
              <a:latin typeface="Arial" charset="0"/>
            </a:endParaRPr>
          </a:p>
        </p:txBody>
      </p:sp>
      <p:sp>
        <p:nvSpPr>
          <p:cNvPr id="52" name="Text Box 24">
            <a:extLst>
              <a:ext uri="{FF2B5EF4-FFF2-40B4-BE49-F238E27FC236}">
                <a16:creationId xmlns:a16="http://schemas.microsoft.com/office/drawing/2014/main" id="{37C28A8C-490D-4A7A-96B2-D7260AF25335}"/>
              </a:ext>
            </a:extLst>
          </p:cNvPr>
          <p:cNvSpPr txBox="1">
            <a:spLocks noChangeArrowheads="1"/>
          </p:cNvSpPr>
          <p:nvPr/>
        </p:nvSpPr>
        <p:spPr bwMode="gray">
          <a:xfrm>
            <a:off x="4381319" y="1807869"/>
            <a:ext cx="416052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r>
              <a:rPr lang="en-US" altLang="en-US" sz="2400" b="1" err="1">
                <a:solidFill>
                  <a:srgbClr val="00FF00"/>
                </a:solidFill>
                <a:latin typeface="Tahoma" panose="020B0604030504040204" pitchFamily="34" charset="0"/>
                <a:cs typeface="Tahoma" panose="020B0604030504040204" pitchFamily="34" charset="0"/>
              </a:rPr>
              <a:t>Tìm</a:t>
            </a:r>
            <a:r>
              <a:rPr lang="en-US" altLang="en-US" sz="2400" b="1">
                <a:solidFill>
                  <a:srgbClr val="00FF00"/>
                </a:solidFill>
                <a:latin typeface="Tahoma" panose="020B0604030504040204" pitchFamily="34" charset="0"/>
                <a:cs typeface="Tahoma" panose="020B0604030504040204" pitchFamily="34" charset="0"/>
              </a:rPr>
              <a:t> </a:t>
            </a:r>
            <a:r>
              <a:rPr lang="en-US" altLang="en-US" sz="2400" b="1" err="1">
                <a:solidFill>
                  <a:srgbClr val="00FF00"/>
                </a:solidFill>
                <a:latin typeface="Tahoma" panose="020B0604030504040204" pitchFamily="34" charset="0"/>
                <a:cs typeface="Tahoma" panose="020B0604030504040204" pitchFamily="34" charset="0"/>
              </a:rPr>
              <a:t>thấy</a:t>
            </a:r>
            <a:r>
              <a:rPr lang="en-US" altLang="en-US" sz="2400" b="1">
                <a:solidFill>
                  <a:srgbClr val="00FF00"/>
                </a:solidFill>
                <a:latin typeface="Tahoma" panose="020B0604030504040204" pitchFamily="34" charset="0"/>
                <a:cs typeface="Tahoma" panose="020B0604030504040204" pitchFamily="34" charset="0"/>
              </a:rPr>
              <a:t> </a:t>
            </a:r>
            <a:r>
              <a:rPr lang="en-US" altLang="en-US" sz="2400" b="1" err="1">
                <a:solidFill>
                  <a:srgbClr val="00FF00"/>
                </a:solidFill>
                <a:latin typeface="Tahoma" panose="020B0604030504040204" pitchFamily="34" charset="0"/>
                <a:cs typeface="Tahoma" panose="020B0604030504040204" pitchFamily="34" charset="0"/>
              </a:rPr>
              <a:t>tại</a:t>
            </a:r>
            <a:r>
              <a:rPr lang="en-US" altLang="en-US" sz="2400" b="1">
                <a:solidFill>
                  <a:srgbClr val="00FF00"/>
                </a:solidFill>
                <a:latin typeface="Tahoma" panose="020B0604030504040204" pitchFamily="34" charset="0"/>
                <a:cs typeface="Tahoma" panose="020B0604030504040204" pitchFamily="34" charset="0"/>
              </a:rPr>
              <a:t> </a:t>
            </a:r>
            <a:r>
              <a:rPr lang="en-US" altLang="en-US" sz="2400" b="1" err="1">
                <a:solidFill>
                  <a:srgbClr val="00FF00"/>
                </a:solidFill>
                <a:latin typeface="Tahoma" panose="020B0604030504040204" pitchFamily="34" charset="0"/>
                <a:cs typeface="Tahoma" panose="020B0604030504040204" pitchFamily="34" charset="0"/>
              </a:rPr>
              <a:t>vị</a:t>
            </a:r>
            <a:r>
              <a:rPr lang="en-US" altLang="en-US" sz="2400" b="1">
                <a:solidFill>
                  <a:srgbClr val="00FF00"/>
                </a:solidFill>
                <a:latin typeface="Tahoma" panose="020B0604030504040204" pitchFamily="34" charset="0"/>
                <a:cs typeface="Tahoma" panose="020B0604030504040204" pitchFamily="34" charset="0"/>
              </a:rPr>
              <a:t> </a:t>
            </a:r>
            <a:r>
              <a:rPr lang="en-US" altLang="en-US" sz="2400" b="1" err="1">
                <a:solidFill>
                  <a:srgbClr val="00FF00"/>
                </a:solidFill>
                <a:latin typeface="Tahoma" panose="020B0604030504040204" pitchFamily="34" charset="0"/>
                <a:cs typeface="Tahoma" panose="020B0604030504040204" pitchFamily="34" charset="0"/>
              </a:rPr>
              <a:t>trí</a:t>
            </a:r>
            <a:r>
              <a:rPr lang="en-US" altLang="en-US" sz="2400" b="1">
                <a:solidFill>
                  <a:srgbClr val="00FF00"/>
                </a:solidFill>
                <a:latin typeface="Tahoma" panose="020B0604030504040204" pitchFamily="34" charset="0"/>
                <a:cs typeface="Tahoma" panose="020B0604030504040204" pitchFamily="34" charset="0"/>
              </a:rPr>
              <a:t> = 1</a:t>
            </a:r>
            <a:endParaRPr lang="en-US" altLang="en-US" sz="2400" b="1" baseline="-25000">
              <a:solidFill>
                <a:srgbClr val="00FF00"/>
              </a:solidFill>
              <a:latin typeface="Tahoma" panose="020B0604030504040204" pitchFamily="34" charset="0"/>
              <a:cs typeface="Tahoma" panose="020B0604030504040204" pitchFamily="34" charset="0"/>
            </a:endParaRPr>
          </a:p>
        </p:txBody>
      </p:sp>
      <p:sp>
        <p:nvSpPr>
          <p:cNvPr id="53" name="Rectangle 52">
            <a:extLst>
              <a:ext uri="{FF2B5EF4-FFF2-40B4-BE49-F238E27FC236}">
                <a16:creationId xmlns:a16="http://schemas.microsoft.com/office/drawing/2014/main" id="{5DDC3F14-AFE6-4909-A684-CF8FD2E7D524}"/>
              </a:ext>
            </a:extLst>
          </p:cNvPr>
          <p:cNvSpPr/>
          <p:nvPr/>
        </p:nvSpPr>
        <p:spPr>
          <a:xfrm>
            <a:off x="10985729" y="6167468"/>
            <a:ext cx="710833" cy="6637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gtEl>
                                        <p:attrNameLst>
                                          <p:attrName>style.visibility</p:attrName>
                                        </p:attrNameLst>
                                      </p:cBhvr>
                                      <p:to>
                                        <p:strVal val="visible"/>
                                      </p:to>
                                    </p:set>
                                    <p:animEffect transition="in" filter="fade">
                                      <p:cBhvr>
                                        <p:cTn id="7" dur="500"/>
                                        <p:tgtEl>
                                          <p:spTgt spid="2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1"/>
                                        </p:tgtEl>
                                        <p:attrNameLst>
                                          <p:attrName>style.visibility</p:attrName>
                                        </p:attrNameLst>
                                      </p:cBhvr>
                                      <p:to>
                                        <p:strVal val="visible"/>
                                      </p:to>
                                    </p:set>
                                    <p:animEffect transition="in" filter="fade">
                                      <p:cBhvr>
                                        <p:cTn id="10" dur="500"/>
                                        <p:tgtEl>
                                          <p:spTgt spid="2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500"/>
                                        <p:tgtEl>
                                          <p:spTgt spid="2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27"/>
                                        </p:tgtEl>
                                        <p:attrNameLst>
                                          <p:attrName>style.visibility</p:attrName>
                                        </p:attrNameLst>
                                      </p:cBhvr>
                                      <p:to>
                                        <p:strVal val="visible"/>
                                      </p:to>
                                    </p:set>
                                    <p:animEffect transition="in" filter="fade">
                                      <p:cBhvr>
                                        <p:cTn id="22" dur="500"/>
                                        <p:tgtEl>
                                          <p:spTgt spid="2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8"/>
                                        </p:tgtEl>
                                        <p:attrNameLst>
                                          <p:attrName>style.visibility</p:attrName>
                                        </p:attrNameLst>
                                      </p:cBhvr>
                                      <p:to>
                                        <p:strVal val="visible"/>
                                      </p:to>
                                    </p:set>
                                    <p:animEffect transition="in" filter="fade">
                                      <p:cBhvr>
                                        <p:cTn id="25" dur="500"/>
                                        <p:tgtEl>
                                          <p:spTgt spid="2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29"/>
                                        </p:tgtEl>
                                        <p:attrNameLst>
                                          <p:attrName>style.visibility</p:attrName>
                                        </p:attrNameLst>
                                      </p:cBhvr>
                                      <p:to>
                                        <p:strVal val="visible"/>
                                      </p:to>
                                    </p:set>
                                    <p:animEffect transition="in" filter="fade">
                                      <p:cBhvr>
                                        <p:cTn id="28" dur="500"/>
                                        <p:tgtEl>
                                          <p:spTgt spid="2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30"/>
                                        </p:tgtEl>
                                        <p:attrNameLst>
                                          <p:attrName>style.visibility</p:attrName>
                                        </p:attrNameLst>
                                      </p:cBhvr>
                                      <p:to>
                                        <p:strVal val="visible"/>
                                      </p:to>
                                    </p:set>
                                    <p:animEffect transition="in" filter="fade">
                                      <p:cBhvr>
                                        <p:cTn id="31" dur="500"/>
                                        <p:tgtEl>
                                          <p:spTgt spid="30"/>
                                        </p:tgtEl>
                                      </p:cBhvr>
                                    </p:animEffect>
                                  </p:childTnLst>
                                </p:cTn>
                              </p:par>
                              <p:par>
                                <p:cTn id="32" presetID="10" presetClass="entr" presetSubtype="0" fill="hold" nodeType="withEffect">
                                  <p:stCondLst>
                                    <p:cond delay="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500"/>
                                        <p:tgtEl>
                                          <p:spTgt spid="31"/>
                                        </p:tgtEl>
                                      </p:cBhvr>
                                    </p:animEffect>
                                  </p:childTnLst>
                                </p:cTn>
                              </p:par>
                              <p:par>
                                <p:cTn id="35" presetID="10" presetClass="entr" presetSubtype="0" fill="hold" nodeType="with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fade">
                                      <p:cBhvr>
                                        <p:cTn id="37" dur="500"/>
                                        <p:tgtEl>
                                          <p:spTgt spid="36"/>
                                        </p:tgtEl>
                                      </p:cBhvr>
                                    </p:animEffect>
                                  </p:childTnLst>
                                </p:cTn>
                              </p:par>
                              <p:par>
                                <p:cTn id="38" presetID="10" presetClass="entr" presetSubtype="0" fill="hold" nodeType="withEffect">
                                  <p:stCondLst>
                                    <p:cond delay="0"/>
                                  </p:stCondLst>
                                  <p:childTnLst>
                                    <p:set>
                                      <p:cBhvr>
                                        <p:cTn id="39" dur="1" fill="hold">
                                          <p:stCondLst>
                                            <p:cond delay="0"/>
                                          </p:stCondLst>
                                        </p:cTn>
                                        <p:tgtEl>
                                          <p:spTgt spid="41"/>
                                        </p:tgtEl>
                                        <p:attrNameLst>
                                          <p:attrName>style.visibility</p:attrName>
                                        </p:attrNameLst>
                                      </p:cBhvr>
                                      <p:to>
                                        <p:strVal val="visible"/>
                                      </p:to>
                                    </p:set>
                                    <p:animEffect transition="in" filter="fade">
                                      <p:cBhvr>
                                        <p:cTn id="40" dur="500"/>
                                        <p:tgtEl>
                                          <p:spTgt spid="41"/>
                                        </p:tgtEl>
                                      </p:cBhvr>
                                    </p:animEffect>
                                  </p:childTnLst>
                                </p:cTn>
                              </p:par>
                              <p:par>
                                <p:cTn id="41" presetID="10" presetClass="entr" presetSubtype="0" fill="hold" nodeType="withEffect">
                                  <p:stCondLst>
                                    <p:cond delay="0"/>
                                  </p:stCondLst>
                                  <p:childTnLst>
                                    <p:set>
                                      <p:cBhvr>
                                        <p:cTn id="42" dur="1" fill="hold">
                                          <p:stCondLst>
                                            <p:cond delay="0"/>
                                          </p:stCondLst>
                                        </p:cTn>
                                        <p:tgtEl>
                                          <p:spTgt spid="46"/>
                                        </p:tgtEl>
                                        <p:attrNameLst>
                                          <p:attrName>style.visibility</p:attrName>
                                        </p:attrNameLst>
                                      </p:cBhvr>
                                      <p:to>
                                        <p:strVal val="visible"/>
                                      </p:to>
                                    </p:set>
                                    <p:animEffect transition="in" filter="fade">
                                      <p:cBhvr>
                                        <p:cTn id="43" dur="500"/>
                                        <p:tgtEl>
                                          <p:spTgt spid="46"/>
                                        </p:tgtEl>
                                      </p:cBhvr>
                                    </p:animEffect>
                                  </p:childTnLst>
                                </p:cTn>
                              </p:par>
                              <p:par>
                                <p:cTn id="44" presetID="37" presetClass="entr" presetSubtype="0" fill="hold" nodeType="withEffect">
                                  <p:stCondLst>
                                    <p:cond delay="0"/>
                                  </p:stCondLst>
                                  <p:childTnLst>
                                    <p:set>
                                      <p:cBhvr>
                                        <p:cTn id="45" dur="1" fill="hold">
                                          <p:stCondLst>
                                            <p:cond delay="0"/>
                                          </p:stCondLst>
                                        </p:cTn>
                                        <p:tgtEl>
                                          <p:spTgt spid="19"/>
                                        </p:tgtEl>
                                        <p:attrNameLst>
                                          <p:attrName>style.visibility</p:attrName>
                                        </p:attrNameLst>
                                      </p:cBhvr>
                                      <p:to>
                                        <p:strVal val="visible"/>
                                      </p:to>
                                    </p:set>
                                    <p:animEffect transition="in" filter="fade">
                                      <p:cBhvr>
                                        <p:cTn id="46" dur="1000"/>
                                        <p:tgtEl>
                                          <p:spTgt spid="19"/>
                                        </p:tgtEl>
                                      </p:cBhvr>
                                    </p:animEffect>
                                    <p:anim calcmode="lin" valueType="num">
                                      <p:cBhvr>
                                        <p:cTn id="47" dur="1000" fill="hold"/>
                                        <p:tgtEl>
                                          <p:spTgt spid="19"/>
                                        </p:tgtEl>
                                        <p:attrNameLst>
                                          <p:attrName>ppt_x</p:attrName>
                                        </p:attrNameLst>
                                      </p:cBhvr>
                                      <p:tavLst>
                                        <p:tav tm="0">
                                          <p:val>
                                            <p:strVal val="#ppt_x"/>
                                          </p:val>
                                        </p:tav>
                                        <p:tav tm="100000">
                                          <p:val>
                                            <p:strVal val="#ppt_x"/>
                                          </p:val>
                                        </p:tav>
                                      </p:tavLst>
                                    </p:anim>
                                    <p:anim calcmode="lin" valueType="num">
                                      <p:cBhvr>
                                        <p:cTn id="48" dur="900" decel="100000" fill="hold"/>
                                        <p:tgtEl>
                                          <p:spTgt spid="19"/>
                                        </p:tgtEl>
                                        <p:attrNameLst>
                                          <p:attrName>ppt_y</p:attrName>
                                        </p:attrNameLst>
                                      </p:cBhvr>
                                      <p:tavLst>
                                        <p:tav tm="0">
                                          <p:val>
                                            <p:strVal val="#ppt_y+1"/>
                                          </p:val>
                                        </p:tav>
                                        <p:tav tm="100000">
                                          <p:val>
                                            <p:strVal val="#ppt_y-.03"/>
                                          </p:val>
                                        </p:tav>
                                      </p:tavLst>
                                    </p:anim>
                                    <p:anim calcmode="lin" valueType="num">
                                      <p:cBhvr>
                                        <p:cTn id="49" dur="100" accel="100000" fill="hold">
                                          <p:stCondLst>
                                            <p:cond delay="900"/>
                                          </p:stCondLst>
                                        </p:cTn>
                                        <p:tgtEl>
                                          <p:spTgt spid="19"/>
                                        </p:tgtEl>
                                        <p:attrNameLst>
                                          <p:attrName>ppt_y</p:attrName>
                                        </p:attrNameLst>
                                      </p:cBhvr>
                                      <p:tavLst>
                                        <p:tav tm="0">
                                          <p:val>
                                            <p:strVal val="#ppt_y-.03"/>
                                          </p:val>
                                        </p:tav>
                                        <p:tav tm="100000">
                                          <p:val>
                                            <p:strVal val="#ppt_y"/>
                                          </p:val>
                                        </p:tav>
                                      </p:tavLst>
                                    </p:anim>
                                  </p:childTnLst>
                                </p:cTn>
                              </p:par>
                            </p:childTnLst>
                          </p:cTn>
                        </p:par>
                        <p:par>
                          <p:cTn id="50" fill="hold">
                            <p:stCondLst>
                              <p:cond delay="1000"/>
                            </p:stCondLst>
                            <p:childTnLst>
                              <p:par>
                                <p:cTn id="51" presetID="10" presetClass="entr" presetSubtype="0" fill="hold" nodeType="afterEffect">
                                  <p:stCondLst>
                                    <p:cond delay="0"/>
                                  </p:stCondLst>
                                  <p:childTnLst>
                                    <p:set>
                                      <p:cBhvr>
                                        <p:cTn id="52" dur="1" fill="hold">
                                          <p:stCondLst>
                                            <p:cond delay="0"/>
                                          </p:stCondLst>
                                        </p:cTn>
                                        <p:tgtEl>
                                          <p:spTgt spid="13"/>
                                        </p:tgtEl>
                                        <p:attrNameLst>
                                          <p:attrName>style.visibility</p:attrName>
                                        </p:attrNameLst>
                                      </p:cBhvr>
                                      <p:to>
                                        <p:strVal val="visible"/>
                                      </p:to>
                                    </p:set>
                                    <p:animEffect transition="in" filter="fade">
                                      <p:cBhvr>
                                        <p:cTn id="53" dur="500"/>
                                        <p:tgtEl>
                                          <p:spTgt spid="13"/>
                                        </p:tgtEl>
                                      </p:cBhvr>
                                    </p:animEffect>
                                  </p:childTnLst>
                                </p:cTn>
                              </p:par>
                            </p:childTnLst>
                          </p:cTn>
                        </p:par>
                      </p:childTnLst>
                    </p:cTn>
                  </p:par>
                  <p:par>
                    <p:cTn id="54" fill="hold">
                      <p:stCondLst>
                        <p:cond delay="indefinite"/>
                      </p:stCondLst>
                      <p:childTnLst>
                        <p:par>
                          <p:cTn id="55" fill="hold">
                            <p:stCondLst>
                              <p:cond delay="0"/>
                            </p:stCondLst>
                            <p:childTnLst>
                              <p:par>
                                <p:cTn id="56" presetID="26" presetClass="emph" presetSubtype="0" fill="hold" nodeType="clickEffect">
                                  <p:stCondLst>
                                    <p:cond delay="0"/>
                                  </p:stCondLst>
                                  <p:childTnLst>
                                    <p:animEffect transition="out" filter="fade">
                                      <p:cBhvr>
                                        <p:cTn id="57" dur="500" tmFilter="0, 0; .2, .5; .8, .5; 1, 0"/>
                                        <p:tgtEl>
                                          <p:spTgt spid="31"/>
                                        </p:tgtEl>
                                      </p:cBhvr>
                                    </p:animEffect>
                                    <p:animScale>
                                      <p:cBhvr>
                                        <p:cTn id="58" dur="250" autoRev="1" fill="hold"/>
                                        <p:tgtEl>
                                          <p:spTgt spid="31"/>
                                        </p:tgtEl>
                                      </p:cBhvr>
                                      <p:by x="105000" y="105000"/>
                                    </p:animScale>
                                  </p:childTnLst>
                                </p:cTn>
                              </p:par>
                              <p:par>
                                <p:cTn id="59" presetID="26" presetClass="emph" presetSubtype="0" fill="hold" nodeType="withEffect">
                                  <p:stCondLst>
                                    <p:cond delay="0"/>
                                  </p:stCondLst>
                                  <p:childTnLst>
                                    <p:animEffect transition="out" filter="fade">
                                      <p:cBhvr>
                                        <p:cTn id="60" dur="500" tmFilter="0, 0; .2, .5; .8, .5; 1, 0"/>
                                        <p:tgtEl>
                                          <p:spTgt spid="13"/>
                                        </p:tgtEl>
                                      </p:cBhvr>
                                    </p:animEffect>
                                    <p:animScale>
                                      <p:cBhvr>
                                        <p:cTn id="61" dur="250" autoRev="1" fill="hold"/>
                                        <p:tgtEl>
                                          <p:spTgt spid="13"/>
                                        </p:tgtEl>
                                      </p:cBhvr>
                                      <p:by x="105000" y="105000"/>
                                    </p:animScale>
                                  </p:childTnLst>
                                </p:cTn>
                              </p:par>
                            </p:childTnLst>
                          </p:cTn>
                        </p:par>
                      </p:childTnLst>
                    </p:cTn>
                  </p:par>
                  <p:par>
                    <p:cTn id="62" fill="hold">
                      <p:stCondLst>
                        <p:cond delay="indefinite"/>
                      </p:stCondLst>
                      <p:childTnLst>
                        <p:par>
                          <p:cTn id="63" fill="hold">
                            <p:stCondLst>
                              <p:cond delay="0"/>
                            </p:stCondLst>
                            <p:childTnLst>
                              <p:par>
                                <p:cTn id="64" presetID="26" presetClass="emph" presetSubtype="0" fill="hold" nodeType="clickEffect">
                                  <p:stCondLst>
                                    <p:cond delay="0"/>
                                  </p:stCondLst>
                                  <p:childTnLst>
                                    <p:animEffect transition="out" filter="fade">
                                      <p:cBhvr>
                                        <p:cTn id="65" dur="500" tmFilter="0, 0; .2, .5; .8, .5; 1, 0"/>
                                        <p:tgtEl>
                                          <p:spTgt spid="13"/>
                                        </p:tgtEl>
                                      </p:cBhvr>
                                    </p:animEffect>
                                    <p:animScale>
                                      <p:cBhvr>
                                        <p:cTn id="66" dur="250" autoRev="1" fill="hold"/>
                                        <p:tgtEl>
                                          <p:spTgt spid="13"/>
                                        </p:tgtEl>
                                      </p:cBhvr>
                                      <p:by x="105000" y="105000"/>
                                    </p:animScale>
                                  </p:childTnLst>
                                </p:cTn>
                              </p:par>
                              <p:par>
                                <p:cTn id="67" presetID="26" presetClass="emph" presetSubtype="0" fill="hold" nodeType="withEffect">
                                  <p:stCondLst>
                                    <p:cond delay="0"/>
                                  </p:stCondLst>
                                  <p:childTnLst>
                                    <p:animEffect transition="out" filter="fade">
                                      <p:cBhvr>
                                        <p:cTn id="68" dur="500" tmFilter="0, 0; .2, .5; .8, .5; 1, 0"/>
                                        <p:tgtEl>
                                          <p:spTgt spid="36"/>
                                        </p:tgtEl>
                                      </p:cBhvr>
                                    </p:animEffect>
                                    <p:animScale>
                                      <p:cBhvr>
                                        <p:cTn id="69" dur="250" autoRev="1" fill="hold"/>
                                        <p:tgtEl>
                                          <p:spTgt spid="36"/>
                                        </p:tgtEl>
                                      </p:cBhvr>
                                      <p:by x="105000" y="105000"/>
                                    </p:animScale>
                                  </p:childTnLst>
                                </p:cTn>
                              </p:par>
                            </p:childTnLst>
                          </p:cTn>
                        </p:par>
                        <p:par>
                          <p:cTn id="70" fill="hold">
                            <p:stCondLst>
                              <p:cond delay="500"/>
                            </p:stCondLst>
                            <p:childTnLst>
                              <p:par>
                                <p:cTn id="71" presetID="26" presetClass="emph" presetSubtype="0" repeatCount="indefinite" fill="hold" nodeType="afterEffect">
                                  <p:stCondLst>
                                    <p:cond delay="0"/>
                                  </p:stCondLst>
                                  <p:childTnLst>
                                    <p:animEffect transition="out" filter="fade">
                                      <p:cBhvr>
                                        <p:cTn id="72" dur="500" tmFilter="0, 0; .2, .5; .8, .5; 1, 0"/>
                                        <p:tgtEl>
                                          <p:spTgt spid="36"/>
                                        </p:tgtEl>
                                      </p:cBhvr>
                                    </p:animEffect>
                                    <p:animScale>
                                      <p:cBhvr>
                                        <p:cTn id="73" dur="250" autoRev="1" fill="hold"/>
                                        <p:tgtEl>
                                          <p:spTgt spid="36"/>
                                        </p:tgtEl>
                                      </p:cBhvr>
                                      <p:by x="105000" y="105000"/>
                                    </p:animScale>
                                  </p:childTnLst>
                                </p:cTn>
                              </p:par>
                              <p:par>
                                <p:cTn id="74" presetID="22" presetClass="entr" presetSubtype="4" fill="hold" grpId="0" nodeType="withEffect">
                                  <p:stCondLst>
                                    <p:cond delay="0"/>
                                  </p:stCondLst>
                                  <p:childTnLst>
                                    <p:set>
                                      <p:cBhvr>
                                        <p:cTn id="75" dur="1" fill="hold">
                                          <p:stCondLst>
                                            <p:cond delay="0"/>
                                          </p:stCondLst>
                                        </p:cTn>
                                        <p:tgtEl>
                                          <p:spTgt spid="51"/>
                                        </p:tgtEl>
                                        <p:attrNameLst>
                                          <p:attrName>style.visibility</p:attrName>
                                        </p:attrNameLst>
                                      </p:cBhvr>
                                      <p:to>
                                        <p:strVal val="visible"/>
                                      </p:to>
                                    </p:set>
                                    <p:animEffect transition="in" filter="wipe(down)">
                                      <p:cBhvr>
                                        <p:cTn id="76" dur="500"/>
                                        <p:tgtEl>
                                          <p:spTgt spid="51"/>
                                        </p:tgtEl>
                                      </p:cBhvr>
                                    </p:animEffect>
                                  </p:childTnLst>
                                </p:cTn>
                              </p:par>
                            </p:childTnLst>
                          </p:cTn>
                        </p:par>
                        <p:par>
                          <p:cTn id="77" fill="hold">
                            <p:stCondLst>
                              <p:cond delay="1000"/>
                            </p:stCondLst>
                            <p:childTnLst>
                              <p:par>
                                <p:cTn id="78" presetID="35" presetClass="entr" presetSubtype="0" fill="hold" grpId="0" nodeType="afterEffect">
                                  <p:stCondLst>
                                    <p:cond delay="0"/>
                                  </p:stCondLst>
                                  <p:childTnLst>
                                    <p:set>
                                      <p:cBhvr>
                                        <p:cTn id="79" dur="1" fill="hold">
                                          <p:stCondLst>
                                            <p:cond delay="0"/>
                                          </p:stCondLst>
                                        </p:cTn>
                                        <p:tgtEl>
                                          <p:spTgt spid="52"/>
                                        </p:tgtEl>
                                        <p:attrNameLst>
                                          <p:attrName>style.visibility</p:attrName>
                                        </p:attrNameLst>
                                      </p:cBhvr>
                                      <p:to>
                                        <p:strVal val="visible"/>
                                      </p:to>
                                    </p:set>
                                    <p:animEffect transition="in" filter="fade">
                                      <p:cBhvr>
                                        <p:cTn id="80" dur="500"/>
                                        <p:tgtEl>
                                          <p:spTgt spid="52"/>
                                        </p:tgtEl>
                                      </p:cBhvr>
                                    </p:animEffect>
                                    <p:anim calcmode="lin" valueType="num">
                                      <p:cBhvr>
                                        <p:cTn id="81" dur="500" fill="hold"/>
                                        <p:tgtEl>
                                          <p:spTgt spid="52"/>
                                        </p:tgtEl>
                                        <p:attrNameLst>
                                          <p:attrName>style.rotation</p:attrName>
                                        </p:attrNameLst>
                                      </p:cBhvr>
                                      <p:tavLst>
                                        <p:tav tm="0">
                                          <p:val>
                                            <p:fltVal val="720"/>
                                          </p:val>
                                        </p:tav>
                                        <p:tav tm="100000">
                                          <p:val>
                                            <p:fltVal val="0"/>
                                          </p:val>
                                        </p:tav>
                                      </p:tavLst>
                                    </p:anim>
                                    <p:anim calcmode="lin" valueType="num">
                                      <p:cBhvr>
                                        <p:cTn id="82" dur="500" fill="hold"/>
                                        <p:tgtEl>
                                          <p:spTgt spid="52"/>
                                        </p:tgtEl>
                                        <p:attrNameLst>
                                          <p:attrName>ppt_h</p:attrName>
                                        </p:attrNameLst>
                                      </p:cBhvr>
                                      <p:tavLst>
                                        <p:tav tm="0">
                                          <p:val>
                                            <p:fltVal val="0"/>
                                          </p:val>
                                        </p:tav>
                                        <p:tav tm="100000">
                                          <p:val>
                                            <p:strVal val="#ppt_h"/>
                                          </p:val>
                                        </p:tav>
                                      </p:tavLst>
                                    </p:anim>
                                    <p:anim calcmode="lin" valueType="num">
                                      <p:cBhvr>
                                        <p:cTn id="83" dur="500" fill="hold"/>
                                        <p:tgtEl>
                                          <p:spTgt spid="52"/>
                                        </p:tgtEl>
                                        <p:attrNameLst>
                                          <p:attrName>ppt_w</p:attrName>
                                        </p:attrNameLst>
                                      </p:cBhvr>
                                      <p:tavLst>
                                        <p:tav tm="0">
                                          <p:val>
                                            <p:fltVal val="0"/>
                                          </p:val>
                                        </p:tav>
                                        <p:tav tm="100000">
                                          <p:val>
                                            <p:strVal val="#ppt_w"/>
                                          </p:val>
                                        </p:tav>
                                      </p:tavLst>
                                    </p:anim>
                                  </p:childTnLst>
                                </p:cTn>
                              </p:par>
                            </p:childTnLst>
                          </p:cTn>
                        </p:par>
                      </p:childTnLst>
                    </p:cTn>
                  </p:par>
                  <p:par>
                    <p:cTn id="84" fill="hold">
                      <p:stCondLst>
                        <p:cond delay="indefinite"/>
                      </p:stCondLst>
                      <p:childTnLst>
                        <p:par>
                          <p:cTn id="85" fill="hold">
                            <p:stCondLst>
                              <p:cond delay="0"/>
                            </p:stCondLst>
                            <p:childTnLst>
                              <p:par>
                                <p:cTn id="86" presetID="6" presetClass="entr" presetSubtype="16" fill="hold" grpId="0" nodeType="clickEffect">
                                  <p:stCondLst>
                                    <p:cond delay="0"/>
                                  </p:stCondLst>
                                  <p:childTnLst>
                                    <p:set>
                                      <p:cBhvr>
                                        <p:cTn id="87" dur="1" fill="hold">
                                          <p:stCondLst>
                                            <p:cond delay="0"/>
                                          </p:stCondLst>
                                        </p:cTn>
                                        <p:tgtEl>
                                          <p:spTgt spid="53"/>
                                        </p:tgtEl>
                                        <p:attrNameLst>
                                          <p:attrName>style.visibility</p:attrName>
                                        </p:attrNameLst>
                                      </p:cBhvr>
                                      <p:to>
                                        <p:strVal val="visible"/>
                                      </p:to>
                                    </p:set>
                                    <p:animEffect transition="in" filter="circle(in)">
                                      <p:cBhvr>
                                        <p:cTn id="88" dur="400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P spid="26" grpId="0"/>
      <p:bldP spid="27" grpId="0"/>
      <p:bldP spid="28" grpId="0"/>
      <p:bldP spid="29" grpId="0"/>
      <p:bldP spid="30" grpId="0"/>
      <p:bldP spid="51" grpId="0" animBg="1"/>
      <p:bldP spid="52" grpId="0"/>
      <p:bldP spid="5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840941" y="1"/>
            <a:ext cx="5827060" cy="981075"/>
          </a:xfrm>
        </p:spPr>
        <p:txBody>
          <a:bodyPr>
            <a:noAutofit/>
          </a:bodyPr>
          <a:lstStyle/>
          <a:p>
            <a:pPr eaLnBrk="1" hangingPunct="1">
              <a:defRPr/>
            </a:pPr>
            <a:r>
              <a:rPr lang="en-AU" dirty="0">
                <a:solidFill>
                  <a:srgbClr val="001A4F"/>
                </a:solidFill>
                <a:effectLst>
                  <a:outerShdw blurRad="38100" dist="38100" dir="2700000" algn="tl">
                    <a:srgbClr val="C0C0C0"/>
                  </a:outerShdw>
                </a:effectLst>
              </a:rPr>
              <a:t>CÀI ĐẶT</a:t>
            </a:r>
          </a:p>
        </p:txBody>
      </p:sp>
      <p:sp>
        <p:nvSpPr>
          <p:cNvPr id="3482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latin typeface="Myriad Pro"/>
                <a:cs typeface="Myriad Pro"/>
              </a:rPr>
              <a:t>- </a:t>
            </a:r>
            <a:fld id="{5F32E872-BC56-4578-BA42-EEE605707A26}" type="slidenum">
              <a:rPr lang="vi-VN" altLang="en-US">
                <a:solidFill>
                  <a:schemeClr val="bg1"/>
                </a:solidFill>
                <a:latin typeface="Myriad Pro"/>
                <a:cs typeface="Myriad Pro"/>
              </a:rPr>
              <a:pPr eaLnBrk="1" hangingPunct="1"/>
              <a:t>11</a:t>
            </a:fld>
            <a:r>
              <a:rPr lang="en-US" altLang="en-US">
                <a:solidFill>
                  <a:schemeClr val="bg1"/>
                </a:solidFill>
                <a:latin typeface="Myriad Pro"/>
                <a:cs typeface="Myriad Pro"/>
              </a:rPr>
              <a:t> -</a:t>
            </a:r>
            <a:endParaRPr lang="vi-VN" altLang="en-US">
              <a:solidFill>
                <a:schemeClr val="bg1"/>
              </a:solidFill>
              <a:latin typeface="Myriad Pro"/>
              <a:cs typeface="Myriad Pro"/>
            </a:endParaRPr>
          </a:p>
        </p:txBody>
      </p:sp>
      <p:sp>
        <p:nvSpPr>
          <p:cNvPr id="34822" name="Text Box 4"/>
          <p:cNvSpPr txBox="1">
            <a:spLocks noChangeArrowheads="1"/>
          </p:cNvSpPr>
          <p:nvPr/>
        </p:nvSpPr>
        <p:spPr bwMode="auto">
          <a:xfrm>
            <a:off x="1847851" y="1628775"/>
            <a:ext cx="8569325" cy="3108543"/>
          </a:xfrm>
          <a:prstGeom prst="rect">
            <a:avLst/>
          </a:prstGeom>
          <a:solidFill>
            <a:srgbClr val="D2D0D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2800" b="1" dirty="0">
                <a:latin typeface="Courier New" panose="02070309020205020404" pitchFamily="49" charset="0"/>
                <a:cs typeface="Times New Roman" panose="02020603050405020304" pitchFamily="18" charset="0"/>
              </a:rPr>
              <a:t>int </a:t>
            </a:r>
            <a:r>
              <a:rPr lang="en-US" altLang="en-US" sz="2800" b="1" dirty="0" err="1">
                <a:latin typeface="Courier New" panose="02070309020205020404" pitchFamily="49" charset="0"/>
                <a:cs typeface="Times New Roman" panose="02020603050405020304" pitchFamily="18" charset="0"/>
              </a:rPr>
              <a:t>LinearSearch</a:t>
            </a:r>
            <a:r>
              <a:rPr lang="en-US" altLang="en-US" sz="2800" b="1" dirty="0">
                <a:latin typeface="Courier New" panose="02070309020205020404" pitchFamily="49" charset="0"/>
                <a:cs typeface="Times New Roman" panose="02020603050405020304" pitchFamily="18" charset="0"/>
              </a:rPr>
              <a:t>(int a[], int n, int x) {</a:t>
            </a:r>
          </a:p>
          <a:p>
            <a:pPr eaLnBrk="1" hangingPunct="1">
              <a:spcBef>
                <a:spcPct val="0"/>
              </a:spcBef>
              <a:buFontTx/>
              <a:buNone/>
            </a:pPr>
            <a:r>
              <a:rPr lang="en-US" altLang="en-US" sz="2800" b="1" dirty="0">
                <a:latin typeface="Courier New" panose="02070309020205020404" pitchFamily="49" charset="0"/>
                <a:cs typeface="Times New Roman" panose="02020603050405020304" pitchFamily="18" charset="0"/>
              </a:rPr>
              <a:t>	for (int </a:t>
            </a:r>
            <a:r>
              <a:rPr lang="en-US" altLang="en-US" sz="2800" b="1" dirty="0" err="1">
                <a:latin typeface="Courier New" panose="02070309020205020404" pitchFamily="49" charset="0"/>
                <a:cs typeface="Times New Roman" panose="02020603050405020304" pitchFamily="18" charset="0"/>
              </a:rPr>
              <a:t>i</a:t>
            </a:r>
            <a:r>
              <a:rPr lang="en-US" altLang="en-US" sz="2800" b="1" dirty="0">
                <a:latin typeface="Courier New" panose="02070309020205020404" pitchFamily="49" charset="0"/>
                <a:cs typeface="Times New Roman" panose="02020603050405020304" pitchFamily="18" charset="0"/>
              </a:rPr>
              <a:t> = 0; </a:t>
            </a:r>
            <a:r>
              <a:rPr lang="en-US" altLang="en-US" sz="2800" b="1" dirty="0" err="1">
                <a:latin typeface="Courier New" panose="02070309020205020404" pitchFamily="49" charset="0"/>
                <a:cs typeface="Times New Roman" panose="02020603050405020304" pitchFamily="18" charset="0"/>
              </a:rPr>
              <a:t>i</a:t>
            </a:r>
            <a:r>
              <a:rPr lang="en-US" altLang="en-US" sz="2800" b="1" dirty="0">
                <a:latin typeface="Courier New" panose="02070309020205020404" pitchFamily="49" charset="0"/>
                <a:cs typeface="Times New Roman" panose="02020603050405020304" pitchFamily="18" charset="0"/>
              </a:rPr>
              <a:t> &lt; n; </a:t>
            </a:r>
            <a:r>
              <a:rPr lang="en-US" altLang="en-US" sz="2800" b="1" dirty="0" err="1">
                <a:latin typeface="Courier New" panose="02070309020205020404" pitchFamily="49" charset="0"/>
                <a:cs typeface="Times New Roman" panose="02020603050405020304" pitchFamily="18" charset="0"/>
              </a:rPr>
              <a:t>i</a:t>
            </a:r>
            <a:r>
              <a:rPr lang="en-US" altLang="en-US" sz="2800" b="1" dirty="0">
                <a:latin typeface="Courier New" panose="02070309020205020404" pitchFamily="49" charset="0"/>
                <a:cs typeface="Times New Roman" panose="02020603050405020304" pitchFamily="18" charset="0"/>
              </a:rPr>
              <a:t>++)</a:t>
            </a:r>
          </a:p>
          <a:p>
            <a:pPr eaLnBrk="1" hangingPunct="1">
              <a:spcBef>
                <a:spcPct val="0"/>
              </a:spcBef>
              <a:buFontTx/>
              <a:buNone/>
            </a:pPr>
            <a:r>
              <a:rPr lang="en-US" altLang="en-US" sz="2800" b="1" dirty="0">
                <a:latin typeface="Courier New" panose="02070309020205020404" pitchFamily="49" charset="0"/>
                <a:cs typeface="Times New Roman" panose="02020603050405020304" pitchFamily="18" charset="0"/>
              </a:rPr>
              <a:t>		if (x == a[</a:t>
            </a:r>
            <a:r>
              <a:rPr lang="en-US" altLang="en-US" sz="2800" b="1" dirty="0" err="1">
                <a:latin typeface="Courier New" panose="02070309020205020404" pitchFamily="49" charset="0"/>
                <a:cs typeface="Times New Roman" panose="02020603050405020304" pitchFamily="18" charset="0"/>
              </a:rPr>
              <a:t>i</a:t>
            </a:r>
            <a:r>
              <a:rPr lang="en-US" altLang="en-US" sz="2800" b="1" dirty="0">
                <a:latin typeface="Courier New" panose="02070309020205020404" pitchFamily="49" charset="0"/>
                <a:cs typeface="Times New Roman" panose="02020603050405020304" pitchFamily="18" charset="0"/>
              </a:rPr>
              <a:t>])</a:t>
            </a:r>
          </a:p>
          <a:p>
            <a:pPr eaLnBrk="1" hangingPunct="1">
              <a:spcBef>
                <a:spcPct val="0"/>
              </a:spcBef>
              <a:buFontTx/>
              <a:buNone/>
            </a:pPr>
            <a:r>
              <a:rPr lang="en-US" altLang="en-US" sz="2800" b="1" dirty="0">
                <a:latin typeface="Courier New" panose="02070309020205020404" pitchFamily="49" charset="0"/>
                <a:cs typeface="Times New Roman" panose="02020603050405020304" pitchFamily="18" charset="0"/>
              </a:rPr>
              <a:t>			return </a:t>
            </a:r>
            <a:r>
              <a:rPr lang="en-US" altLang="en-US" sz="2800" b="1" dirty="0" err="1">
                <a:latin typeface="Courier New" panose="02070309020205020404" pitchFamily="49" charset="0"/>
                <a:cs typeface="Times New Roman" panose="02020603050405020304" pitchFamily="18" charset="0"/>
              </a:rPr>
              <a:t>i</a:t>
            </a:r>
            <a:r>
              <a:rPr lang="en-US" altLang="en-US" sz="2800" b="1" dirty="0">
                <a:latin typeface="Courier New" panose="02070309020205020404" pitchFamily="49" charset="0"/>
                <a:cs typeface="Times New Roman" panose="02020603050405020304" pitchFamily="18" charset="0"/>
              </a:rPr>
              <a:t>; // </a:t>
            </a:r>
            <a:r>
              <a:rPr lang="en-US" altLang="en-US" sz="2800" b="1" dirty="0" err="1">
                <a:latin typeface="Courier New" panose="02070309020205020404" pitchFamily="49" charset="0"/>
                <a:cs typeface="Times New Roman" panose="02020603050405020304" pitchFamily="18" charset="0"/>
              </a:rPr>
              <a:t>tìm</a:t>
            </a:r>
            <a:r>
              <a:rPr lang="en-US" altLang="en-US" sz="2800" b="1" dirty="0">
                <a:latin typeface="Courier New" panose="02070309020205020404" pitchFamily="49" charset="0"/>
                <a:cs typeface="Times New Roman" panose="02020603050405020304" pitchFamily="18" charset="0"/>
              </a:rPr>
              <a:t> </a:t>
            </a:r>
            <a:r>
              <a:rPr lang="en-US" altLang="en-US" sz="2800" b="1" dirty="0" err="1">
                <a:latin typeface="Courier New" panose="02070309020205020404" pitchFamily="49" charset="0"/>
                <a:cs typeface="Times New Roman" panose="02020603050405020304" pitchFamily="18" charset="0"/>
              </a:rPr>
              <a:t>thấy</a:t>
            </a:r>
            <a:endParaRPr lang="en-US" altLang="en-US" sz="2800" b="1" dirty="0">
              <a:latin typeface="Courier New" panose="02070309020205020404" pitchFamily="49" charset="0"/>
              <a:cs typeface="Times New Roman" panose="02020603050405020304" pitchFamily="18" charset="0"/>
            </a:endParaRPr>
          </a:p>
          <a:p>
            <a:pPr eaLnBrk="1" hangingPunct="1">
              <a:spcBef>
                <a:spcPct val="0"/>
              </a:spcBef>
              <a:buFontTx/>
              <a:buNone/>
            </a:pPr>
            <a:r>
              <a:rPr lang="en-US" altLang="en-US" sz="2800" b="1" dirty="0">
                <a:latin typeface="Courier New" panose="02070309020205020404" pitchFamily="49" charset="0"/>
                <a:cs typeface="Times New Roman" panose="02020603050405020304" pitchFamily="18" charset="0"/>
              </a:rPr>
              <a:t>	return -1; // </a:t>
            </a:r>
            <a:r>
              <a:rPr lang="en-US" altLang="en-US" sz="2800" b="1" dirty="0" err="1">
                <a:latin typeface="Courier New" panose="02070309020205020404" pitchFamily="49" charset="0"/>
                <a:cs typeface="Times New Roman" panose="02020603050405020304" pitchFamily="18" charset="0"/>
              </a:rPr>
              <a:t>không</a:t>
            </a:r>
            <a:r>
              <a:rPr lang="en-US" altLang="en-US" sz="2800" b="1" dirty="0">
                <a:latin typeface="Courier New" panose="02070309020205020404" pitchFamily="49" charset="0"/>
                <a:cs typeface="Times New Roman" panose="02020603050405020304" pitchFamily="18" charset="0"/>
              </a:rPr>
              <a:t> </a:t>
            </a:r>
            <a:r>
              <a:rPr lang="en-US" altLang="en-US" sz="2800" b="1" dirty="0" err="1">
                <a:latin typeface="Courier New" panose="02070309020205020404" pitchFamily="49" charset="0"/>
                <a:cs typeface="Times New Roman" panose="02020603050405020304" pitchFamily="18" charset="0"/>
              </a:rPr>
              <a:t>tìm</a:t>
            </a:r>
            <a:r>
              <a:rPr lang="en-US" altLang="en-US" sz="2800" b="1" dirty="0">
                <a:latin typeface="Courier New" panose="02070309020205020404" pitchFamily="49" charset="0"/>
                <a:cs typeface="Times New Roman" panose="02020603050405020304" pitchFamily="18" charset="0"/>
              </a:rPr>
              <a:t> </a:t>
            </a:r>
            <a:r>
              <a:rPr lang="en-US" altLang="en-US" sz="2800" b="1" dirty="0" err="1">
                <a:latin typeface="Courier New" panose="02070309020205020404" pitchFamily="49" charset="0"/>
                <a:cs typeface="Times New Roman" panose="02020603050405020304" pitchFamily="18" charset="0"/>
              </a:rPr>
              <a:t>thấy</a:t>
            </a:r>
            <a:endParaRPr lang="en-US" altLang="en-US" sz="2800" b="1" dirty="0">
              <a:latin typeface="Courier New" panose="02070309020205020404" pitchFamily="49" charset="0"/>
              <a:cs typeface="Times New Roman" panose="02020603050405020304" pitchFamily="18" charset="0"/>
            </a:endParaRPr>
          </a:p>
          <a:p>
            <a:pPr eaLnBrk="1" hangingPunct="1">
              <a:spcBef>
                <a:spcPct val="0"/>
              </a:spcBef>
              <a:buFontTx/>
              <a:buNone/>
            </a:pPr>
            <a:r>
              <a:rPr lang="en-US" altLang="en-US" sz="2800" b="1" dirty="0">
                <a:latin typeface="Courier New" panose="02070309020205020404" pitchFamily="49" charset="0"/>
                <a:cs typeface="Times New Roman" panose="02020603050405020304" pitchFamily="18" charset="0"/>
              </a:rPr>
              <a:t>}</a:t>
            </a:r>
            <a:endParaRPr lang="en-US" altLang="en-US" sz="2800" dirty="0">
              <a:latin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6146088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52565" y="1"/>
            <a:ext cx="4715436" cy="981075"/>
          </a:xfrm>
        </p:spPr>
        <p:txBody>
          <a:bodyPr>
            <a:noAutofit/>
          </a:bodyPr>
          <a:lstStyle/>
          <a:p>
            <a:pPr eaLnBrk="1" hangingPunct="1">
              <a:defRPr/>
            </a:pPr>
            <a:r>
              <a:rPr lang="en-AU" dirty="0">
                <a:solidFill>
                  <a:srgbClr val="001A4F"/>
                </a:solidFill>
                <a:effectLst>
                  <a:outerShdw blurRad="38100" dist="38100" dir="2700000" algn="tl">
                    <a:srgbClr val="C0C0C0"/>
                  </a:outerShdw>
                </a:effectLst>
              </a:rPr>
              <a:t>ĐÁNH GIÁ</a:t>
            </a:r>
          </a:p>
        </p:txBody>
      </p:sp>
      <p:sp>
        <p:nvSpPr>
          <p:cNvPr id="35843" name="Content Placeholder 2"/>
          <p:cNvSpPr>
            <a:spLocks noGrp="1"/>
          </p:cNvSpPr>
          <p:nvPr>
            <p:ph idx="4294967295"/>
          </p:nvPr>
        </p:nvSpPr>
        <p:spPr>
          <a:xfrm>
            <a:off x="950260" y="1357314"/>
            <a:ext cx="10399058" cy="5024437"/>
          </a:xfrm>
          <a:prstGeom prst="rect">
            <a:avLst/>
          </a:prstGeom>
        </p:spPr>
        <p:txBody>
          <a:bodyPr>
            <a:normAutofit/>
          </a:bodyPr>
          <a:lstStyle/>
          <a:p>
            <a:pPr eaLnBrk="1" hangingPunct="1">
              <a:buClr>
                <a:srgbClr val="002776"/>
              </a:buClr>
              <a:buFont typeface="Wingdings" panose="05000000000000000000" pitchFamily="2" charset="2"/>
              <a:buChar char="§"/>
            </a:pPr>
            <a:r>
              <a:rPr lang="en-AU" altLang="en-US" sz="3200" dirty="0" err="1">
                <a:solidFill>
                  <a:srgbClr val="001A4F"/>
                </a:solidFill>
              </a:rPr>
              <a:t>Trường</a:t>
            </a:r>
            <a:r>
              <a:rPr lang="en-AU" altLang="en-US" sz="3200" dirty="0">
                <a:solidFill>
                  <a:srgbClr val="001A4F"/>
                </a:solidFill>
              </a:rPr>
              <a:t> </a:t>
            </a:r>
            <a:r>
              <a:rPr lang="en-AU" altLang="en-US" sz="3200" dirty="0" err="1">
                <a:solidFill>
                  <a:srgbClr val="001A4F"/>
                </a:solidFill>
              </a:rPr>
              <a:t>hợp</a:t>
            </a:r>
            <a:r>
              <a:rPr lang="en-AU" altLang="en-US" sz="3200" dirty="0">
                <a:solidFill>
                  <a:srgbClr val="001A4F"/>
                </a:solidFill>
              </a:rPr>
              <a:t> </a:t>
            </a:r>
            <a:r>
              <a:rPr lang="en-AU" altLang="en-US" sz="3200" dirty="0" err="1">
                <a:solidFill>
                  <a:srgbClr val="001A4F"/>
                </a:solidFill>
              </a:rPr>
              <a:t>tốt</a:t>
            </a:r>
            <a:r>
              <a:rPr lang="en-AU" altLang="en-US" sz="3200" dirty="0">
                <a:solidFill>
                  <a:srgbClr val="001A4F"/>
                </a:solidFill>
              </a:rPr>
              <a:t> </a:t>
            </a:r>
            <a:r>
              <a:rPr lang="en-AU" altLang="en-US" sz="3200" dirty="0" err="1">
                <a:solidFill>
                  <a:srgbClr val="001A4F"/>
                </a:solidFill>
              </a:rPr>
              <a:t>nhất</a:t>
            </a:r>
            <a:r>
              <a:rPr lang="en-AU" altLang="en-US" sz="3200" dirty="0">
                <a:solidFill>
                  <a:srgbClr val="001A4F"/>
                </a:solidFill>
              </a:rPr>
              <a:t>: </a:t>
            </a:r>
            <a:r>
              <a:rPr lang="en-AU" altLang="en-US" sz="3200" dirty="0" err="1">
                <a:solidFill>
                  <a:srgbClr val="001A4F"/>
                </a:solidFill>
              </a:rPr>
              <a:t>phần</a:t>
            </a:r>
            <a:r>
              <a:rPr lang="en-AU" altLang="en-US" sz="3200" dirty="0">
                <a:solidFill>
                  <a:srgbClr val="001A4F"/>
                </a:solidFill>
              </a:rPr>
              <a:t> </a:t>
            </a:r>
            <a:r>
              <a:rPr lang="en-AU" altLang="en-US" sz="3200" dirty="0" err="1">
                <a:solidFill>
                  <a:srgbClr val="001A4F"/>
                </a:solidFill>
              </a:rPr>
              <a:t>tử</a:t>
            </a:r>
            <a:r>
              <a:rPr lang="en-AU" altLang="en-US" sz="3200" dirty="0">
                <a:solidFill>
                  <a:srgbClr val="001A4F"/>
                </a:solidFill>
              </a:rPr>
              <a:t> </a:t>
            </a:r>
            <a:r>
              <a:rPr lang="en-AU" altLang="en-US" sz="3200" dirty="0" err="1">
                <a:solidFill>
                  <a:srgbClr val="001A4F"/>
                </a:solidFill>
              </a:rPr>
              <a:t>đầu</a:t>
            </a:r>
            <a:r>
              <a:rPr lang="en-AU" altLang="en-US" sz="3200" dirty="0">
                <a:solidFill>
                  <a:srgbClr val="001A4F"/>
                </a:solidFill>
              </a:rPr>
              <a:t> </a:t>
            </a:r>
            <a:r>
              <a:rPr lang="en-AU" altLang="en-US" sz="3200" dirty="0" err="1">
                <a:solidFill>
                  <a:srgbClr val="001A4F"/>
                </a:solidFill>
              </a:rPr>
              <a:t>tiên</a:t>
            </a:r>
            <a:r>
              <a:rPr lang="en-AU" altLang="en-US" sz="3200" dirty="0">
                <a:solidFill>
                  <a:srgbClr val="001A4F"/>
                </a:solidFill>
              </a:rPr>
              <a:t> </a:t>
            </a:r>
            <a:r>
              <a:rPr lang="en-AU" altLang="en-US" sz="3200" dirty="0" err="1">
                <a:solidFill>
                  <a:srgbClr val="001A4F"/>
                </a:solidFill>
              </a:rPr>
              <a:t>có</a:t>
            </a:r>
            <a:r>
              <a:rPr lang="en-AU" altLang="en-US" sz="3200" dirty="0">
                <a:solidFill>
                  <a:srgbClr val="001A4F"/>
                </a:solidFill>
              </a:rPr>
              <a:t> </a:t>
            </a:r>
            <a:r>
              <a:rPr lang="en-AU" altLang="en-US" sz="3200" dirty="0" err="1">
                <a:solidFill>
                  <a:srgbClr val="001A4F"/>
                </a:solidFill>
              </a:rPr>
              <a:t>giá</a:t>
            </a:r>
            <a:r>
              <a:rPr lang="en-AU" altLang="en-US" sz="3200" dirty="0">
                <a:solidFill>
                  <a:srgbClr val="001A4F"/>
                </a:solidFill>
              </a:rPr>
              <a:t> </a:t>
            </a:r>
            <a:r>
              <a:rPr lang="en-AU" altLang="en-US" sz="3200" dirty="0" err="1">
                <a:solidFill>
                  <a:srgbClr val="001A4F"/>
                </a:solidFill>
              </a:rPr>
              <a:t>trị</a:t>
            </a:r>
            <a:r>
              <a:rPr lang="en-AU" altLang="en-US" sz="3200" dirty="0">
                <a:solidFill>
                  <a:srgbClr val="001A4F"/>
                </a:solidFill>
              </a:rPr>
              <a:t> X</a:t>
            </a:r>
          </a:p>
          <a:p>
            <a:pPr lvl="1" eaLnBrk="1" hangingPunct="1">
              <a:buClr>
                <a:srgbClr val="002776"/>
              </a:buClr>
              <a:buFont typeface="Wingdings" panose="05000000000000000000" pitchFamily="2" charset="2"/>
              <a:buChar char="§"/>
            </a:pPr>
            <a:r>
              <a:rPr lang="en-AU" altLang="en-US" sz="2800" dirty="0" err="1">
                <a:solidFill>
                  <a:srgbClr val="001A4F"/>
                </a:solidFill>
              </a:rPr>
              <a:t>Số</a:t>
            </a:r>
            <a:r>
              <a:rPr lang="en-AU" altLang="en-US" sz="2800" dirty="0">
                <a:solidFill>
                  <a:srgbClr val="001A4F"/>
                </a:solidFill>
              </a:rPr>
              <a:t> </a:t>
            </a:r>
            <a:r>
              <a:rPr lang="en-AU" altLang="en-US" sz="2800" dirty="0" err="1">
                <a:solidFill>
                  <a:srgbClr val="001A4F"/>
                </a:solidFill>
              </a:rPr>
              <a:t>lần</a:t>
            </a:r>
            <a:r>
              <a:rPr lang="en-AU" altLang="en-US" sz="2800" dirty="0">
                <a:solidFill>
                  <a:srgbClr val="001A4F"/>
                </a:solidFill>
              </a:rPr>
              <a:t> so </a:t>
            </a:r>
            <a:r>
              <a:rPr lang="en-AU" altLang="en-US" sz="2800" dirty="0" err="1">
                <a:solidFill>
                  <a:srgbClr val="001A4F"/>
                </a:solidFill>
              </a:rPr>
              <a:t>sánh</a:t>
            </a:r>
            <a:r>
              <a:rPr lang="en-AU" altLang="en-US" sz="2800" dirty="0">
                <a:solidFill>
                  <a:srgbClr val="001A4F"/>
                </a:solidFill>
              </a:rPr>
              <a:t>: 1</a:t>
            </a:r>
          </a:p>
          <a:p>
            <a:pPr eaLnBrk="1" hangingPunct="1">
              <a:buClr>
                <a:srgbClr val="002776"/>
              </a:buClr>
              <a:buFont typeface="Wingdings" panose="05000000000000000000" pitchFamily="2" charset="2"/>
              <a:buChar char="§"/>
            </a:pPr>
            <a:r>
              <a:rPr lang="en-AU" altLang="en-US" sz="3200" dirty="0" err="1">
                <a:solidFill>
                  <a:srgbClr val="001A4F"/>
                </a:solidFill>
              </a:rPr>
              <a:t>Trường</a:t>
            </a:r>
            <a:r>
              <a:rPr lang="en-AU" altLang="en-US" sz="3200" dirty="0">
                <a:solidFill>
                  <a:srgbClr val="001A4F"/>
                </a:solidFill>
              </a:rPr>
              <a:t> </a:t>
            </a:r>
            <a:r>
              <a:rPr lang="en-AU" altLang="en-US" sz="3200" dirty="0" err="1">
                <a:solidFill>
                  <a:srgbClr val="001A4F"/>
                </a:solidFill>
              </a:rPr>
              <a:t>hợp</a:t>
            </a:r>
            <a:r>
              <a:rPr lang="en-AU" altLang="en-US" sz="3200" dirty="0">
                <a:solidFill>
                  <a:srgbClr val="001A4F"/>
                </a:solidFill>
              </a:rPr>
              <a:t> </a:t>
            </a:r>
            <a:r>
              <a:rPr lang="en-AU" altLang="en-US" sz="3200" dirty="0" err="1">
                <a:solidFill>
                  <a:srgbClr val="001A4F"/>
                </a:solidFill>
              </a:rPr>
              <a:t>xấu</a:t>
            </a:r>
            <a:r>
              <a:rPr lang="en-AU" altLang="en-US" sz="3200" dirty="0">
                <a:solidFill>
                  <a:srgbClr val="001A4F"/>
                </a:solidFill>
              </a:rPr>
              <a:t> </a:t>
            </a:r>
            <a:r>
              <a:rPr lang="en-AU" altLang="en-US" sz="3200" dirty="0" err="1">
                <a:solidFill>
                  <a:srgbClr val="001A4F"/>
                </a:solidFill>
              </a:rPr>
              <a:t>nhất</a:t>
            </a:r>
            <a:r>
              <a:rPr lang="en-AU" altLang="en-US" sz="3200" dirty="0">
                <a:solidFill>
                  <a:srgbClr val="001A4F"/>
                </a:solidFill>
              </a:rPr>
              <a:t>: </a:t>
            </a:r>
            <a:r>
              <a:rPr lang="en-AU" altLang="en-US" sz="3200" dirty="0" err="1">
                <a:solidFill>
                  <a:srgbClr val="001A4F"/>
                </a:solidFill>
              </a:rPr>
              <a:t>phần</a:t>
            </a:r>
            <a:r>
              <a:rPr lang="en-AU" altLang="en-US" sz="3200" dirty="0">
                <a:solidFill>
                  <a:srgbClr val="001A4F"/>
                </a:solidFill>
              </a:rPr>
              <a:t> </a:t>
            </a:r>
            <a:r>
              <a:rPr lang="en-AU" altLang="en-US" sz="3200" dirty="0" err="1">
                <a:solidFill>
                  <a:srgbClr val="001A4F"/>
                </a:solidFill>
              </a:rPr>
              <a:t>tử</a:t>
            </a:r>
            <a:r>
              <a:rPr lang="en-AU" altLang="en-US" sz="3200" dirty="0">
                <a:solidFill>
                  <a:srgbClr val="001A4F"/>
                </a:solidFill>
              </a:rPr>
              <a:t> </a:t>
            </a:r>
            <a:r>
              <a:rPr lang="en-AU" altLang="en-US" sz="3200" dirty="0" err="1">
                <a:solidFill>
                  <a:srgbClr val="001A4F"/>
                </a:solidFill>
              </a:rPr>
              <a:t>cuối</a:t>
            </a:r>
            <a:r>
              <a:rPr lang="en-AU" altLang="en-US" sz="3200" dirty="0">
                <a:solidFill>
                  <a:srgbClr val="001A4F"/>
                </a:solidFill>
              </a:rPr>
              <a:t> </a:t>
            </a:r>
            <a:r>
              <a:rPr lang="en-AU" altLang="en-US" sz="3200" dirty="0" err="1">
                <a:solidFill>
                  <a:srgbClr val="001A4F"/>
                </a:solidFill>
              </a:rPr>
              <a:t>cùng</a:t>
            </a:r>
            <a:r>
              <a:rPr lang="en-AU" altLang="en-US" sz="3200" dirty="0">
                <a:solidFill>
                  <a:srgbClr val="001A4F"/>
                </a:solidFill>
              </a:rPr>
              <a:t> </a:t>
            </a:r>
            <a:r>
              <a:rPr lang="en-AU" altLang="en-US" sz="3200" dirty="0" err="1">
                <a:solidFill>
                  <a:srgbClr val="001A4F"/>
                </a:solidFill>
              </a:rPr>
              <a:t>có</a:t>
            </a:r>
            <a:r>
              <a:rPr lang="en-AU" altLang="en-US" sz="3200" dirty="0">
                <a:solidFill>
                  <a:srgbClr val="001A4F"/>
                </a:solidFill>
              </a:rPr>
              <a:t> </a:t>
            </a:r>
            <a:r>
              <a:rPr lang="en-AU" altLang="en-US" sz="3200" dirty="0" err="1">
                <a:solidFill>
                  <a:srgbClr val="001A4F"/>
                </a:solidFill>
              </a:rPr>
              <a:t>giá</a:t>
            </a:r>
            <a:r>
              <a:rPr lang="en-AU" altLang="en-US" sz="3200" dirty="0">
                <a:solidFill>
                  <a:srgbClr val="001A4F"/>
                </a:solidFill>
              </a:rPr>
              <a:t> </a:t>
            </a:r>
            <a:r>
              <a:rPr lang="en-AU" altLang="en-US" sz="3200" dirty="0" err="1">
                <a:solidFill>
                  <a:srgbClr val="001A4F"/>
                </a:solidFill>
              </a:rPr>
              <a:t>trị</a:t>
            </a:r>
            <a:r>
              <a:rPr lang="en-AU" altLang="en-US" sz="3200" dirty="0">
                <a:solidFill>
                  <a:srgbClr val="001A4F"/>
                </a:solidFill>
              </a:rPr>
              <a:t> X </a:t>
            </a:r>
            <a:r>
              <a:rPr lang="en-AU" altLang="en-US" sz="3200" dirty="0" err="1">
                <a:solidFill>
                  <a:srgbClr val="001A4F"/>
                </a:solidFill>
              </a:rPr>
              <a:t>hoặc</a:t>
            </a:r>
            <a:r>
              <a:rPr lang="en-AU" altLang="en-US" sz="3200" dirty="0">
                <a:solidFill>
                  <a:srgbClr val="001A4F"/>
                </a:solidFill>
              </a:rPr>
              <a:t> </a:t>
            </a:r>
            <a:r>
              <a:rPr lang="en-AU" altLang="en-US" sz="3200" dirty="0" err="1">
                <a:solidFill>
                  <a:srgbClr val="001A4F"/>
                </a:solidFill>
              </a:rPr>
              <a:t>không</a:t>
            </a:r>
            <a:r>
              <a:rPr lang="en-AU" altLang="en-US" sz="3200" dirty="0">
                <a:solidFill>
                  <a:srgbClr val="001A4F"/>
                </a:solidFill>
              </a:rPr>
              <a:t> </a:t>
            </a:r>
            <a:r>
              <a:rPr lang="en-AU" altLang="en-US" sz="3200" dirty="0" err="1">
                <a:solidFill>
                  <a:srgbClr val="001A4F"/>
                </a:solidFill>
              </a:rPr>
              <a:t>có</a:t>
            </a:r>
            <a:r>
              <a:rPr lang="en-AU" altLang="en-US" sz="3200" dirty="0">
                <a:solidFill>
                  <a:srgbClr val="001A4F"/>
                </a:solidFill>
              </a:rPr>
              <a:t> </a:t>
            </a:r>
            <a:r>
              <a:rPr lang="en-AU" altLang="en-US" sz="3200" dirty="0" err="1">
                <a:solidFill>
                  <a:srgbClr val="001A4F"/>
                </a:solidFill>
              </a:rPr>
              <a:t>phần</a:t>
            </a:r>
            <a:r>
              <a:rPr lang="en-AU" altLang="en-US" sz="3200" dirty="0">
                <a:solidFill>
                  <a:srgbClr val="001A4F"/>
                </a:solidFill>
              </a:rPr>
              <a:t> </a:t>
            </a:r>
            <a:r>
              <a:rPr lang="en-AU" altLang="en-US" sz="3200" dirty="0" err="1">
                <a:solidFill>
                  <a:srgbClr val="001A4F"/>
                </a:solidFill>
              </a:rPr>
              <a:t>tử</a:t>
            </a:r>
            <a:r>
              <a:rPr lang="en-AU" altLang="en-US" sz="3200" dirty="0">
                <a:solidFill>
                  <a:srgbClr val="001A4F"/>
                </a:solidFill>
              </a:rPr>
              <a:t> </a:t>
            </a:r>
            <a:r>
              <a:rPr lang="en-AU" altLang="en-US" sz="3200" dirty="0" err="1">
                <a:solidFill>
                  <a:srgbClr val="001A4F"/>
                </a:solidFill>
              </a:rPr>
              <a:t>có</a:t>
            </a:r>
            <a:r>
              <a:rPr lang="en-AU" altLang="en-US" sz="3200" dirty="0">
                <a:solidFill>
                  <a:srgbClr val="001A4F"/>
                </a:solidFill>
              </a:rPr>
              <a:t> </a:t>
            </a:r>
            <a:r>
              <a:rPr lang="en-AU" altLang="en-US" sz="3200" dirty="0" err="1">
                <a:solidFill>
                  <a:srgbClr val="001A4F"/>
                </a:solidFill>
              </a:rPr>
              <a:t>giá</a:t>
            </a:r>
            <a:r>
              <a:rPr lang="en-AU" altLang="en-US" sz="3200" dirty="0">
                <a:solidFill>
                  <a:srgbClr val="001A4F"/>
                </a:solidFill>
              </a:rPr>
              <a:t> </a:t>
            </a:r>
            <a:r>
              <a:rPr lang="en-AU" altLang="en-US" sz="3200" dirty="0" err="1">
                <a:solidFill>
                  <a:srgbClr val="001A4F"/>
                </a:solidFill>
              </a:rPr>
              <a:t>trị</a:t>
            </a:r>
            <a:r>
              <a:rPr lang="en-AU" altLang="en-US" sz="3200" dirty="0">
                <a:solidFill>
                  <a:srgbClr val="001A4F"/>
                </a:solidFill>
              </a:rPr>
              <a:t> X</a:t>
            </a:r>
          </a:p>
          <a:p>
            <a:pPr lvl="1" eaLnBrk="1" hangingPunct="1">
              <a:buClr>
                <a:srgbClr val="002776"/>
              </a:buClr>
              <a:buFont typeface="Wingdings" panose="05000000000000000000" pitchFamily="2" charset="2"/>
              <a:buChar char="§"/>
            </a:pPr>
            <a:r>
              <a:rPr lang="en-AU" altLang="en-US" sz="2800" dirty="0" err="1">
                <a:solidFill>
                  <a:srgbClr val="001A4F"/>
                </a:solidFill>
              </a:rPr>
              <a:t>Số</a:t>
            </a:r>
            <a:r>
              <a:rPr lang="en-AU" altLang="en-US" sz="2800" dirty="0">
                <a:solidFill>
                  <a:srgbClr val="001A4F"/>
                </a:solidFill>
              </a:rPr>
              <a:t> </a:t>
            </a:r>
            <a:r>
              <a:rPr lang="en-AU" altLang="en-US" sz="2800" dirty="0" err="1">
                <a:solidFill>
                  <a:srgbClr val="001A4F"/>
                </a:solidFill>
              </a:rPr>
              <a:t>lần</a:t>
            </a:r>
            <a:r>
              <a:rPr lang="en-AU" altLang="en-US" sz="2800" dirty="0">
                <a:solidFill>
                  <a:srgbClr val="001A4F"/>
                </a:solidFill>
              </a:rPr>
              <a:t> so </a:t>
            </a:r>
            <a:r>
              <a:rPr lang="en-AU" altLang="en-US" sz="2800" dirty="0" err="1">
                <a:solidFill>
                  <a:srgbClr val="001A4F"/>
                </a:solidFill>
              </a:rPr>
              <a:t>sánh</a:t>
            </a:r>
            <a:r>
              <a:rPr lang="en-AU" altLang="en-US" sz="2800" dirty="0">
                <a:solidFill>
                  <a:srgbClr val="001A4F"/>
                </a:solidFill>
              </a:rPr>
              <a:t>: n</a:t>
            </a:r>
          </a:p>
          <a:p>
            <a:pPr eaLnBrk="1" hangingPunct="1">
              <a:buClr>
                <a:srgbClr val="002776"/>
              </a:buClr>
              <a:buFont typeface="Wingdings" panose="05000000000000000000" pitchFamily="2" charset="2"/>
              <a:buChar char="§"/>
            </a:pPr>
            <a:r>
              <a:rPr lang="en-AU" altLang="en-US" sz="3200" dirty="0" err="1">
                <a:solidFill>
                  <a:srgbClr val="001A4F"/>
                </a:solidFill>
              </a:rPr>
              <a:t>Trường</a:t>
            </a:r>
            <a:r>
              <a:rPr lang="en-AU" altLang="en-US" sz="3200" dirty="0">
                <a:solidFill>
                  <a:srgbClr val="001A4F"/>
                </a:solidFill>
              </a:rPr>
              <a:t> </a:t>
            </a:r>
            <a:r>
              <a:rPr lang="en-AU" altLang="en-US" sz="3200" dirty="0" err="1">
                <a:solidFill>
                  <a:srgbClr val="001A4F"/>
                </a:solidFill>
              </a:rPr>
              <a:t>hợp</a:t>
            </a:r>
            <a:r>
              <a:rPr lang="en-AU" altLang="en-US" sz="3200" dirty="0">
                <a:solidFill>
                  <a:srgbClr val="001A4F"/>
                </a:solidFill>
              </a:rPr>
              <a:t> </a:t>
            </a:r>
            <a:r>
              <a:rPr lang="en-AU" altLang="en-US" sz="3200" dirty="0" err="1">
                <a:solidFill>
                  <a:srgbClr val="001A4F"/>
                </a:solidFill>
              </a:rPr>
              <a:t>trung</a:t>
            </a:r>
            <a:r>
              <a:rPr lang="en-AU" altLang="en-US" sz="3200" dirty="0">
                <a:solidFill>
                  <a:srgbClr val="001A4F"/>
                </a:solidFill>
              </a:rPr>
              <a:t> </a:t>
            </a:r>
            <a:r>
              <a:rPr lang="en-AU" altLang="en-US" sz="3200" dirty="0" err="1">
                <a:solidFill>
                  <a:srgbClr val="001A4F"/>
                </a:solidFill>
              </a:rPr>
              <a:t>bình</a:t>
            </a:r>
            <a:r>
              <a:rPr lang="en-AU" altLang="en-US" sz="3200" dirty="0">
                <a:solidFill>
                  <a:srgbClr val="001A4F"/>
                </a:solidFill>
              </a:rPr>
              <a:t>: </a:t>
            </a:r>
            <a:r>
              <a:rPr lang="en-AU" altLang="en-US" sz="3200" dirty="0" err="1">
                <a:solidFill>
                  <a:srgbClr val="001A4F"/>
                </a:solidFill>
              </a:rPr>
              <a:t>giả</a:t>
            </a:r>
            <a:r>
              <a:rPr lang="en-AU" altLang="en-US" sz="3200" dirty="0">
                <a:solidFill>
                  <a:srgbClr val="001A4F"/>
                </a:solidFill>
              </a:rPr>
              <a:t> </a:t>
            </a:r>
            <a:r>
              <a:rPr lang="en-AU" altLang="en-US" sz="3200" dirty="0" err="1">
                <a:solidFill>
                  <a:srgbClr val="001A4F"/>
                </a:solidFill>
              </a:rPr>
              <a:t>sử</a:t>
            </a:r>
            <a:r>
              <a:rPr lang="en-AU" altLang="en-US" sz="3200" dirty="0">
                <a:solidFill>
                  <a:srgbClr val="001A4F"/>
                </a:solidFill>
              </a:rPr>
              <a:t> </a:t>
            </a:r>
            <a:r>
              <a:rPr lang="en-AU" altLang="en-US" sz="3200" dirty="0" err="1">
                <a:solidFill>
                  <a:srgbClr val="001A4F"/>
                </a:solidFill>
              </a:rPr>
              <a:t>xác</a:t>
            </a:r>
            <a:r>
              <a:rPr lang="en-AU" altLang="en-US" sz="3200" dirty="0">
                <a:solidFill>
                  <a:srgbClr val="001A4F"/>
                </a:solidFill>
              </a:rPr>
              <a:t> </a:t>
            </a:r>
            <a:r>
              <a:rPr lang="en-AU" altLang="en-US" sz="3200" dirty="0" err="1">
                <a:solidFill>
                  <a:srgbClr val="001A4F"/>
                </a:solidFill>
              </a:rPr>
              <a:t>suất</a:t>
            </a:r>
            <a:r>
              <a:rPr lang="en-AU" altLang="en-US" sz="3200" dirty="0">
                <a:solidFill>
                  <a:srgbClr val="001A4F"/>
                </a:solidFill>
              </a:rPr>
              <a:t> </a:t>
            </a:r>
            <a:r>
              <a:rPr lang="en-AU" altLang="en-US" sz="3200" dirty="0" err="1">
                <a:solidFill>
                  <a:srgbClr val="001A4F"/>
                </a:solidFill>
              </a:rPr>
              <a:t>các</a:t>
            </a:r>
            <a:r>
              <a:rPr lang="en-AU" altLang="en-US" sz="3200" dirty="0">
                <a:solidFill>
                  <a:srgbClr val="001A4F"/>
                </a:solidFill>
              </a:rPr>
              <a:t> </a:t>
            </a:r>
            <a:r>
              <a:rPr lang="en-AU" altLang="en-US" sz="3200" dirty="0" err="1">
                <a:solidFill>
                  <a:srgbClr val="001A4F"/>
                </a:solidFill>
              </a:rPr>
              <a:t>phần</a:t>
            </a:r>
            <a:r>
              <a:rPr lang="en-AU" altLang="en-US" sz="3200" dirty="0">
                <a:solidFill>
                  <a:srgbClr val="001A4F"/>
                </a:solidFill>
              </a:rPr>
              <a:t> </a:t>
            </a:r>
            <a:r>
              <a:rPr lang="en-AU" altLang="en-US" sz="3200" dirty="0" err="1">
                <a:solidFill>
                  <a:srgbClr val="001A4F"/>
                </a:solidFill>
              </a:rPr>
              <a:t>tử</a:t>
            </a:r>
            <a:r>
              <a:rPr lang="en-AU" altLang="en-US" sz="3200" dirty="0">
                <a:solidFill>
                  <a:srgbClr val="001A4F"/>
                </a:solidFill>
              </a:rPr>
              <a:t> </a:t>
            </a:r>
            <a:r>
              <a:rPr lang="en-AU" altLang="en-US" sz="3200" dirty="0" err="1">
                <a:solidFill>
                  <a:srgbClr val="001A4F"/>
                </a:solidFill>
              </a:rPr>
              <a:t>có</a:t>
            </a:r>
            <a:r>
              <a:rPr lang="en-AU" altLang="en-US" sz="3200" dirty="0">
                <a:solidFill>
                  <a:srgbClr val="001A4F"/>
                </a:solidFill>
              </a:rPr>
              <a:t> </a:t>
            </a:r>
            <a:r>
              <a:rPr lang="en-AU" altLang="en-US" sz="3200" dirty="0" err="1">
                <a:solidFill>
                  <a:srgbClr val="001A4F"/>
                </a:solidFill>
              </a:rPr>
              <a:t>giá</a:t>
            </a:r>
            <a:r>
              <a:rPr lang="en-AU" altLang="en-US" sz="3200" dirty="0">
                <a:solidFill>
                  <a:srgbClr val="001A4F"/>
                </a:solidFill>
              </a:rPr>
              <a:t> </a:t>
            </a:r>
            <a:r>
              <a:rPr lang="en-AU" altLang="en-US" sz="3200" dirty="0" err="1">
                <a:solidFill>
                  <a:srgbClr val="001A4F"/>
                </a:solidFill>
              </a:rPr>
              <a:t>trị</a:t>
            </a:r>
            <a:r>
              <a:rPr lang="en-AU" altLang="en-US" sz="3200" dirty="0">
                <a:solidFill>
                  <a:srgbClr val="001A4F"/>
                </a:solidFill>
              </a:rPr>
              <a:t> X </a:t>
            </a:r>
            <a:r>
              <a:rPr lang="en-AU" altLang="en-US" sz="3200" dirty="0" err="1">
                <a:solidFill>
                  <a:srgbClr val="001A4F"/>
                </a:solidFill>
              </a:rPr>
              <a:t>là</a:t>
            </a:r>
            <a:r>
              <a:rPr lang="en-AU" altLang="en-US" sz="3200" dirty="0">
                <a:solidFill>
                  <a:srgbClr val="001A4F"/>
                </a:solidFill>
              </a:rPr>
              <a:t> </a:t>
            </a:r>
            <a:r>
              <a:rPr lang="en-AU" altLang="en-US" sz="3200" dirty="0" err="1">
                <a:solidFill>
                  <a:srgbClr val="001A4F"/>
                </a:solidFill>
              </a:rPr>
              <a:t>như</a:t>
            </a:r>
            <a:r>
              <a:rPr lang="en-AU" altLang="en-US" sz="3200" dirty="0">
                <a:solidFill>
                  <a:srgbClr val="001A4F"/>
                </a:solidFill>
              </a:rPr>
              <a:t> </a:t>
            </a:r>
            <a:r>
              <a:rPr lang="en-AU" altLang="en-US" sz="3200" dirty="0" err="1">
                <a:solidFill>
                  <a:srgbClr val="001A4F"/>
                </a:solidFill>
              </a:rPr>
              <a:t>nhau</a:t>
            </a:r>
            <a:endParaRPr lang="en-AU" altLang="en-US" sz="3200" dirty="0">
              <a:solidFill>
                <a:srgbClr val="001A4F"/>
              </a:solidFill>
            </a:endParaRPr>
          </a:p>
          <a:p>
            <a:pPr lvl="1" eaLnBrk="1" hangingPunct="1">
              <a:buClr>
                <a:srgbClr val="002776"/>
              </a:buClr>
              <a:buFont typeface="Wingdings" panose="05000000000000000000" pitchFamily="2" charset="2"/>
              <a:buChar char="§"/>
            </a:pPr>
            <a:r>
              <a:rPr lang="en-AU" altLang="en-US" sz="2800" dirty="0" err="1">
                <a:solidFill>
                  <a:srgbClr val="001A4F"/>
                </a:solidFill>
              </a:rPr>
              <a:t>Số</a:t>
            </a:r>
            <a:r>
              <a:rPr lang="en-AU" altLang="en-US" sz="2800" dirty="0">
                <a:solidFill>
                  <a:srgbClr val="001A4F"/>
                </a:solidFill>
              </a:rPr>
              <a:t> </a:t>
            </a:r>
            <a:r>
              <a:rPr lang="en-AU" altLang="en-US" sz="2800" dirty="0" err="1">
                <a:solidFill>
                  <a:srgbClr val="001A4F"/>
                </a:solidFill>
              </a:rPr>
              <a:t>lần</a:t>
            </a:r>
            <a:r>
              <a:rPr lang="en-AU" altLang="en-US" sz="2800" dirty="0">
                <a:solidFill>
                  <a:srgbClr val="001A4F"/>
                </a:solidFill>
              </a:rPr>
              <a:t> so </a:t>
            </a:r>
            <a:r>
              <a:rPr lang="en-AU" altLang="en-US" sz="2800" dirty="0" err="1">
                <a:solidFill>
                  <a:srgbClr val="001A4F"/>
                </a:solidFill>
              </a:rPr>
              <a:t>sánh</a:t>
            </a:r>
            <a:r>
              <a:rPr lang="en-AU" altLang="en-US" sz="2800" dirty="0">
                <a:solidFill>
                  <a:srgbClr val="001A4F"/>
                </a:solidFill>
              </a:rPr>
              <a:t>: (n+1)/2</a:t>
            </a:r>
          </a:p>
          <a:p>
            <a:pPr eaLnBrk="1" hangingPunct="1">
              <a:buClr>
                <a:srgbClr val="002776"/>
              </a:buClr>
              <a:buFont typeface="Wingdings" panose="05000000000000000000" pitchFamily="2" charset="2"/>
              <a:buChar char="§"/>
            </a:pPr>
            <a:r>
              <a:rPr lang="en-AU" altLang="en-US" sz="3200" dirty="0" err="1">
                <a:solidFill>
                  <a:srgbClr val="001A4F"/>
                </a:solidFill>
              </a:rPr>
              <a:t>Độ</a:t>
            </a:r>
            <a:r>
              <a:rPr lang="en-AU" altLang="en-US" sz="3200" dirty="0">
                <a:solidFill>
                  <a:srgbClr val="001A4F"/>
                </a:solidFill>
              </a:rPr>
              <a:t> </a:t>
            </a:r>
            <a:r>
              <a:rPr lang="en-AU" altLang="en-US" sz="3200" dirty="0" err="1">
                <a:solidFill>
                  <a:srgbClr val="001A4F"/>
                </a:solidFill>
              </a:rPr>
              <a:t>phức</a:t>
            </a:r>
            <a:r>
              <a:rPr lang="en-AU" altLang="en-US" sz="3200" dirty="0">
                <a:solidFill>
                  <a:srgbClr val="001A4F"/>
                </a:solidFill>
              </a:rPr>
              <a:t> </a:t>
            </a:r>
            <a:r>
              <a:rPr lang="en-AU" altLang="en-US" sz="3200" dirty="0" err="1">
                <a:solidFill>
                  <a:srgbClr val="001A4F"/>
                </a:solidFill>
              </a:rPr>
              <a:t>tạp</a:t>
            </a:r>
            <a:r>
              <a:rPr lang="en-AU" altLang="en-US" sz="3200" dirty="0">
                <a:solidFill>
                  <a:srgbClr val="001A4F"/>
                </a:solidFill>
              </a:rPr>
              <a:t>: T(n) = O(n)</a:t>
            </a:r>
          </a:p>
        </p:txBody>
      </p:sp>
      <p:sp>
        <p:nvSpPr>
          <p:cNvPr id="35846"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latin typeface="Myriad Pro"/>
                <a:cs typeface="Myriad Pro"/>
              </a:rPr>
              <a:t>- </a:t>
            </a:r>
            <a:fld id="{BA1784D8-18E2-4A8C-AFB8-03BC95F0B407}" type="slidenum">
              <a:rPr lang="vi-VN" altLang="en-US">
                <a:solidFill>
                  <a:schemeClr val="bg1"/>
                </a:solidFill>
                <a:latin typeface="Myriad Pro"/>
                <a:cs typeface="Myriad Pro"/>
              </a:rPr>
              <a:pPr eaLnBrk="1" hangingPunct="1"/>
              <a:t>12</a:t>
            </a:fld>
            <a:r>
              <a:rPr lang="en-US" altLang="en-US">
                <a:solidFill>
                  <a:schemeClr val="bg1"/>
                </a:solidFill>
                <a:latin typeface="Myriad Pro"/>
                <a:cs typeface="Myriad Pro"/>
              </a:rPr>
              <a:t> -</a:t>
            </a:r>
            <a:endParaRPr lang="vi-VN" altLang="en-US">
              <a:solidFill>
                <a:schemeClr val="bg1"/>
              </a:solidFill>
              <a:latin typeface="Myriad Pro"/>
              <a:cs typeface="Myriad Pro"/>
            </a:endParaRPr>
          </a:p>
        </p:txBody>
      </p:sp>
    </p:spTree>
    <p:extLst>
      <p:ext uri="{BB962C8B-B14F-4D97-AF65-F5344CB8AC3E}">
        <p14:creationId xmlns:p14="http://schemas.microsoft.com/office/powerpoint/2010/main" val="38624211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0" y="1"/>
            <a:ext cx="4572001" cy="981075"/>
          </a:xfrm>
        </p:spPr>
        <p:txBody>
          <a:bodyPr>
            <a:noAutofit/>
          </a:bodyPr>
          <a:lstStyle/>
          <a:p>
            <a:pPr eaLnBrk="1" hangingPunct="1">
              <a:defRPr/>
            </a:pPr>
            <a:r>
              <a:rPr lang="en-AU" dirty="0">
                <a:solidFill>
                  <a:srgbClr val="001A4F"/>
                </a:solidFill>
                <a:effectLst>
                  <a:outerShdw blurRad="38100" dist="38100" dir="2700000" algn="tl">
                    <a:srgbClr val="C0C0C0"/>
                  </a:outerShdw>
                </a:effectLst>
              </a:rPr>
              <a:t>BINARY SEARCH</a:t>
            </a:r>
          </a:p>
        </p:txBody>
      </p:sp>
      <p:sp>
        <p:nvSpPr>
          <p:cNvPr id="36867" name="Content Placeholder 2"/>
          <p:cNvSpPr>
            <a:spLocks noGrp="1"/>
          </p:cNvSpPr>
          <p:nvPr>
            <p:ph idx="4294967295"/>
          </p:nvPr>
        </p:nvSpPr>
        <p:spPr>
          <a:xfrm>
            <a:off x="1952626" y="1357314"/>
            <a:ext cx="8715375" cy="5024437"/>
          </a:xfrm>
          <a:prstGeom prst="rect">
            <a:avLst/>
          </a:prstGeom>
        </p:spPr>
        <p:txBody>
          <a:bodyPr>
            <a:normAutofit/>
          </a:bodyPr>
          <a:lstStyle/>
          <a:p>
            <a:pPr eaLnBrk="1" hangingPunct="1">
              <a:buClr>
                <a:srgbClr val="002776"/>
              </a:buClr>
              <a:buFont typeface="Wingdings" panose="05000000000000000000" pitchFamily="2" charset="2"/>
              <a:buChar char="§"/>
            </a:pPr>
            <a:r>
              <a:rPr lang="en-AU" altLang="en-US" sz="3600" dirty="0">
                <a:solidFill>
                  <a:srgbClr val="001A4F"/>
                </a:solidFill>
              </a:rPr>
              <a:t>Ý </a:t>
            </a:r>
            <a:r>
              <a:rPr lang="en-AU" altLang="en-US" sz="3600" dirty="0" err="1">
                <a:solidFill>
                  <a:srgbClr val="001A4F"/>
                </a:solidFill>
              </a:rPr>
              <a:t>tưởng</a:t>
            </a:r>
            <a:endParaRPr lang="en-AU" altLang="en-US" sz="3600" dirty="0">
              <a:solidFill>
                <a:srgbClr val="001A4F"/>
              </a:solidFill>
            </a:endParaRPr>
          </a:p>
          <a:p>
            <a:pPr eaLnBrk="1" hangingPunct="1">
              <a:buClr>
                <a:srgbClr val="002776"/>
              </a:buClr>
              <a:buFont typeface="Wingdings" panose="05000000000000000000" pitchFamily="2" charset="2"/>
              <a:buChar char="§"/>
            </a:pPr>
            <a:r>
              <a:rPr lang="en-AU" altLang="en-US" sz="3600" dirty="0" err="1">
                <a:solidFill>
                  <a:srgbClr val="001A4F"/>
                </a:solidFill>
              </a:rPr>
              <a:t>Giải</a:t>
            </a:r>
            <a:r>
              <a:rPr lang="en-AU" altLang="en-US" sz="3600" dirty="0">
                <a:solidFill>
                  <a:srgbClr val="001A4F"/>
                </a:solidFill>
              </a:rPr>
              <a:t> </a:t>
            </a:r>
            <a:r>
              <a:rPr lang="en-AU" altLang="en-US" sz="3600" dirty="0" err="1">
                <a:solidFill>
                  <a:srgbClr val="001A4F"/>
                </a:solidFill>
              </a:rPr>
              <a:t>thuật</a:t>
            </a:r>
            <a:endParaRPr lang="en-AU" altLang="en-US" sz="3600" dirty="0">
              <a:solidFill>
                <a:srgbClr val="001A4F"/>
              </a:solidFill>
            </a:endParaRPr>
          </a:p>
          <a:p>
            <a:pPr eaLnBrk="1" hangingPunct="1">
              <a:buClr>
                <a:srgbClr val="002776"/>
              </a:buClr>
              <a:buFont typeface="Wingdings" panose="05000000000000000000" pitchFamily="2" charset="2"/>
              <a:buChar char="§"/>
            </a:pPr>
            <a:r>
              <a:rPr lang="en-AU" altLang="en-US" sz="3600" dirty="0">
                <a:solidFill>
                  <a:srgbClr val="001A4F"/>
                </a:solidFill>
              </a:rPr>
              <a:t>Minh </a:t>
            </a:r>
            <a:r>
              <a:rPr lang="en-AU" altLang="en-US" sz="3600" dirty="0" err="1">
                <a:solidFill>
                  <a:srgbClr val="001A4F"/>
                </a:solidFill>
              </a:rPr>
              <a:t>họa</a:t>
            </a:r>
            <a:endParaRPr lang="en-AU" altLang="en-US" sz="3600" dirty="0">
              <a:solidFill>
                <a:srgbClr val="001A4F"/>
              </a:solidFill>
            </a:endParaRPr>
          </a:p>
          <a:p>
            <a:pPr eaLnBrk="1" hangingPunct="1">
              <a:buClr>
                <a:srgbClr val="002776"/>
              </a:buClr>
              <a:buFont typeface="Wingdings" panose="05000000000000000000" pitchFamily="2" charset="2"/>
              <a:buChar char="§"/>
            </a:pPr>
            <a:r>
              <a:rPr lang="en-AU" altLang="en-US" sz="3600" dirty="0" err="1">
                <a:solidFill>
                  <a:srgbClr val="001A4F"/>
                </a:solidFill>
              </a:rPr>
              <a:t>Cài</a:t>
            </a:r>
            <a:r>
              <a:rPr lang="en-AU" altLang="en-US" sz="3600" dirty="0">
                <a:solidFill>
                  <a:srgbClr val="001A4F"/>
                </a:solidFill>
              </a:rPr>
              <a:t> </a:t>
            </a:r>
            <a:r>
              <a:rPr lang="en-AU" altLang="en-US" sz="3600" dirty="0" err="1">
                <a:solidFill>
                  <a:srgbClr val="001A4F"/>
                </a:solidFill>
              </a:rPr>
              <a:t>đặt</a:t>
            </a:r>
            <a:endParaRPr lang="en-AU" altLang="en-US" sz="3600" dirty="0">
              <a:solidFill>
                <a:srgbClr val="001A4F"/>
              </a:solidFill>
            </a:endParaRPr>
          </a:p>
          <a:p>
            <a:pPr eaLnBrk="1" hangingPunct="1">
              <a:buClr>
                <a:srgbClr val="002776"/>
              </a:buClr>
              <a:buFont typeface="Wingdings" panose="05000000000000000000" pitchFamily="2" charset="2"/>
              <a:buChar char="§"/>
            </a:pPr>
            <a:r>
              <a:rPr lang="en-AU" altLang="en-US" sz="3600" dirty="0" err="1">
                <a:solidFill>
                  <a:srgbClr val="001A4F"/>
                </a:solidFill>
              </a:rPr>
              <a:t>Đánh</a:t>
            </a:r>
            <a:r>
              <a:rPr lang="en-AU" altLang="en-US" sz="3600" dirty="0">
                <a:solidFill>
                  <a:srgbClr val="001A4F"/>
                </a:solidFill>
              </a:rPr>
              <a:t> </a:t>
            </a:r>
            <a:r>
              <a:rPr lang="en-AU" altLang="en-US" sz="3600" dirty="0" err="1">
                <a:solidFill>
                  <a:srgbClr val="001A4F"/>
                </a:solidFill>
              </a:rPr>
              <a:t>giá</a:t>
            </a:r>
            <a:endParaRPr lang="en-AU" altLang="en-US" sz="3600" dirty="0">
              <a:solidFill>
                <a:srgbClr val="001A4F"/>
              </a:solidFill>
            </a:endParaRPr>
          </a:p>
        </p:txBody>
      </p:sp>
      <p:sp>
        <p:nvSpPr>
          <p:cNvPr id="3687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latin typeface="Myriad Pro"/>
                <a:cs typeface="Myriad Pro"/>
              </a:rPr>
              <a:t>- </a:t>
            </a:r>
            <a:fld id="{9968315E-0A3A-47FE-B5A2-48C0C5A74A81}" type="slidenum">
              <a:rPr lang="vi-VN" altLang="en-US">
                <a:solidFill>
                  <a:schemeClr val="bg1"/>
                </a:solidFill>
                <a:latin typeface="Myriad Pro"/>
                <a:cs typeface="Myriad Pro"/>
              </a:rPr>
              <a:pPr eaLnBrk="1" hangingPunct="1"/>
              <a:t>13</a:t>
            </a:fld>
            <a:r>
              <a:rPr lang="en-US" altLang="en-US">
                <a:solidFill>
                  <a:schemeClr val="bg1"/>
                </a:solidFill>
                <a:latin typeface="Myriad Pro"/>
                <a:cs typeface="Myriad Pro"/>
              </a:rPr>
              <a:t> -</a:t>
            </a:r>
            <a:endParaRPr lang="vi-VN" altLang="en-US">
              <a:solidFill>
                <a:schemeClr val="bg1"/>
              </a:solidFill>
              <a:latin typeface="Myriad Pro"/>
              <a:cs typeface="Myriad Pro"/>
            </a:endParaRPr>
          </a:p>
        </p:txBody>
      </p:sp>
    </p:spTree>
    <p:extLst>
      <p:ext uri="{BB962C8B-B14F-4D97-AF65-F5344CB8AC3E}">
        <p14:creationId xmlns:p14="http://schemas.microsoft.com/office/powerpoint/2010/main" val="26040723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0" y="1"/>
            <a:ext cx="4572001" cy="981075"/>
          </a:xfrm>
        </p:spPr>
        <p:txBody>
          <a:bodyPr>
            <a:noAutofit/>
          </a:bodyPr>
          <a:lstStyle/>
          <a:p>
            <a:pPr eaLnBrk="1" hangingPunct="1">
              <a:defRPr/>
            </a:pPr>
            <a:r>
              <a:rPr lang="en-AU" dirty="0">
                <a:solidFill>
                  <a:srgbClr val="001A4F"/>
                </a:solidFill>
                <a:effectLst>
                  <a:outerShdw blurRad="38100" dist="38100" dir="2700000" algn="tl">
                    <a:srgbClr val="C0C0C0"/>
                  </a:outerShdw>
                </a:effectLst>
              </a:rPr>
              <a:t>Ý TƯỞNG</a:t>
            </a:r>
          </a:p>
        </p:txBody>
      </p:sp>
      <p:sp>
        <p:nvSpPr>
          <p:cNvPr id="37891" name="Content Placeholder 2"/>
          <p:cNvSpPr>
            <a:spLocks noGrp="1"/>
          </p:cNvSpPr>
          <p:nvPr>
            <p:ph idx="4294967295"/>
          </p:nvPr>
        </p:nvSpPr>
        <p:spPr>
          <a:xfrm>
            <a:off x="950260" y="1357314"/>
            <a:ext cx="10183906" cy="5024437"/>
          </a:xfrm>
          <a:prstGeom prst="rect">
            <a:avLst/>
          </a:prstGeom>
        </p:spPr>
        <p:txBody>
          <a:bodyPr>
            <a:normAutofit/>
          </a:bodyPr>
          <a:lstStyle/>
          <a:p>
            <a:pPr algn="just" eaLnBrk="1" hangingPunct="1">
              <a:buClr>
                <a:srgbClr val="002776"/>
              </a:buClr>
              <a:buFont typeface="Wingdings" panose="05000000000000000000" pitchFamily="2" charset="2"/>
              <a:buChar char="§"/>
            </a:pPr>
            <a:r>
              <a:rPr lang="en-AU" altLang="en-US" sz="4000" dirty="0" err="1">
                <a:solidFill>
                  <a:srgbClr val="001A4F"/>
                </a:solidFill>
              </a:rPr>
              <a:t>Điều</a:t>
            </a:r>
            <a:r>
              <a:rPr lang="en-AU" altLang="en-US" sz="4000" dirty="0">
                <a:solidFill>
                  <a:srgbClr val="001A4F"/>
                </a:solidFill>
              </a:rPr>
              <a:t> </a:t>
            </a:r>
            <a:r>
              <a:rPr lang="en-AU" altLang="en-US" sz="4000" dirty="0" err="1">
                <a:solidFill>
                  <a:srgbClr val="001A4F"/>
                </a:solidFill>
              </a:rPr>
              <a:t>kiện</a:t>
            </a:r>
            <a:r>
              <a:rPr lang="en-AU" altLang="en-US" sz="4000" dirty="0">
                <a:solidFill>
                  <a:srgbClr val="001A4F"/>
                </a:solidFill>
              </a:rPr>
              <a:t>: </a:t>
            </a:r>
            <a:r>
              <a:rPr lang="en-AU" altLang="en-US" sz="4000" dirty="0" err="1">
                <a:solidFill>
                  <a:srgbClr val="001A4F"/>
                </a:solidFill>
              </a:rPr>
              <a:t>danh</a:t>
            </a:r>
            <a:r>
              <a:rPr lang="en-AU" altLang="en-US" sz="4000" dirty="0">
                <a:solidFill>
                  <a:srgbClr val="001A4F"/>
                </a:solidFill>
              </a:rPr>
              <a:t> </a:t>
            </a:r>
            <a:r>
              <a:rPr lang="en-AU" altLang="en-US" sz="4000" dirty="0" err="1">
                <a:solidFill>
                  <a:srgbClr val="001A4F"/>
                </a:solidFill>
              </a:rPr>
              <a:t>sách</a:t>
            </a:r>
            <a:r>
              <a:rPr lang="en-AU" altLang="en-US" sz="4000" dirty="0">
                <a:solidFill>
                  <a:srgbClr val="001A4F"/>
                </a:solidFill>
              </a:rPr>
              <a:t> </a:t>
            </a:r>
            <a:r>
              <a:rPr lang="en-AU" altLang="en-US" sz="4000" dirty="0" err="1">
                <a:solidFill>
                  <a:srgbClr val="001A4F"/>
                </a:solidFill>
              </a:rPr>
              <a:t>phải</a:t>
            </a:r>
            <a:r>
              <a:rPr lang="en-AU" altLang="en-US" sz="4000" dirty="0">
                <a:solidFill>
                  <a:srgbClr val="001A4F"/>
                </a:solidFill>
              </a:rPr>
              <a:t> </a:t>
            </a:r>
            <a:r>
              <a:rPr lang="en-AU" altLang="en-US" sz="4000" dirty="0" err="1">
                <a:solidFill>
                  <a:srgbClr val="001A4F"/>
                </a:solidFill>
              </a:rPr>
              <a:t>có</a:t>
            </a:r>
            <a:r>
              <a:rPr lang="en-AU" altLang="en-US" sz="4000" dirty="0">
                <a:solidFill>
                  <a:srgbClr val="001A4F"/>
                </a:solidFill>
              </a:rPr>
              <a:t> </a:t>
            </a:r>
            <a:r>
              <a:rPr lang="en-AU" altLang="en-US" sz="4000" dirty="0" err="1">
                <a:solidFill>
                  <a:srgbClr val="001A4F"/>
                </a:solidFill>
              </a:rPr>
              <a:t>thứ</a:t>
            </a:r>
            <a:r>
              <a:rPr lang="en-AU" altLang="en-US" sz="4000" dirty="0">
                <a:solidFill>
                  <a:srgbClr val="001A4F"/>
                </a:solidFill>
              </a:rPr>
              <a:t> </a:t>
            </a:r>
            <a:r>
              <a:rPr lang="en-AU" altLang="en-US" sz="4000" dirty="0" err="1">
                <a:solidFill>
                  <a:srgbClr val="001A4F"/>
                </a:solidFill>
              </a:rPr>
              <a:t>tự</a:t>
            </a:r>
            <a:r>
              <a:rPr lang="en-AU" altLang="en-US" sz="4000" dirty="0">
                <a:solidFill>
                  <a:srgbClr val="001A4F"/>
                </a:solidFill>
              </a:rPr>
              <a:t>.</a:t>
            </a:r>
          </a:p>
          <a:p>
            <a:pPr algn="just" eaLnBrk="1" hangingPunct="1">
              <a:buClr>
                <a:srgbClr val="002776"/>
              </a:buClr>
              <a:buFont typeface="Wingdings" panose="05000000000000000000" pitchFamily="2" charset="2"/>
              <a:buChar char="§"/>
            </a:pPr>
            <a:r>
              <a:rPr lang="en-AU" altLang="en-US" sz="4000" dirty="0">
                <a:solidFill>
                  <a:srgbClr val="001A4F"/>
                </a:solidFill>
              </a:rPr>
              <a:t>So </a:t>
            </a:r>
            <a:r>
              <a:rPr lang="en-AU" altLang="en-US" sz="4000" dirty="0" err="1">
                <a:solidFill>
                  <a:srgbClr val="001A4F"/>
                </a:solidFill>
              </a:rPr>
              <a:t>sánh</a:t>
            </a:r>
            <a:r>
              <a:rPr lang="en-AU" altLang="en-US" sz="4000" dirty="0">
                <a:solidFill>
                  <a:srgbClr val="001A4F"/>
                </a:solidFill>
              </a:rPr>
              <a:t> </a:t>
            </a:r>
            <a:r>
              <a:rPr lang="en-AU" altLang="en-US" sz="4000" dirty="0" err="1">
                <a:solidFill>
                  <a:srgbClr val="001A4F"/>
                </a:solidFill>
              </a:rPr>
              <a:t>giá</a:t>
            </a:r>
            <a:r>
              <a:rPr lang="en-AU" altLang="en-US" sz="4000" dirty="0">
                <a:solidFill>
                  <a:srgbClr val="001A4F"/>
                </a:solidFill>
              </a:rPr>
              <a:t> </a:t>
            </a:r>
            <a:r>
              <a:rPr lang="en-AU" altLang="en-US" sz="4000" dirty="0" err="1">
                <a:solidFill>
                  <a:srgbClr val="001A4F"/>
                </a:solidFill>
              </a:rPr>
              <a:t>trị</a:t>
            </a:r>
            <a:r>
              <a:rPr lang="en-AU" altLang="en-US" sz="4000" dirty="0">
                <a:solidFill>
                  <a:srgbClr val="001A4F"/>
                </a:solidFill>
              </a:rPr>
              <a:t> </a:t>
            </a:r>
            <a:r>
              <a:rPr lang="en-AU" altLang="en-US" sz="4000" dirty="0" err="1">
                <a:solidFill>
                  <a:srgbClr val="001A4F"/>
                </a:solidFill>
              </a:rPr>
              <a:t>muốn</a:t>
            </a:r>
            <a:r>
              <a:rPr lang="en-AU" altLang="en-US" sz="4000" dirty="0">
                <a:solidFill>
                  <a:srgbClr val="001A4F"/>
                </a:solidFill>
              </a:rPr>
              <a:t> </a:t>
            </a:r>
            <a:r>
              <a:rPr lang="en-AU" altLang="en-US" sz="4000" dirty="0" err="1">
                <a:solidFill>
                  <a:srgbClr val="001A4F"/>
                </a:solidFill>
              </a:rPr>
              <a:t>tìm</a:t>
            </a:r>
            <a:r>
              <a:rPr lang="en-AU" altLang="en-US" sz="4000" dirty="0">
                <a:solidFill>
                  <a:srgbClr val="001A4F"/>
                </a:solidFill>
              </a:rPr>
              <a:t> X </a:t>
            </a:r>
            <a:r>
              <a:rPr lang="en-AU" altLang="en-US" sz="4000" dirty="0" err="1">
                <a:solidFill>
                  <a:srgbClr val="001A4F"/>
                </a:solidFill>
              </a:rPr>
              <a:t>với</a:t>
            </a:r>
            <a:r>
              <a:rPr lang="en-AU" altLang="en-US" sz="4000" dirty="0">
                <a:solidFill>
                  <a:srgbClr val="001A4F"/>
                </a:solidFill>
              </a:rPr>
              <a:t> </a:t>
            </a:r>
            <a:r>
              <a:rPr lang="en-AU" altLang="en-US" sz="4000" dirty="0" err="1">
                <a:solidFill>
                  <a:srgbClr val="001A4F"/>
                </a:solidFill>
              </a:rPr>
              <a:t>phần</a:t>
            </a:r>
            <a:r>
              <a:rPr lang="en-AU" altLang="en-US" sz="4000" dirty="0">
                <a:solidFill>
                  <a:srgbClr val="001A4F"/>
                </a:solidFill>
              </a:rPr>
              <a:t> </a:t>
            </a:r>
            <a:r>
              <a:rPr lang="en-AU" altLang="en-US" sz="4000" dirty="0" err="1">
                <a:solidFill>
                  <a:srgbClr val="001A4F"/>
                </a:solidFill>
              </a:rPr>
              <a:t>tử</a:t>
            </a:r>
            <a:r>
              <a:rPr lang="en-AU" altLang="en-US" sz="4000" dirty="0">
                <a:solidFill>
                  <a:srgbClr val="001A4F"/>
                </a:solidFill>
              </a:rPr>
              <a:t> </a:t>
            </a:r>
            <a:r>
              <a:rPr lang="en-AU" altLang="en-US" sz="4000" dirty="0" err="1">
                <a:solidFill>
                  <a:srgbClr val="001A4F"/>
                </a:solidFill>
              </a:rPr>
              <a:t>nằm</a:t>
            </a:r>
            <a:r>
              <a:rPr lang="en-AU" altLang="en-US" sz="4000" dirty="0">
                <a:solidFill>
                  <a:srgbClr val="001A4F"/>
                </a:solidFill>
              </a:rPr>
              <a:t> ở </a:t>
            </a:r>
            <a:r>
              <a:rPr lang="en-AU" altLang="en-US" sz="4000" dirty="0" err="1">
                <a:solidFill>
                  <a:srgbClr val="001A4F"/>
                </a:solidFill>
              </a:rPr>
              <a:t>vị</a:t>
            </a:r>
            <a:r>
              <a:rPr lang="en-AU" altLang="en-US" sz="4000" dirty="0">
                <a:solidFill>
                  <a:srgbClr val="001A4F"/>
                </a:solidFill>
              </a:rPr>
              <a:t> </a:t>
            </a:r>
            <a:r>
              <a:rPr lang="en-AU" altLang="en-US" sz="4000" dirty="0" err="1">
                <a:solidFill>
                  <a:srgbClr val="001A4F"/>
                </a:solidFill>
              </a:rPr>
              <a:t>trí</a:t>
            </a:r>
            <a:r>
              <a:rPr lang="en-AU" altLang="en-US" sz="4000" dirty="0">
                <a:solidFill>
                  <a:srgbClr val="001A4F"/>
                </a:solidFill>
              </a:rPr>
              <a:t> </a:t>
            </a:r>
            <a:r>
              <a:rPr lang="en-AU" altLang="en-US" sz="4000" dirty="0" err="1">
                <a:solidFill>
                  <a:srgbClr val="001A4F"/>
                </a:solidFill>
              </a:rPr>
              <a:t>giữa</a:t>
            </a:r>
            <a:r>
              <a:rPr lang="en-AU" altLang="en-US" sz="4000" dirty="0">
                <a:solidFill>
                  <a:srgbClr val="001A4F"/>
                </a:solidFill>
              </a:rPr>
              <a:t> </a:t>
            </a:r>
            <a:r>
              <a:rPr lang="en-AU" altLang="en-US" sz="4000" dirty="0" err="1">
                <a:solidFill>
                  <a:srgbClr val="001A4F"/>
                </a:solidFill>
              </a:rPr>
              <a:t>của</a:t>
            </a:r>
            <a:r>
              <a:rPr lang="en-AU" altLang="en-US" sz="4000" dirty="0">
                <a:solidFill>
                  <a:srgbClr val="001A4F"/>
                </a:solidFill>
              </a:rPr>
              <a:t> </a:t>
            </a:r>
            <a:r>
              <a:rPr lang="en-AU" altLang="en-US" sz="4000" dirty="0" err="1">
                <a:solidFill>
                  <a:srgbClr val="001A4F"/>
                </a:solidFill>
              </a:rPr>
              <a:t>danh</a:t>
            </a:r>
            <a:r>
              <a:rPr lang="en-AU" altLang="en-US" sz="4000" dirty="0">
                <a:solidFill>
                  <a:srgbClr val="001A4F"/>
                </a:solidFill>
              </a:rPr>
              <a:t> </a:t>
            </a:r>
            <a:r>
              <a:rPr lang="en-AU" altLang="en-US" sz="4000" dirty="0" err="1">
                <a:solidFill>
                  <a:srgbClr val="001A4F"/>
                </a:solidFill>
              </a:rPr>
              <a:t>sách</a:t>
            </a:r>
            <a:r>
              <a:rPr lang="en-AU" altLang="en-US" sz="4000" dirty="0">
                <a:solidFill>
                  <a:srgbClr val="001A4F"/>
                </a:solidFill>
              </a:rPr>
              <a:t>:</a:t>
            </a:r>
          </a:p>
          <a:p>
            <a:pPr lvl="1" algn="just" eaLnBrk="1" hangingPunct="1">
              <a:buClr>
                <a:srgbClr val="002776"/>
              </a:buClr>
              <a:buFont typeface="Wingdings" panose="05000000000000000000" pitchFamily="2" charset="2"/>
              <a:buChar char="§"/>
            </a:pPr>
            <a:r>
              <a:rPr lang="en-AU" altLang="en-US" sz="3600" dirty="0" err="1">
                <a:solidFill>
                  <a:srgbClr val="001A4F"/>
                </a:solidFill>
              </a:rPr>
              <a:t>Nếu</a:t>
            </a:r>
            <a:r>
              <a:rPr lang="en-AU" altLang="en-US" sz="3600" dirty="0">
                <a:solidFill>
                  <a:srgbClr val="001A4F"/>
                </a:solidFill>
              </a:rPr>
              <a:t> </a:t>
            </a:r>
            <a:r>
              <a:rPr lang="en-AU" altLang="en-US" sz="3600" dirty="0" err="1">
                <a:solidFill>
                  <a:srgbClr val="001A4F"/>
                </a:solidFill>
              </a:rPr>
              <a:t>bằng</a:t>
            </a:r>
            <a:r>
              <a:rPr lang="en-AU" altLang="en-US" sz="3600" dirty="0">
                <a:solidFill>
                  <a:srgbClr val="001A4F"/>
                </a:solidFill>
              </a:rPr>
              <a:t>, </a:t>
            </a:r>
            <a:r>
              <a:rPr lang="en-AU" altLang="en-US" sz="3600" dirty="0" err="1">
                <a:solidFill>
                  <a:srgbClr val="001A4F"/>
                </a:solidFill>
              </a:rPr>
              <a:t>tìm</a:t>
            </a:r>
            <a:r>
              <a:rPr lang="en-AU" altLang="en-US" sz="3600" dirty="0">
                <a:solidFill>
                  <a:srgbClr val="001A4F"/>
                </a:solidFill>
              </a:rPr>
              <a:t> </a:t>
            </a:r>
            <a:r>
              <a:rPr lang="en-AU" altLang="en-US" sz="3600" dirty="0" err="1">
                <a:solidFill>
                  <a:srgbClr val="001A4F"/>
                </a:solidFill>
              </a:rPr>
              <a:t>kiếm</a:t>
            </a:r>
            <a:r>
              <a:rPr lang="en-AU" altLang="en-US" sz="3600" dirty="0">
                <a:solidFill>
                  <a:srgbClr val="001A4F"/>
                </a:solidFill>
              </a:rPr>
              <a:t> </a:t>
            </a:r>
            <a:r>
              <a:rPr lang="en-AU" altLang="en-US" sz="3600" dirty="0" err="1">
                <a:solidFill>
                  <a:srgbClr val="001A4F"/>
                </a:solidFill>
              </a:rPr>
              <a:t>dừng</a:t>
            </a:r>
            <a:r>
              <a:rPr lang="en-AU" altLang="en-US" sz="3600" dirty="0">
                <a:solidFill>
                  <a:srgbClr val="001A4F"/>
                </a:solidFill>
              </a:rPr>
              <a:t> </a:t>
            </a:r>
            <a:r>
              <a:rPr lang="en-AU" altLang="en-US" sz="3600" dirty="0" err="1">
                <a:solidFill>
                  <a:srgbClr val="001A4F"/>
                </a:solidFill>
              </a:rPr>
              <a:t>lại</a:t>
            </a:r>
            <a:r>
              <a:rPr lang="en-AU" altLang="en-US" sz="3600" dirty="0">
                <a:solidFill>
                  <a:srgbClr val="001A4F"/>
                </a:solidFill>
              </a:rPr>
              <a:t> (</a:t>
            </a:r>
            <a:r>
              <a:rPr lang="en-AU" altLang="en-US" sz="3600" dirty="0" err="1">
                <a:solidFill>
                  <a:srgbClr val="001A4F"/>
                </a:solidFill>
              </a:rPr>
              <a:t>thành</a:t>
            </a:r>
            <a:r>
              <a:rPr lang="en-AU" altLang="en-US" sz="3600" dirty="0">
                <a:solidFill>
                  <a:srgbClr val="001A4F"/>
                </a:solidFill>
              </a:rPr>
              <a:t> </a:t>
            </a:r>
            <a:r>
              <a:rPr lang="en-AU" altLang="en-US" sz="3600" dirty="0" err="1">
                <a:solidFill>
                  <a:srgbClr val="001A4F"/>
                </a:solidFill>
              </a:rPr>
              <a:t>công</a:t>
            </a:r>
            <a:r>
              <a:rPr lang="en-AU" altLang="en-US" sz="3600" dirty="0">
                <a:solidFill>
                  <a:srgbClr val="001A4F"/>
                </a:solidFill>
              </a:rPr>
              <a:t>).</a:t>
            </a:r>
          </a:p>
          <a:p>
            <a:pPr lvl="1" algn="just" eaLnBrk="1" hangingPunct="1">
              <a:buClr>
                <a:srgbClr val="002776"/>
              </a:buClr>
              <a:buFont typeface="Wingdings" panose="05000000000000000000" pitchFamily="2" charset="2"/>
              <a:buChar char="§"/>
            </a:pPr>
            <a:r>
              <a:rPr lang="vi-VN" altLang="en-US" sz="3600" dirty="0">
                <a:solidFill>
                  <a:srgbClr val="001A4F"/>
                </a:solidFill>
              </a:rPr>
              <a:t>Nếu X lớn hơn thì tiếp tục tìm kiếm ở phần danh sách bên phải phần tử giữa</a:t>
            </a:r>
            <a:r>
              <a:rPr lang="en-US" altLang="en-US" sz="3600" dirty="0">
                <a:solidFill>
                  <a:srgbClr val="001A4F"/>
                </a:solidFill>
              </a:rPr>
              <a:t>.</a:t>
            </a:r>
          </a:p>
          <a:p>
            <a:pPr lvl="1" algn="just" eaLnBrk="1" hangingPunct="1">
              <a:buClr>
                <a:srgbClr val="002776"/>
              </a:buClr>
              <a:buFont typeface="Wingdings" panose="05000000000000000000" pitchFamily="2" charset="2"/>
              <a:buChar char="§"/>
            </a:pPr>
            <a:r>
              <a:rPr lang="vi-VN" altLang="en-US" sz="3600" dirty="0">
                <a:solidFill>
                  <a:srgbClr val="001A4F"/>
                </a:solidFill>
              </a:rPr>
              <a:t>Nếu X nhỏ hơn thì tiếp tục tìm kiếm ở phần danh sách bên trái phần tử giữa</a:t>
            </a:r>
            <a:r>
              <a:rPr lang="en-US" altLang="en-US" sz="3600" dirty="0">
                <a:solidFill>
                  <a:srgbClr val="001A4F"/>
                </a:solidFill>
              </a:rPr>
              <a:t>.</a:t>
            </a:r>
            <a:endParaRPr lang="en-AU" altLang="en-US" sz="3600" dirty="0">
              <a:solidFill>
                <a:srgbClr val="001A4F"/>
              </a:solidFill>
            </a:endParaRPr>
          </a:p>
        </p:txBody>
      </p:sp>
      <p:sp>
        <p:nvSpPr>
          <p:cNvPr id="37894"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latin typeface="Myriad Pro"/>
                <a:cs typeface="Myriad Pro"/>
              </a:rPr>
              <a:t>- </a:t>
            </a:r>
            <a:fld id="{E276EB8B-B6CA-4B90-9AAB-98257315386A}" type="slidenum">
              <a:rPr lang="vi-VN" altLang="en-US">
                <a:solidFill>
                  <a:schemeClr val="bg1"/>
                </a:solidFill>
                <a:latin typeface="Myriad Pro"/>
                <a:cs typeface="Myriad Pro"/>
              </a:rPr>
              <a:pPr eaLnBrk="1" hangingPunct="1"/>
              <a:t>14</a:t>
            </a:fld>
            <a:r>
              <a:rPr lang="en-US" altLang="en-US">
                <a:solidFill>
                  <a:schemeClr val="bg1"/>
                </a:solidFill>
                <a:latin typeface="Myriad Pro"/>
                <a:cs typeface="Myriad Pro"/>
              </a:rPr>
              <a:t> -</a:t>
            </a:r>
            <a:endParaRPr lang="vi-VN" altLang="en-US">
              <a:solidFill>
                <a:schemeClr val="bg1"/>
              </a:solidFill>
              <a:latin typeface="Myriad Pro"/>
              <a:cs typeface="Myriad Pro"/>
            </a:endParaRPr>
          </a:p>
        </p:txBody>
      </p:sp>
    </p:spTree>
    <p:extLst>
      <p:ext uri="{BB962C8B-B14F-4D97-AF65-F5344CB8AC3E}">
        <p14:creationId xmlns:p14="http://schemas.microsoft.com/office/powerpoint/2010/main" val="31025974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0" y="1"/>
            <a:ext cx="4572001" cy="981075"/>
          </a:xfrm>
        </p:spPr>
        <p:txBody>
          <a:bodyPr>
            <a:noAutofit/>
          </a:bodyPr>
          <a:lstStyle/>
          <a:p>
            <a:pPr eaLnBrk="1" hangingPunct="1">
              <a:defRPr/>
            </a:pPr>
            <a:r>
              <a:rPr lang="en-AU" dirty="0">
                <a:solidFill>
                  <a:srgbClr val="001A4F"/>
                </a:solidFill>
                <a:effectLst>
                  <a:outerShdw blurRad="38100" dist="38100" dir="2700000" algn="tl">
                    <a:srgbClr val="C0C0C0"/>
                  </a:outerShdw>
                </a:effectLst>
              </a:rPr>
              <a:t>GIẢI THUẬT</a:t>
            </a:r>
          </a:p>
        </p:txBody>
      </p:sp>
      <p:sp>
        <p:nvSpPr>
          <p:cNvPr id="38915" name="Content Placeholder 2"/>
          <p:cNvSpPr>
            <a:spLocks noGrp="1"/>
          </p:cNvSpPr>
          <p:nvPr>
            <p:ph idx="4294967295"/>
          </p:nvPr>
        </p:nvSpPr>
        <p:spPr>
          <a:xfrm>
            <a:off x="878542" y="1357314"/>
            <a:ext cx="10627658" cy="5024437"/>
          </a:xfrm>
          <a:prstGeom prst="rect">
            <a:avLst/>
          </a:prstGeom>
        </p:spPr>
        <p:txBody>
          <a:bodyPr>
            <a:normAutofit/>
          </a:bodyPr>
          <a:lstStyle/>
          <a:p>
            <a:pPr eaLnBrk="1" hangingPunct="1">
              <a:buClr>
                <a:srgbClr val="002776"/>
              </a:buClr>
              <a:buFont typeface="Wingdings" panose="05000000000000000000" pitchFamily="2" charset="2"/>
              <a:buChar char="§"/>
            </a:pPr>
            <a:r>
              <a:rPr lang="en-AU" altLang="en-US" sz="3200" dirty="0">
                <a:solidFill>
                  <a:srgbClr val="001A4F"/>
                </a:solidFill>
              </a:rPr>
              <a:t>B1: Left = 0, Right = n-1</a:t>
            </a:r>
          </a:p>
          <a:p>
            <a:pPr eaLnBrk="1" hangingPunct="1">
              <a:buClr>
                <a:srgbClr val="002776"/>
              </a:buClr>
              <a:buFont typeface="Wingdings" panose="05000000000000000000" pitchFamily="2" charset="2"/>
              <a:buChar char="§"/>
            </a:pPr>
            <a:r>
              <a:rPr lang="en-AU" altLang="en-US" sz="3200" dirty="0">
                <a:solidFill>
                  <a:srgbClr val="001A4F"/>
                </a:solidFill>
              </a:rPr>
              <a:t>B2: Mid = (</a:t>
            </a:r>
            <a:r>
              <a:rPr lang="en-AU" altLang="en-US" sz="3200" dirty="0" err="1">
                <a:solidFill>
                  <a:srgbClr val="001A4F"/>
                </a:solidFill>
              </a:rPr>
              <a:t>Left+Right</a:t>
            </a:r>
            <a:r>
              <a:rPr lang="en-AU" altLang="en-US" sz="3200" dirty="0">
                <a:solidFill>
                  <a:srgbClr val="001A4F"/>
                </a:solidFill>
              </a:rPr>
              <a:t>)/2  //</a:t>
            </a:r>
            <a:r>
              <a:rPr lang="en-AU" altLang="en-US" sz="3200" dirty="0" err="1">
                <a:solidFill>
                  <a:srgbClr val="001A4F"/>
                </a:solidFill>
              </a:rPr>
              <a:t>lấy</a:t>
            </a:r>
            <a:r>
              <a:rPr lang="en-AU" altLang="en-US" sz="3200" dirty="0">
                <a:solidFill>
                  <a:srgbClr val="001A4F"/>
                </a:solidFill>
              </a:rPr>
              <a:t> </a:t>
            </a:r>
            <a:r>
              <a:rPr lang="en-AU" altLang="en-US" sz="3200" dirty="0" err="1">
                <a:solidFill>
                  <a:srgbClr val="001A4F"/>
                </a:solidFill>
              </a:rPr>
              <a:t>vị</a:t>
            </a:r>
            <a:r>
              <a:rPr lang="en-AU" altLang="en-US" sz="3200" dirty="0">
                <a:solidFill>
                  <a:srgbClr val="001A4F"/>
                </a:solidFill>
              </a:rPr>
              <a:t> </a:t>
            </a:r>
            <a:r>
              <a:rPr lang="en-AU" altLang="en-US" sz="3200" dirty="0" err="1">
                <a:solidFill>
                  <a:srgbClr val="001A4F"/>
                </a:solidFill>
              </a:rPr>
              <a:t>trí</a:t>
            </a:r>
            <a:r>
              <a:rPr lang="en-AU" altLang="en-US" sz="3200" dirty="0">
                <a:solidFill>
                  <a:srgbClr val="001A4F"/>
                </a:solidFill>
              </a:rPr>
              <a:t> </a:t>
            </a:r>
            <a:r>
              <a:rPr lang="en-AU" altLang="en-US" sz="3200" dirty="0" err="1">
                <a:solidFill>
                  <a:srgbClr val="001A4F"/>
                </a:solidFill>
              </a:rPr>
              <a:t>cận</a:t>
            </a:r>
            <a:r>
              <a:rPr lang="en-AU" altLang="en-US" sz="3200" dirty="0">
                <a:solidFill>
                  <a:srgbClr val="001A4F"/>
                </a:solidFill>
              </a:rPr>
              <a:t> </a:t>
            </a:r>
            <a:r>
              <a:rPr lang="en-AU" altLang="en-US" sz="3200" dirty="0" err="1">
                <a:solidFill>
                  <a:srgbClr val="001A4F"/>
                </a:solidFill>
              </a:rPr>
              <a:t>giữa</a:t>
            </a:r>
            <a:endParaRPr lang="en-AU" altLang="en-US" sz="3200" dirty="0">
              <a:solidFill>
                <a:srgbClr val="001A4F"/>
              </a:solidFill>
            </a:endParaRPr>
          </a:p>
          <a:p>
            <a:pPr eaLnBrk="1" hangingPunct="1">
              <a:buClr>
                <a:srgbClr val="002776"/>
              </a:buClr>
              <a:buFont typeface="Wingdings" panose="05000000000000000000" pitchFamily="2" charset="2"/>
              <a:buChar char="§"/>
            </a:pPr>
            <a:r>
              <a:rPr lang="en-AU" altLang="en-US" sz="3200" dirty="0">
                <a:solidFill>
                  <a:srgbClr val="001A4F"/>
                </a:solidFill>
              </a:rPr>
              <a:t>B3: </a:t>
            </a:r>
            <a:r>
              <a:rPr lang="vi-VN" altLang="en-US" sz="3200" dirty="0">
                <a:solidFill>
                  <a:srgbClr val="001A4F"/>
                </a:solidFill>
              </a:rPr>
              <a:t>So sánh X với </a:t>
            </a:r>
            <a:r>
              <a:rPr lang="en-US" altLang="en-US" sz="3200" dirty="0">
                <a:solidFill>
                  <a:srgbClr val="001A4F"/>
                </a:solidFill>
              </a:rPr>
              <a:t>a</a:t>
            </a:r>
            <a:r>
              <a:rPr lang="vi-VN" altLang="en-US" sz="3200" dirty="0">
                <a:solidFill>
                  <a:srgbClr val="001A4F"/>
                </a:solidFill>
              </a:rPr>
              <a:t>[Mid], có 3 khả năng xảy ra:</a:t>
            </a:r>
            <a:endParaRPr lang="en-US" altLang="en-US" sz="3200" dirty="0">
              <a:solidFill>
                <a:srgbClr val="001A4F"/>
              </a:solidFill>
            </a:endParaRPr>
          </a:p>
          <a:p>
            <a:pPr lvl="1" eaLnBrk="1" hangingPunct="1">
              <a:buClr>
                <a:srgbClr val="002776"/>
              </a:buClr>
              <a:buFont typeface="Wingdings" panose="05000000000000000000" pitchFamily="2" charset="2"/>
              <a:buChar char="§"/>
            </a:pPr>
            <a:r>
              <a:rPr lang="en-AU" altLang="en-US" sz="2800" dirty="0">
                <a:solidFill>
                  <a:srgbClr val="001A4F"/>
                </a:solidFill>
              </a:rPr>
              <a:t>a[Mid] = X // </a:t>
            </a:r>
            <a:r>
              <a:rPr lang="en-AU" altLang="en-US" sz="2800" dirty="0" err="1">
                <a:solidFill>
                  <a:srgbClr val="001A4F"/>
                </a:solidFill>
              </a:rPr>
              <a:t>tìm</a:t>
            </a:r>
            <a:r>
              <a:rPr lang="en-AU" altLang="en-US" sz="2800" dirty="0">
                <a:solidFill>
                  <a:srgbClr val="001A4F"/>
                </a:solidFill>
              </a:rPr>
              <a:t> </a:t>
            </a:r>
            <a:r>
              <a:rPr lang="en-AU" altLang="en-US" sz="2800" dirty="0" err="1">
                <a:solidFill>
                  <a:srgbClr val="001A4F"/>
                </a:solidFill>
              </a:rPr>
              <a:t>thấy</a:t>
            </a:r>
            <a:r>
              <a:rPr lang="en-AU" altLang="en-US" sz="2800" dirty="0">
                <a:solidFill>
                  <a:srgbClr val="001A4F"/>
                </a:solidFill>
              </a:rPr>
              <a:t> </a:t>
            </a:r>
            <a:r>
              <a:rPr lang="en-AU" altLang="en-US" sz="2800" dirty="0">
                <a:solidFill>
                  <a:srgbClr val="001A4F"/>
                </a:solidFill>
                <a:sym typeface="Wingdings" panose="05000000000000000000" pitchFamily="2" charset="2"/>
              </a:rPr>
              <a:t></a:t>
            </a:r>
            <a:r>
              <a:rPr lang="en-AU" altLang="en-US" sz="2800" dirty="0">
                <a:solidFill>
                  <a:srgbClr val="001A4F"/>
                </a:solidFill>
              </a:rPr>
              <a:t> </a:t>
            </a:r>
            <a:r>
              <a:rPr lang="en-AU" altLang="en-US" sz="2800" dirty="0" err="1">
                <a:solidFill>
                  <a:srgbClr val="001A4F"/>
                </a:solidFill>
              </a:rPr>
              <a:t>dừng</a:t>
            </a:r>
            <a:r>
              <a:rPr lang="en-AU" altLang="en-US" sz="2800" dirty="0">
                <a:solidFill>
                  <a:srgbClr val="001A4F"/>
                </a:solidFill>
              </a:rPr>
              <a:t> </a:t>
            </a:r>
            <a:r>
              <a:rPr lang="en-AU" altLang="en-US" sz="2800" dirty="0" err="1">
                <a:solidFill>
                  <a:srgbClr val="001A4F"/>
                </a:solidFill>
              </a:rPr>
              <a:t>thuật</a:t>
            </a:r>
            <a:r>
              <a:rPr lang="en-AU" altLang="en-US" sz="2800" dirty="0">
                <a:solidFill>
                  <a:srgbClr val="001A4F"/>
                </a:solidFill>
              </a:rPr>
              <a:t> </a:t>
            </a:r>
            <a:r>
              <a:rPr lang="en-AU" altLang="en-US" sz="2800" dirty="0" err="1">
                <a:solidFill>
                  <a:srgbClr val="001A4F"/>
                </a:solidFill>
              </a:rPr>
              <a:t>toán</a:t>
            </a:r>
            <a:endParaRPr lang="en-AU" altLang="en-US" sz="2800" dirty="0">
              <a:solidFill>
                <a:srgbClr val="001A4F"/>
              </a:solidFill>
            </a:endParaRPr>
          </a:p>
          <a:p>
            <a:pPr lvl="1" eaLnBrk="1" hangingPunct="1">
              <a:buClr>
                <a:srgbClr val="002776"/>
              </a:buClr>
              <a:buFont typeface="Wingdings" panose="05000000000000000000" pitchFamily="2" charset="2"/>
              <a:buChar char="§"/>
            </a:pPr>
            <a:r>
              <a:rPr lang="en-US" altLang="en-US" sz="2800" dirty="0">
                <a:solidFill>
                  <a:srgbClr val="001A4F"/>
                </a:solidFill>
              </a:rPr>
              <a:t>a[Mid] &gt; X: Right=Mid-1 //</a:t>
            </a:r>
            <a:r>
              <a:rPr lang="en-US" altLang="en-US" sz="2800" dirty="0" err="1">
                <a:solidFill>
                  <a:srgbClr val="001A4F"/>
                </a:solidFill>
              </a:rPr>
              <a:t>tiếp</a:t>
            </a:r>
            <a:r>
              <a:rPr lang="en-US" altLang="en-US" sz="2800" dirty="0">
                <a:solidFill>
                  <a:srgbClr val="001A4F"/>
                </a:solidFill>
              </a:rPr>
              <a:t> </a:t>
            </a:r>
            <a:r>
              <a:rPr lang="en-US" altLang="en-US" sz="2800" dirty="0" err="1">
                <a:solidFill>
                  <a:srgbClr val="001A4F"/>
                </a:solidFill>
              </a:rPr>
              <a:t>tục</a:t>
            </a:r>
            <a:r>
              <a:rPr lang="en-US" altLang="en-US" sz="2800" dirty="0">
                <a:solidFill>
                  <a:srgbClr val="001A4F"/>
                </a:solidFill>
              </a:rPr>
              <a:t> </a:t>
            </a:r>
            <a:r>
              <a:rPr lang="en-US" altLang="en-US" sz="2800" dirty="0" err="1">
                <a:solidFill>
                  <a:srgbClr val="001A4F"/>
                </a:solidFill>
              </a:rPr>
              <a:t>tìm</a:t>
            </a:r>
            <a:r>
              <a:rPr lang="en-US" altLang="en-US" sz="2800" dirty="0">
                <a:solidFill>
                  <a:srgbClr val="001A4F"/>
                </a:solidFill>
              </a:rPr>
              <a:t> </a:t>
            </a:r>
            <a:r>
              <a:rPr lang="en-US" altLang="en-US" sz="2800" dirty="0" err="1">
                <a:solidFill>
                  <a:srgbClr val="001A4F"/>
                </a:solidFill>
              </a:rPr>
              <a:t>trong</a:t>
            </a:r>
            <a:r>
              <a:rPr lang="en-US" altLang="en-US" sz="2800" dirty="0">
                <a:solidFill>
                  <a:srgbClr val="001A4F"/>
                </a:solidFill>
              </a:rPr>
              <a:t> </a:t>
            </a:r>
            <a:r>
              <a:rPr lang="en-US" altLang="en-US" sz="2800" dirty="0" err="1">
                <a:solidFill>
                  <a:srgbClr val="001A4F"/>
                </a:solidFill>
              </a:rPr>
              <a:t>dãy</a:t>
            </a:r>
            <a:r>
              <a:rPr lang="en-US" altLang="en-US" sz="2800" dirty="0">
                <a:solidFill>
                  <a:srgbClr val="001A4F"/>
                </a:solidFill>
              </a:rPr>
              <a:t> a[0]…a[Mid-1]</a:t>
            </a:r>
          </a:p>
          <a:p>
            <a:pPr lvl="1" eaLnBrk="1" hangingPunct="1">
              <a:buClr>
                <a:srgbClr val="002776"/>
              </a:buClr>
              <a:buFont typeface="Wingdings" panose="05000000000000000000" pitchFamily="2" charset="2"/>
              <a:buChar char="§"/>
            </a:pPr>
            <a:r>
              <a:rPr lang="en-US" altLang="en-US" sz="2800" dirty="0">
                <a:solidFill>
                  <a:srgbClr val="001A4F"/>
                </a:solidFill>
              </a:rPr>
              <a:t>a[Mid] &lt; X: Left=Mid+1 //</a:t>
            </a:r>
            <a:r>
              <a:rPr lang="en-US" altLang="en-US" sz="2800" dirty="0" err="1">
                <a:solidFill>
                  <a:srgbClr val="001A4F"/>
                </a:solidFill>
              </a:rPr>
              <a:t>tiếp</a:t>
            </a:r>
            <a:r>
              <a:rPr lang="en-US" altLang="en-US" sz="2800" dirty="0">
                <a:solidFill>
                  <a:srgbClr val="001A4F"/>
                </a:solidFill>
              </a:rPr>
              <a:t> </a:t>
            </a:r>
            <a:r>
              <a:rPr lang="en-US" altLang="en-US" sz="2800" dirty="0" err="1">
                <a:solidFill>
                  <a:srgbClr val="001A4F"/>
                </a:solidFill>
              </a:rPr>
              <a:t>tục</a:t>
            </a:r>
            <a:r>
              <a:rPr lang="en-US" altLang="en-US" sz="2800" dirty="0">
                <a:solidFill>
                  <a:srgbClr val="001A4F"/>
                </a:solidFill>
              </a:rPr>
              <a:t> </a:t>
            </a:r>
            <a:r>
              <a:rPr lang="en-US" altLang="en-US" sz="2800" dirty="0" err="1">
                <a:solidFill>
                  <a:srgbClr val="001A4F"/>
                </a:solidFill>
              </a:rPr>
              <a:t>tìm</a:t>
            </a:r>
            <a:r>
              <a:rPr lang="en-US" altLang="en-US" sz="2800" dirty="0">
                <a:solidFill>
                  <a:srgbClr val="001A4F"/>
                </a:solidFill>
              </a:rPr>
              <a:t> </a:t>
            </a:r>
            <a:r>
              <a:rPr lang="en-US" altLang="en-US" sz="2800" dirty="0" err="1">
                <a:solidFill>
                  <a:srgbClr val="001A4F"/>
                </a:solidFill>
              </a:rPr>
              <a:t>trong</a:t>
            </a:r>
            <a:r>
              <a:rPr lang="en-US" altLang="en-US" sz="2800" dirty="0">
                <a:solidFill>
                  <a:srgbClr val="001A4F"/>
                </a:solidFill>
              </a:rPr>
              <a:t> </a:t>
            </a:r>
            <a:r>
              <a:rPr lang="en-US" altLang="en-US" sz="2800" dirty="0" err="1">
                <a:solidFill>
                  <a:srgbClr val="001A4F"/>
                </a:solidFill>
              </a:rPr>
              <a:t>dãy</a:t>
            </a:r>
            <a:r>
              <a:rPr lang="en-US" altLang="en-US" sz="2800" dirty="0">
                <a:solidFill>
                  <a:srgbClr val="001A4F"/>
                </a:solidFill>
              </a:rPr>
              <a:t> a[Mid+1]…a[Right]</a:t>
            </a:r>
            <a:endParaRPr lang="en-AU" altLang="en-US" sz="2800" dirty="0">
              <a:solidFill>
                <a:srgbClr val="001A4F"/>
              </a:solidFill>
            </a:endParaRPr>
          </a:p>
          <a:p>
            <a:pPr eaLnBrk="1" hangingPunct="1">
              <a:buClr>
                <a:srgbClr val="002776"/>
              </a:buClr>
              <a:buFont typeface="Wingdings" panose="05000000000000000000" pitchFamily="2" charset="2"/>
              <a:buChar char="§"/>
            </a:pPr>
            <a:r>
              <a:rPr lang="en-AU" altLang="en-US" sz="3200" dirty="0">
                <a:solidFill>
                  <a:srgbClr val="001A4F"/>
                </a:solidFill>
              </a:rPr>
              <a:t>B4: </a:t>
            </a:r>
            <a:r>
              <a:rPr lang="vi-VN" altLang="en-US" sz="3200" dirty="0">
                <a:solidFill>
                  <a:srgbClr val="001A4F"/>
                </a:solidFill>
              </a:rPr>
              <a:t>Nếu (Left &lt;= Right)</a:t>
            </a:r>
            <a:r>
              <a:rPr lang="en-US" altLang="en-US" sz="3200" dirty="0">
                <a:solidFill>
                  <a:srgbClr val="001A4F"/>
                </a:solidFill>
              </a:rPr>
              <a:t>, </a:t>
            </a:r>
            <a:r>
              <a:rPr lang="en-US" altLang="en-US" sz="3200" dirty="0" err="1">
                <a:solidFill>
                  <a:srgbClr val="001A4F"/>
                </a:solidFill>
              </a:rPr>
              <a:t>Lặp</a:t>
            </a:r>
            <a:r>
              <a:rPr lang="en-US" altLang="en-US" sz="3200" dirty="0">
                <a:solidFill>
                  <a:srgbClr val="001A4F"/>
                </a:solidFill>
              </a:rPr>
              <a:t> </a:t>
            </a:r>
            <a:r>
              <a:rPr lang="en-US" altLang="en-US" sz="3200" dirty="0" err="1">
                <a:solidFill>
                  <a:srgbClr val="001A4F"/>
                </a:solidFill>
              </a:rPr>
              <a:t>lại</a:t>
            </a:r>
            <a:r>
              <a:rPr lang="en-US" altLang="en-US" sz="3200" dirty="0">
                <a:solidFill>
                  <a:srgbClr val="001A4F"/>
                </a:solidFill>
              </a:rPr>
              <a:t> B2</a:t>
            </a:r>
            <a:r>
              <a:rPr lang="vi-VN" altLang="en-US" sz="3200" dirty="0">
                <a:solidFill>
                  <a:srgbClr val="001A4F"/>
                </a:solidFill>
              </a:rPr>
              <a:t> //</a:t>
            </a:r>
            <a:r>
              <a:rPr lang="en-US" altLang="en-US" sz="3200" dirty="0">
                <a:solidFill>
                  <a:srgbClr val="001A4F"/>
                </a:solidFill>
              </a:rPr>
              <a:t>c</a:t>
            </a:r>
            <a:r>
              <a:rPr lang="vi-VN" altLang="en-US" sz="3200" dirty="0">
                <a:solidFill>
                  <a:srgbClr val="001A4F"/>
                </a:solidFill>
              </a:rPr>
              <a:t>òn p</a:t>
            </a:r>
            <a:r>
              <a:rPr lang="en-US" altLang="en-US" sz="3200" dirty="0" err="1">
                <a:solidFill>
                  <a:srgbClr val="001A4F"/>
                </a:solidFill>
              </a:rPr>
              <a:t>hần</a:t>
            </a:r>
            <a:r>
              <a:rPr lang="en-US" altLang="en-US" sz="3200" dirty="0">
                <a:solidFill>
                  <a:srgbClr val="001A4F"/>
                </a:solidFill>
              </a:rPr>
              <a:t> </a:t>
            </a:r>
            <a:r>
              <a:rPr lang="vi-VN" altLang="en-US" sz="3200" dirty="0">
                <a:solidFill>
                  <a:srgbClr val="001A4F"/>
                </a:solidFill>
              </a:rPr>
              <a:t>tử chưa xét</a:t>
            </a:r>
            <a:br>
              <a:rPr lang="en-US" altLang="en-US" sz="3200" dirty="0">
                <a:solidFill>
                  <a:srgbClr val="001A4F"/>
                </a:solidFill>
              </a:rPr>
            </a:br>
            <a:r>
              <a:rPr lang="en-US" altLang="en-US" sz="3200" dirty="0">
                <a:solidFill>
                  <a:srgbClr val="001A4F"/>
                </a:solidFill>
              </a:rPr>
              <a:t>	</a:t>
            </a:r>
            <a:r>
              <a:rPr lang="vi-VN" altLang="en-US" sz="3200" dirty="0">
                <a:solidFill>
                  <a:srgbClr val="001A4F"/>
                </a:solidFill>
              </a:rPr>
              <a:t>Ngược lại: Kết thúc</a:t>
            </a:r>
            <a:endParaRPr lang="en-AU" altLang="en-US" sz="3200" dirty="0">
              <a:solidFill>
                <a:srgbClr val="001A4F"/>
              </a:solidFill>
            </a:endParaRPr>
          </a:p>
        </p:txBody>
      </p:sp>
      <p:sp>
        <p:nvSpPr>
          <p:cNvPr id="38918"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latin typeface="Myriad Pro"/>
                <a:cs typeface="Myriad Pro"/>
              </a:rPr>
              <a:t>- </a:t>
            </a:r>
            <a:fld id="{07E048AE-1FF4-4C70-B529-F566D128E72E}" type="slidenum">
              <a:rPr lang="vi-VN" altLang="en-US">
                <a:solidFill>
                  <a:schemeClr val="bg1"/>
                </a:solidFill>
                <a:latin typeface="Myriad Pro"/>
                <a:cs typeface="Myriad Pro"/>
              </a:rPr>
              <a:pPr eaLnBrk="1" hangingPunct="1"/>
              <a:t>15</a:t>
            </a:fld>
            <a:r>
              <a:rPr lang="en-US" altLang="en-US">
                <a:solidFill>
                  <a:schemeClr val="bg1"/>
                </a:solidFill>
                <a:latin typeface="Myriad Pro"/>
                <a:cs typeface="Myriad Pro"/>
              </a:rPr>
              <a:t> -</a:t>
            </a:r>
            <a:endParaRPr lang="vi-VN" altLang="en-US">
              <a:solidFill>
                <a:schemeClr val="bg1"/>
              </a:solidFill>
              <a:latin typeface="Myriad Pro"/>
              <a:cs typeface="Myriad Pro"/>
            </a:endParaRPr>
          </a:p>
        </p:txBody>
      </p:sp>
    </p:spTree>
    <p:extLst>
      <p:ext uri="{BB962C8B-B14F-4D97-AF65-F5344CB8AC3E}">
        <p14:creationId xmlns:p14="http://schemas.microsoft.com/office/powerpoint/2010/main" val="28290952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91200" y="1"/>
            <a:ext cx="4876801" cy="981075"/>
          </a:xfrm>
        </p:spPr>
        <p:txBody>
          <a:bodyPr>
            <a:noAutofit/>
          </a:bodyPr>
          <a:lstStyle/>
          <a:p>
            <a:pPr eaLnBrk="1" hangingPunct="1">
              <a:defRPr/>
            </a:pPr>
            <a:r>
              <a:rPr lang="en-AU" dirty="0">
                <a:solidFill>
                  <a:srgbClr val="001A4F"/>
                </a:solidFill>
                <a:effectLst>
                  <a:outerShdw blurRad="38100" dist="38100" dir="2700000" algn="tl">
                    <a:srgbClr val="C0C0C0"/>
                  </a:outerShdw>
                </a:effectLst>
              </a:rPr>
              <a:t>MINH HỌA</a:t>
            </a:r>
          </a:p>
        </p:txBody>
      </p:sp>
      <p:sp>
        <p:nvSpPr>
          <p:cNvPr id="39941"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latin typeface="Myriad Pro"/>
                <a:cs typeface="Myriad Pro"/>
              </a:rPr>
              <a:t>- </a:t>
            </a:r>
            <a:fld id="{C3CD71DD-4C81-4D03-BE02-098C72008EFD}" type="slidenum">
              <a:rPr lang="vi-VN" altLang="en-US">
                <a:solidFill>
                  <a:schemeClr val="bg1"/>
                </a:solidFill>
                <a:latin typeface="Myriad Pro"/>
                <a:cs typeface="Myriad Pro"/>
              </a:rPr>
              <a:pPr eaLnBrk="1" hangingPunct="1"/>
              <a:t>16</a:t>
            </a:fld>
            <a:r>
              <a:rPr lang="en-US" altLang="en-US">
                <a:solidFill>
                  <a:schemeClr val="bg1"/>
                </a:solidFill>
                <a:latin typeface="Myriad Pro"/>
                <a:cs typeface="Myriad Pro"/>
              </a:rPr>
              <a:t> -</a:t>
            </a:r>
            <a:endParaRPr lang="vi-VN" altLang="en-US">
              <a:solidFill>
                <a:schemeClr val="bg1"/>
              </a:solidFill>
              <a:latin typeface="Myriad Pro"/>
              <a:cs typeface="Myriad Pro"/>
            </a:endParaRPr>
          </a:p>
        </p:txBody>
      </p:sp>
      <p:sp>
        <p:nvSpPr>
          <p:cNvPr id="9" name="Text Box 3"/>
          <p:cNvSpPr txBox="1">
            <a:spLocks noChangeArrowheads="1"/>
          </p:cNvSpPr>
          <p:nvPr/>
        </p:nvSpPr>
        <p:spPr bwMode="auto">
          <a:xfrm>
            <a:off x="2454275" y="1447800"/>
            <a:ext cx="609600" cy="528638"/>
          </a:xfrm>
          <a:prstGeom prst="rect">
            <a:avLst/>
          </a:prstGeom>
          <a:gradFill rotWithShape="1">
            <a:gsLst>
              <a:gs pos="0">
                <a:srgbClr val="6600CC"/>
              </a:gs>
              <a:gs pos="100000">
                <a:schemeClr val="bg1"/>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a:latin typeface="Arial" panose="020B0604020202020204" pitchFamily="34" charset="0"/>
                <a:cs typeface="Arial" panose="020B0604020202020204" pitchFamily="34" charset="0"/>
              </a:rPr>
              <a:t>10</a:t>
            </a:r>
          </a:p>
        </p:txBody>
      </p:sp>
      <p:sp>
        <p:nvSpPr>
          <p:cNvPr id="10" name="Text Box 4"/>
          <p:cNvSpPr txBox="1">
            <a:spLocks noChangeArrowheads="1"/>
          </p:cNvSpPr>
          <p:nvPr/>
        </p:nvSpPr>
        <p:spPr bwMode="auto">
          <a:xfrm>
            <a:off x="2362200" y="1966913"/>
            <a:ext cx="1207382"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en-US" sz="2000" dirty="0" err="1">
                <a:cs typeface="Arial" charset="0"/>
              </a:rPr>
              <a:t>Khóa</a:t>
            </a:r>
            <a:r>
              <a:rPr lang="en-US" sz="2000" dirty="0">
                <a:cs typeface="Arial" charset="0"/>
              </a:rPr>
              <a:t> </a:t>
            </a:r>
            <a:r>
              <a:rPr lang="en-US" sz="2000" dirty="0" err="1">
                <a:cs typeface="Arial" charset="0"/>
              </a:rPr>
              <a:t>tìm</a:t>
            </a:r>
            <a:endParaRPr lang="en-US" sz="2000" dirty="0">
              <a:cs typeface="Arial" charset="0"/>
            </a:endParaRPr>
          </a:p>
        </p:txBody>
      </p:sp>
      <p:sp>
        <p:nvSpPr>
          <p:cNvPr id="11" name="Text Box 5"/>
          <p:cNvSpPr txBox="1">
            <a:spLocks noChangeArrowheads="1"/>
          </p:cNvSpPr>
          <p:nvPr/>
        </p:nvSpPr>
        <p:spPr bwMode="auto">
          <a:xfrm>
            <a:off x="3200400" y="2890839"/>
            <a:ext cx="609600" cy="528637"/>
          </a:xfrm>
          <a:prstGeom prst="rect">
            <a:avLst/>
          </a:prstGeom>
          <a:gradFill rotWithShape="1">
            <a:gsLst>
              <a:gs pos="0">
                <a:srgbClr val="6600CC"/>
              </a:gs>
              <a:gs pos="100000">
                <a:schemeClr val="bg1"/>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a:latin typeface="Arial" panose="020B0604020202020204" pitchFamily="34" charset="0"/>
                <a:cs typeface="Arial" panose="020B0604020202020204" pitchFamily="34" charset="0"/>
              </a:rPr>
              <a:t>2</a:t>
            </a:r>
          </a:p>
        </p:txBody>
      </p:sp>
      <p:sp>
        <p:nvSpPr>
          <p:cNvPr id="12" name="Text Box 6"/>
          <p:cNvSpPr txBox="1">
            <a:spLocks noChangeArrowheads="1"/>
          </p:cNvSpPr>
          <p:nvPr/>
        </p:nvSpPr>
        <p:spPr bwMode="auto">
          <a:xfrm>
            <a:off x="3810000" y="2890839"/>
            <a:ext cx="609600" cy="528637"/>
          </a:xfrm>
          <a:prstGeom prst="rect">
            <a:avLst/>
          </a:prstGeom>
          <a:gradFill rotWithShape="1">
            <a:gsLst>
              <a:gs pos="0">
                <a:srgbClr val="6600CC"/>
              </a:gs>
              <a:gs pos="100000">
                <a:schemeClr val="bg1"/>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a:latin typeface="Arial" panose="020B0604020202020204" pitchFamily="34" charset="0"/>
                <a:cs typeface="Arial" panose="020B0604020202020204" pitchFamily="34" charset="0"/>
              </a:rPr>
              <a:t>5</a:t>
            </a:r>
          </a:p>
        </p:txBody>
      </p:sp>
      <p:sp>
        <p:nvSpPr>
          <p:cNvPr id="13" name="Text Box 7"/>
          <p:cNvSpPr txBox="1">
            <a:spLocks noChangeArrowheads="1"/>
          </p:cNvSpPr>
          <p:nvPr/>
        </p:nvSpPr>
        <p:spPr bwMode="auto">
          <a:xfrm>
            <a:off x="4419600" y="2890839"/>
            <a:ext cx="609600" cy="528637"/>
          </a:xfrm>
          <a:prstGeom prst="rect">
            <a:avLst/>
          </a:prstGeom>
          <a:gradFill rotWithShape="1">
            <a:gsLst>
              <a:gs pos="0">
                <a:srgbClr val="6600CC"/>
              </a:gs>
              <a:gs pos="100000">
                <a:schemeClr val="bg1"/>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a:latin typeface="Arial" panose="020B0604020202020204" pitchFamily="34" charset="0"/>
                <a:cs typeface="Arial" panose="020B0604020202020204" pitchFamily="34" charset="0"/>
              </a:rPr>
              <a:t>8</a:t>
            </a:r>
          </a:p>
        </p:txBody>
      </p:sp>
      <p:sp>
        <p:nvSpPr>
          <p:cNvPr id="14" name="Text Box 8"/>
          <p:cNvSpPr txBox="1">
            <a:spLocks noChangeArrowheads="1"/>
          </p:cNvSpPr>
          <p:nvPr/>
        </p:nvSpPr>
        <p:spPr bwMode="auto">
          <a:xfrm>
            <a:off x="5029200" y="2890839"/>
            <a:ext cx="609600" cy="528637"/>
          </a:xfrm>
          <a:prstGeom prst="rect">
            <a:avLst/>
          </a:prstGeom>
          <a:gradFill rotWithShape="1">
            <a:gsLst>
              <a:gs pos="0">
                <a:srgbClr val="6600CC"/>
              </a:gs>
              <a:gs pos="100000">
                <a:schemeClr val="bg1"/>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a:latin typeface="Arial" panose="020B0604020202020204" pitchFamily="34" charset="0"/>
                <a:cs typeface="Arial" panose="020B0604020202020204" pitchFamily="34" charset="0"/>
              </a:rPr>
              <a:t>10</a:t>
            </a:r>
          </a:p>
        </p:txBody>
      </p:sp>
      <p:sp>
        <p:nvSpPr>
          <p:cNvPr id="15" name="Text Box 9"/>
          <p:cNvSpPr txBox="1">
            <a:spLocks noChangeArrowheads="1"/>
          </p:cNvSpPr>
          <p:nvPr/>
        </p:nvSpPr>
        <p:spPr bwMode="auto">
          <a:xfrm>
            <a:off x="5638800" y="2890839"/>
            <a:ext cx="609600" cy="528637"/>
          </a:xfrm>
          <a:prstGeom prst="rect">
            <a:avLst/>
          </a:prstGeom>
          <a:gradFill rotWithShape="1">
            <a:gsLst>
              <a:gs pos="0">
                <a:srgbClr val="6600CC"/>
              </a:gs>
              <a:gs pos="100000">
                <a:schemeClr val="bg1"/>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a:latin typeface="Arial" panose="020B0604020202020204" pitchFamily="34" charset="0"/>
                <a:cs typeface="Arial" panose="020B0604020202020204" pitchFamily="34" charset="0"/>
              </a:rPr>
              <a:t>12</a:t>
            </a:r>
          </a:p>
        </p:txBody>
      </p:sp>
      <p:sp>
        <p:nvSpPr>
          <p:cNvPr id="16" name="Text Box 10"/>
          <p:cNvSpPr txBox="1">
            <a:spLocks noChangeArrowheads="1"/>
          </p:cNvSpPr>
          <p:nvPr/>
        </p:nvSpPr>
        <p:spPr bwMode="auto">
          <a:xfrm>
            <a:off x="6248400" y="2890839"/>
            <a:ext cx="609600" cy="528637"/>
          </a:xfrm>
          <a:prstGeom prst="rect">
            <a:avLst/>
          </a:prstGeom>
          <a:gradFill rotWithShape="1">
            <a:gsLst>
              <a:gs pos="0">
                <a:srgbClr val="6600CC"/>
              </a:gs>
              <a:gs pos="100000">
                <a:schemeClr val="bg1"/>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a:latin typeface="Arial" panose="020B0604020202020204" pitchFamily="34" charset="0"/>
                <a:cs typeface="Arial" panose="020B0604020202020204" pitchFamily="34" charset="0"/>
              </a:rPr>
              <a:t>13</a:t>
            </a:r>
          </a:p>
        </p:txBody>
      </p:sp>
      <p:sp>
        <p:nvSpPr>
          <p:cNvPr id="17" name="Text Box 11"/>
          <p:cNvSpPr txBox="1">
            <a:spLocks noChangeArrowheads="1"/>
          </p:cNvSpPr>
          <p:nvPr/>
        </p:nvSpPr>
        <p:spPr bwMode="auto">
          <a:xfrm>
            <a:off x="6858000" y="2890839"/>
            <a:ext cx="609600" cy="528637"/>
          </a:xfrm>
          <a:prstGeom prst="rect">
            <a:avLst/>
          </a:prstGeom>
          <a:gradFill rotWithShape="1">
            <a:gsLst>
              <a:gs pos="0">
                <a:srgbClr val="6600CC"/>
              </a:gs>
              <a:gs pos="100000">
                <a:schemeClr val="bg1"/>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a:latin typeface="Arial" panose="020B0604020202020204" pitchFamily="34" charset="0"/>
                <a:cs typeface="Arial" panose="020B0604020202020204" pitchFamily="34" charset="0"/>
              </a:rPr>
              <a:t>15</a:t>
            </a:r>
          </a:p>
        </p:txBody>
      </p:sp>
      <p:sp>
        <p:nvSpPr>
          <p:cNvPr id="18" name="Text Box 12"/>
          <p:cNvSpPr txBox="1">
            <a:spLocks noChangeArrowheads="1"/>
          </p:cNvSpPr>
          <p:nvPr/>
        </p:nvSpPr>
        <p:spPr bwMode="auto">
          <a:xfrm>
            <a:off x="7467600" y="2890839"/>
            <a:ext cx="609600" cy="528637"/>
          </a:xfrm>
          <a:prstGeom prst="rect">
            <a:avLst/>
          </a:prstGeom>
          <a:gradFill rotWithShape="1">
            <a:gsLst>
              <a:gs pos="0">
                <a:srgbClr val="6600CC"/>
              </a:gs>
              <a:gs pos="100000">
                <a:schemeClr val="bg1"/>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a:latin typeface="Arial" panose="020B0604020202020204" pitchFamily="34" charset="0"/>
                <a:cs typeface="Arial" panose="020B0604020202020204" pitchFamily="34" charset="0"/>
              </a:rPr>
              <a:t>18</a:t>
            </a:r>
          </a:p>
        </p:txBody>
      </p:sp>
      <p:sp>
        <p:nvSpPr>
          <p:cNvPr id="19" name="Text Box 13"/>
          <p:cNvSpPr txBox="1">
            <a:spLocks noChangeArrowheads="1"/>
          </p:cNvSpPr>
          <p:nvPr/>
        </p:nvSpPr>
        <p:spPr bwMode="auto">
          <a:xfrm>
            <a:off x="8077200" y="2890839"/>
            <a:ext cx="609600" cy="528637"/>
          </a:xfrm>
          <a:prstGeom prst="rect">
            <a:avLst/>
          </a:prstGeom>
          <a:gradFill rotWithShape="1">
            <a:gsLst>
              <a:gs pos="0">
                <a:srgbClr val="6600CC"/>
              </a:gs>
              <a:gs pos="100000">
                <a:schemeClr val="bg1"/>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a:latin typeface="Arial" panose="020B0604020202020204" pitchFamily="34" charset="0"/>
                <a:cs typeface="Arial" panose="020B0604020202020204" pitchFamily="34" charset="0"/>
              </a:rPr>
              <a:t>21</a:t>
            </a:r>
          </a:p>
        </p:txBody>
      </p:sp>
      <p:sp>
        <p:nvSpPr>
          <p:cNvPr id="20" name="Text Box 14"/>
          <p:cNvSpPr txBox="1">
            <a:spLocks noChangeArrowheads="1"/>
          </p:cNvSpPr>
          <p:nvPr/>
        </p:nvSpPr>
        <p:spPr bwMode="auto">
          <a:xfrm>
            <a:off x="8686800" y="2890839"/>
            <a:ext cx="609600" cy="528637"/>
          </a:xfrm>
          <a:prstGeom prst="rect">
            <a:avLst/>
          </a:prstGeom>
          <a:gradFill rotWithShape="1">
            <a:gsLst>
              <a:gs pos="0">
                <a:srgbClr val="6600CC"/>
              </a:gs>
              <a:gs pos="100000">
                <a:schemeClr val="bg1"/>
              </a:gs>
            </a:gsLst>
            <a:lin ang="0" scaled="1"/>
          </a:gradFill>
          <a:ln w="9525">
            <a:solidFill>
              <a:schemeClr val="tx1"/>
            </a:solidFill>
            <a:miter lim="800000"/>
            <a:headEnd/>
            <a:tailEnd/>
          </a:ln>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algn="ctr" eaLnBrk="1" hangingPunct="1">
              <a:spcBef>
                <a:spcPct val="50000"/>
              </a:spcBef>
              <a:buFontTx/>
              <a:buNone/>
            </a:pPr>
            <a:r>
              <a:rPr lang="en-US" altLang="en-US" sz="2800">
                <a:latin typeface="Arial" panose="020B0604020202020204" pitchFamily="34" charset="0"/>
                <a:cs typeface="Arial" panose="020B0604020202020204" pitchFamily="34" charset="0"/>
              </a:rPr>
              <a:t>24</a:t>
            </a:r>
          </a:p>
        </p:txBody>
      </p:sp>
      <p:grpSp>
        <p:nvGrpSpPr>
          <p:cNvPr id="21" name="Group 15"/>
          <p:cNvGrpSpPr>
            <a:grpSpLocks/>
          </p:cNvGrpSpPr>
          <p:nvPr/>
        </p:nvGrpSpPr>
        <p:grpSpPr bwMode="auto">
          <a:xfrm>
            <a:off x="3352800" y="2551114"/>
            <a:ext cx="5799138" cy="369887"/>
            <a:chOff x="1392" y="1607"/>
            <a:chExt cx="3653" cy="233"/>
          </a:xfrm>
        </p:grpSpPr>
        <p:sp>
          <p:nvSpPr>
            <p:cNvPr id="39972" name="Text Box 16"/>
            <p:cNvSpPr txBox="1">
              <a:spLocks noChangeArrowheads="1"/>
            </p:cNvSpPr>
            <p:nvPr/>
          </p:nvSpPr>
          <p:spPr bwMode="auto">
            <a:xfrm>
              <a:off x="1392"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0</a:t>
              </a:r>
            </a:p>
          </p:txBody>
        </p:sp>
        <p:sp>
          <p:nvSpPr>
            <p:cNvPr id="39973" name="Text Box 17"/>
            <p:cNvSpPr txBox="1">
              <a:spLocks noChangeArrowheads="1"/>
            </p:cNvSpPr>
            <p:nvPr/>
          </p:nvSpPr>
          <p:spPr bwMode="auto">
            <a:xfrm>
              <a:off x="1776"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1</a:t>
              </a:r>
            </a:p>
          </p:txBody>
        </p:sp>
        <p:sp>
          <p:nvSpPr>
            <p:cNvPr id="39974" name="Text Box 18"/>
            <p:cNvSpPr txBox="1">
              <a:spLocks noChangeArrowheads="1"/>
            </p:cNvSpPr>
            <p:nvPr/>
          </p:nvSpPr>
          <p:spPr bwMode="auto">
            <a:xfrm>
              <a:off x="2160"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2</a:t>
              </a:r>
            </a:p>
          </p:txBody>
        </p:sp>
        <p:sp>
          <p:nvSpPr>
            <p:cNvPr id="39975" name="Text Box 19"/>
            <p:cNvSpPr txBox="1">
              <a:spLocks noChangeArrowheads="1"/>
            </p:cNvSpPr>
            <p:nvPr/>
          </p:nvSpPr>
          <p:spPr bwMode="auto">
            <a:xfrm>
              <a:off x="2544"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3</a:t>
              </a:r>
            </a:p>
          </p:txBody>
        </p:sp>
        <p:sp>
          <p:nvSpPr>
            <p:cNvPr id="39976" name="Text Box 20"/>
            <p:cNvSpPr txBox="1">
              <a:spLocks noChangeArrowheads="1"/>
            </p:cNvSpPr>
            <p:nvPr/>
          </p:nvSpPr>
          <p:spPr bwMode="auto">
            <a:xfrm>
              <a:off x="2928"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4</a:t>
              </a:r>
            </a:p>
          </p:txBody>
        </p:sp>
        <p:sp>
          <p:nvSpPr>
            <p:cNvPr id="39977" name="Text Box 21"/>
            <p:cNvSpPr txBox="1">
              <a:spLocks noChangeArrowheads="1"/>
            </p:cNvSpPr>
            <p:nvPr/>
          </p:nvSpPr>
          <p:spPr bwMode="auto">
            <a:xfrm>
              <a:off x="3312"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5</a:t>
              </a:r>
            </a:p>
          </p:txBody>
        </p:sp>
        <p:sp>
          <p:nvSpPr>
            <p:cNvPr id="39978" name="Text Box 22"/>
            <p:cNvSpPr txBox="1">
              <a:spLocks noChangeArrowheads="1"/>
            </p:cNvSpPr>
            <p:nvPr/>
          </p:nvSpPr>
          <p:spPr bwMode="auto">
            <a:xfrm>
              <a:off x="3696"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6</a:t>
              </a:r>
            </a:p>
          </p:txBody>
        </p:sp>
        <p:sp>
          <p:nvSpPr>
            <p:cNvPr id="39979" name="Text Box 23"/>
            <p:cNvSpPr txBox="1">
              <a:spLocks noChangeArrowheads="1"/>
            </p:cNvSpPr>
            <p:nvPr/>
          </p:nvSpPr>
          <p:spPr bwMode="auto">
            <a:xfrm>
              <a:off x="4080"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7</a:t>
              </a:r>
            </a:p>
          </p:txBody>
        </p:sp>
        <p:sp>
          <p:nvSpPr>
            <p:cNvPr id="39980" name="Text Box 24"/>
            <p:cNvSpPr txBox="1">
              <a:spLocks noChangeArrowheads="1"/>
            </p:cNvSpPr>
            <p:nvPr/>
          </p:nvSpPr>
          <p:spPr bwMode="auto">
            <a:xfrm>
              <a:off x="4464"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8</a:t>
              </a:r>
            </a:p>
          </p:txBody>
        </p:sp>
        <p:sp>
          <p:nvSpPr>
            <p:cNvPr id="39981" name="Text Box 25"/>
            <p:cNvSpPr txBox="1">
              <a:spLocks noChangeArrowheads="1"/>
            </p:cNvSpPr>
            <p:nvPr/>
          </p:nvSpPr>
          <p:spPr bwMode="auto">
            <a:xfrm>
              <a:off x="4848" y="1607"/>
              <a:ext cx="19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a:latin typeface="Arial" panose="020B0604020202020204" pitchFamily="34" charset="0"/>
                  <a:cs typeface="Arial" panose="020B0604020202020204" pitchFamily="34" charset="0"/>
                </a:rPr>
                <a:t>9</a:t>
              </a:r>
            </a:p>
          </p:txBody>
        </p:sp>
      </p:grpSp>
      <p:grpSp>
        <p:nvGrpSpPr>
          <p:cNvPr id="32" name="Group 26"/>
          <p:cNvGrpSpPr>
            <a:grpSpLocks/>
          </p:cNvGrpSpPr>
          <p:nvPr/>
        </p:nvGrpSpPr>
        <p:grpSpPr bwMode="auto">
          <a:xfrm>
            <a:off x="3048001" y="3505200"/>
            <a:ext cx="557213" cy="1009650"/>
            <a:chOff x="960" y="2208"/>
            <a:chExt cx="351" cy="636"/>
          </a:xfrm>
        </p:grpSpPr>
        <p:sp>
          <p:nvSpPr>
            <p:cNvPr id="33" name="Line 27"/>
            <p:cNvSpPr>
              <a:spLocks noChangeShapeType="1"/>
            </p:cNvSpPr>
            <p:nvPr/>
          </p:nvSpPr>
          <p:spPr bwMode="auto">
            <a:xfrm flipV="1">
              <a:off x="1248" y="2208"/>
              <a:ext cx="0" cy="38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en-US">
                <a:cs typeface="Arial" charset="0"/>
              </a:endParaRPr>
            </a:p>
          </p:txBody>
        </p:sp>
        <p:sp>
          <p:nvSpPr>
            <p:cNvPr id="34" name="Text Box 28"/>
            <p:cNvSpPr txBox="1">
              <a:spLocks noChangeArrowheads="1"/>
            </p:cNvSpPr>
            <p:nvPr/>
          </p:nvSpPr>
          <p:spPr bwMode="auto">
            <a:xfrm>
              <a:off x="960" y="2592"/>
              <a:ext cx="351"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en-US" sz="2000">
                  <a:cs typeface="Arial" charset="0"/>
                </a:rPr>
                <a:t>left</a:t>
              </a:r>
            </a:p>
          </p:txBody>
        </p:sp>
      </p:grpSp>
      <p:grpSp>
        <p:nvGrpSpPr>
          <p:cNvPr id="35" name="Group 29"/>
          <p:cNvGrpSpPr>
            <a:grpSpLocks/>
          </p:cNvGrpSpPr>
          <p:nvPr/>
        </p:nvGrpSpPr>
        <p:grpSpPr bwMode="auto">
          <a:xfrm>
            <a:off x="8686801" y="3505200"/>
            <a:ext cx="708025" cy="1009650"/>
            <a:chOff x="4512" y="2208"/>
            <a:chExt cx="446" cy="636"/>
          </a:xfrm>
        </p:grpSpPr>
        <p:sp>
          <p:nvSpPr>
            <p:cNvPr id="36" name="Line 30"/>
            <p:cNvSpPr>
              <a:spLocks noChangeShapeType="1"/>
            </p:cNvSpPr>
            <p:nvPr/>
          </p:nvSpPr>
          <p:spPr bwMode="auto">
            <a:xfrm flipV="1">
              <a:off x="4704" y="2208"/>
              <a:ext cx="0" cy="38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en-US">
                <a:cs typeface="Arial" charset="0"/>
              </a:endParaRPr>
            </a:p>
          </p:txBody>
        </p:sp>
        <p:sp>
          <p:nvSpPr>
            <p:cNvPr id="37" name="Text Box 31"/>
            <p:cNvSpPr txBox="1">
              <a:spLocks noChangeArrowheads="1"/>
            </p:cNvSpPr>
            <p:nvPr/>
          </p:nvSpPr>
          <p:spPr bwMode="auto">
            <a:xfrm>
              <a:off x="4512" y="2592"/>
              <a:ext cx="44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en-US" sz="2000">
                  <a:cs typeface="Arial" charset="0"/>
                </a:rPr>
                <a:t>right</a:t>
              </a:r>
            </a:p>
          </p:txBody>
        </p:sp>
      </p:grpSp>
      <p:grpSp>
        <p:nvGrpSpPr>
          <p:cNvPr id="38" name="Group 32"/>
          <p:cNvGrpSpPr>
            <a:grpSpLocks/>
          </p:cNvGrpSpPr>
          <p:nvPr/>
        </p:nvGrpSpPr>
        <p:grpSpPr bwMode="auto">
          <a:xfrm>
            <a:off x="5562602" y="3505200"/>
            <a:ext cx="615951" cy="1009650"/>
            <a:chOff x="960" y="2208"/>
            <a:chExt cx="388" cy="636"/>
          </a:xfrm>
        </p:grpSpPr>
        <p:sp>
          <p:nvSpPr>
            <p:cNvPr id="39" name="Line 33"/>
            <p:cNvSpPr>
              <a:spLocks noChangeShapeType="1"/>
            </p:cNvSpPr>
            <p:nvPr/>
          </p:nvSpPr>
          <p:spPr bwMode="auto">
            <a:xfrm flipV="1">
              <a:off x="1248" y="2208"/>
              <a:ext cx="0" cy="384"/>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pPr>
                <a:defRPr/>
              </a:pPr>
              <a:endParaRPr lang="en-US">
                <a:cs typeface="Arial" charset="0"/>
              </a:endParaRPr>
            </a:p>
          </p:txBody>
        </p:sp>
        <p:sp>
          <p:nvSpPr>
            <p:cNvPr id="40" name="Text Box 34"/>
            <p:cNvSpPr txBox="1">
              <a:spLocks noChangeArrowheads="1"/>
            </p:cNvSpPr>
            <p:nvPr/>
          </p:nvSpPr>
          <p:spPr bwMode="auto">
            <a:xfrm>
              <a:off x="960" y="2592"/>
              <a:ext cx="38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en-US" sz="2000">
                  <a:cs typeface="Arial" charset="0"/>
                </a:rPr>
                <a:t>mid</a:t>
              </a:r>
            </a:p>
          </p:txBody>
        </p:sp>
      </p:grpSp>
      <p:sp>
        <p:nvSpPr>
          <p:cNvPr id="41" name="Rectangle 35"/>
          <p:cNvSpPr>
            <a:spLocks noChangeArrowheads="1"/>
          </p:cNvSpPr>
          <p:nvPr/>
        </p:nvSpPr>
        <p:spPr bwMode="auto">
          <a:xfrm>
            <a:off x="3200400" y="2514600"/>
            <a:ext cx="6096000" cy="1219200"/>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endParaRPr lang="en-US" altLang="en-US" sz="1800">
              <a:latin typeface="Arial" panose="020B0604020202020204" pitchFamily="34" charset="0"/>
              <a:cs typeface="Arial" panose="020B0604020202020204" pitchFamily="34" charset="0"/>
            </a:endParaRPr>
          </a:p>
        </p:txBody>
      </p:sp>
      <p:sp>
        <p:nvSpPr>
          <p:cNvPr id="42" name="Rectangle 36"/>
          <p:cNvSpPr>
            <a:spLocks noChangeArrowheads="1"/>
          </p:cNvSpPr>
          <p:nvPr/>
        </p:nvSpPr>
        <p:spPr bwMode="auto">
          <a:xfrm>
            <a:off x="3200400" y="2514600"/>
            <a:ext cx="2438400" cy="1219200"/>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endParaRPr lang="en-US" altLang="en-US" sz="1800">
              <a:latin typeface="Arial" panose="020B0604020202020204" pitchFamily="34" charset="0"/>
              <a:cs typeface="Arial" panose="020B0604020202020204" pitchFamily="34" charset="0"/>
            </a:endParaRPr>
          </a:p>
        </p:txBody>
      </p:sp>
      <p:sp>
        <p:nvSpPr>
          <p:cNvPr id="43" name="Rectangle 37"/>
          <p:cNvSpPr>
            <a:spLocks noChangeArrowheads="1"/>
          </p:cNvSpPr>
          <p:nvPr/>
        </p:nvSpPr>
        <p:spPr bwMode="auto">
          <a:xfrm>
            <a:off x="4419600" y="2514600"/>
            <a:ext cx="1219200" cy="1219200"/>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endParaRPr lang="en-US" altLang="en-US" sz="1800">
              <a:latin typeface="Arial" panose="020B0604020202020204" pitchFamily="34" charset="0"/>
              <a:cs typeface="Arial" panose="020B0604020202020204" pitchFamily="34" charset="0"/>
            </a:endParaRPr>
          </a:p>
        </p:txBody>
      </p:sp>
      <p:sp>
        <p:nvSpPr>
          <p:cNvPr id="44" name="Rectangle 38"/>
          <p:cNvSpPr>
            <a:spLocks noChangeArrowheads="1"/>
          </p:cNvSpPr>
          <p:nvPr/>
        </p:nvSpPr>
        <p:spPr bwMode="auto">
          <a:xfrm>
            <a:off x="5029200" y="2514600"/>
            <a:ext cx="609600" cy="1219200"/>
          </a:xfrm>
          <a:prstGeom prst="rect">
            <a:avLst/>
          </a:prstGeom>
          <a:noFill/>
          <a:ln w="28575">
            <a:solidFill>
              <a:srgbClr val="FF33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endParaRPr lang="en-US" altLang="en-US" sz="1800">
              <a:latin typeface="Arial" panose="020B0604020202020204" pitchFamily="34" charset="0"/>
              <a:cs typeface="Arial" panose="020B0604020202020204" pitchFamily="34" charset="0"/>
            </a:endParaRPr>
          </a:p>
        </p:txBody>
      </p:sp>
      <p:sp>
        <p:nvSpPr>
          <p:cNvPr id="45" name="Text Box 39"/>
          <p:cNvSpPr txBox="1">
            <a:spLocks noChangeArrowheads="1"/>
          </p:cNvSpPr>
          <p:nvPr/>
        </p:nvSpPr>
        <p:spPr bwMode="auto">
          <a:xfrm>
            <a:off x="5927725" y="1101726"/>
            <a:ext cx="130997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en-US" sz="2400" dirty="0" err="1">
                <a:cs typeface="Arial" charset="0"/>
              </a:rPr>
              <a:t>Vị</a:t>
            </a:r>
            <a:r>
              <a:rPr lang="en-US" sz="2400" dirty="0">
                <a:cs typeface="Arial" charset="0"/>
              </a:rPr>
              <a:t> </a:t>
            </a:r>
            <a:r>
              <a:rPr lang="en-US" sz="2400" dirty="0" err="1">
                <a:cs typeface="Arial" charset="0"/>
              </a:rPr>
              <a:t>trí</a:t>
            </a:r>
            <a:r>
              <a:rPr lang="en-US" sz="2400" dirty="0">
                <a:cs typeface="Arial" charset="0"/>
              </a:rPr>
              <a:t> = 3</a:t>
            </a:r>
          </a:p>
        </p:txBody>
      </p:sp>
      <p:sp>
        <p:nvSpPr>
          <p:cNvPr id="46" name="Text Box 40"/>
          <p:cNvSpPr txBox="1">
            <a:spLocks noChangeArrowheads="1"/>
          </p:cNvSpPr>
          <p:nvPr/>
        </p:nvSpPr>
        <p:spPr bwMode="auto">
          <a:xfrm>
            <a:off x="7391400" y="5176838"/>
            <a:ext cx="1379538" cy="461962"/>
          </a:xfrm>
          <a:prstGeom prst="rect">
            <a:avLst/>
          </a:prstGeom>
          <a:noFill/>
          <a:ln w="9525">
            <a:noFill/>
            <a:miter lim="800000"/>
            <a:headEnd/>
            <a:tailEnd/>
          </a:ln>
        </p:spPr>
        <p:txBody>
          <a:bodyPr wrap="none">
            <a:spAutoFit/>
          </a:bodyPr>
          <a:lstStyle/>
          <a:p>
            <a:pPr>
              <a:defRPr/>
            </a:pPr>
            <a:r>
              <a:rPr lang="en-US" sz="2400" dirty="0" err="1">
                <a:cs typeface="Arial" charset="0"/>
              </a:rPr>
              <a:t>Tìm</a:t>
            </a:r>
            <a:r>
              <a:rPr lang="en-US" sz="2400" dirty="0">
                <a:cs typeface="Arial" charset="0"/>
              </a:rPr>
              <a:t> </a:t>
            </a:r>
            <a:r>
              <a:rPr lang="en-US" sz="2400" dirty="0" err="1">
                <a:cs typeface="Arial" charset="0"/>
              </a:rPr>
              <a:t>thấy</a:t>
            </a:r>
            <a:endParaRPr lang="en-US" sz="2400" dirty="0">
              <a:cs typeface="Arial" charset="0"/>
            </a:endParaRPr>
          </a:p>
        </p:txBody>
      </p:sp>
      <p:sp>
        <p:nvSpPr>
          <p:cNvPr id="47" name="Text Box 41"/>
          <p:cNvSpPr txBox="1">
            <a:spLocks noChangeArrowheads="1"/>
          </p:cNvSpPr>
          <p:nvPr/>
        </p:nvSpPr>
        <p:spPr bwMode="auto">
          <a:xfrm>
            <a:off x="7391400" y="5715000"/>
            <a:ext cx="2540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en-US" sz="2400">
                <a:cs typeface="Arial" charset="0"/>
              </a:rPr>
              <a:t>Số lần so sánh: 4</a:t>
            </a:r>
          </a:p>
        </p:txBody>
      </p:sp>
      <p:sp>
        <p:nvSpPr>
          <p:cNvPr id="48" name="Text Box 42"/>
          <p:cNvSpPr txBox="1">
            <a:spLocks noChangeArrowheads="1"/>
          </p:cNvSpPr>
          <p:nvPr/>
        </p:nvSpPr>
        <p:spPr bwMode="auto">
          <a:xfrm>
            <a:off x="6096001" y="1905000"/>
            <a:ext cx="278606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p>
            <a:pPr>
              <a:defRPr/>
            </a:pPr>
            <a:r>
              <a:rPr lang="en-US" sz="2000">
                <a:cs typeface="Arial" charset="0"/>
              </a:rPr>
              <a:t>Khóa cần tìm nhỏ hơn </a:t>
            </a:r>
          </a:p>
        </p:txBody>
      </p:sp>
    </p:spTree>
    <p:extLst>
      <p:ext uri="{BB962C8B-B14F-4D97-AF65-F5344CB8AC3E}">
        <p14:creationId xmlns:p14="http://schemas.microsoft.com/office/powerpoint/2010/main" val="191379329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5"/>
                                        </p:tgtEl>
                                        <p:attrNameLst>
                                          <p:attrName>style.visibility</p:attrName>
                                        </p:attrNameLst>
                                      </p:cBhvr>
                                      <p:to>
                                        <p:strVal val="visible"/>
                                      </p:to>
                                    </p:set>
                                  </p:childTnLst>
                                </p:cTn>
                              </p:par>
                            </p:childTnLst>
                          </p:cTn>
                        </p:par>
                      </p:childTnLst>
                    </p:cTn>
                  </p:par>
                  <p:par>
                    <p:cTn id="35" fill="hold" nodeType="clickPar">
                      <p:stCondLst>
                        <p:cond delay="indefinite"/>
                      </p:stCondLst>
                      <p:childTnLst>
                        <p:par>
                          <p:cTn id="36" fill="hold" nodeType="withGroup">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1" presetClass="entr" presetSubtype="0" fill="hold" nodeType="clickEffect">
                                  <p:stCondLst>
                                    <p:cond delay="0"/>
                                  </p:stCondLst>
                                  <p:childTnLst>
                                    <p:set>
                                      <p:cBhvr>
                                        <p:cTn id="42" dur="1" fill="hold">
                                          <p:stCondLst>
                                            <p:cond delay="0"/>
                                          </p:stCondLst>
                                        </p:cTn>
                                        <p:tgtEl>
                                          <p:spTgt spid="38"/>
                                        </p:tgtEl>
                                        <p:attrNameLst>
                                          <p:attrName>style.visibility</p:attrName>
                                        </p:attrNameLst>
                                      </p:cBhvr>
                                      <p:to>
                                        <p:strVal val="visible"/>
                                      </p:to>
                                    </p:set>
                                  </p:childTnLst>
                                </p:cTn>
                              </p:par>
                            </p:childTnLst>
                          </p:cTn>
                        </p:par>
                        <p:par>
                          <p:cTn id="43" fill="hold" nodeType="afterGroup">
                            <p:stCondLst>
                              <p:cond delay="0"/>
                            </p:stCondLst>
                            <p:childTnLst>
                              <p:par>
                                <p:cTn id="44" presetID="26" presetClass="emph" presetSubtype="0" fill="hold" grpId="1" nodeType="afterEffect">
                                  <p:stCondLst>
                                    <p:cond delay="0"/>
                                  </p:stCondLst>
                                  <p:childTnLst>
                                    <p:animEffect transition="out" filter="fade">
                                      <p:cBhvr>
                                        <p:cTn id="45" dur="500" tmFilter="0, 0; .2, .5; .8, .5; 1, 0"/>
                                        <p:tgtEl>
                                          <p:spTgt spid="15"/>
                                        </p:tgtEl>
                                      </p:cBhvr>
                                    </p:animEffect>
                                    <p:animScale>
                                      <p:cBhvr>
                                        <p:cTn id="46" dur="250" autoRev="1" fill="hold"/>
                                        <p:tgtEl>
                                          <p:spTgt spid="15"/>
                                        </p:tgtEl>
                                      </p:cBhvr>
                                      <p:by x="105000" y="105000"/>
                                    </p:animScale>
                                  </p:childTnLst>
                                </p:cTn>
                              </p:par>
                              <p:par>
                                <p:cTn id="47" presetID="26" presetClass="emph" presetSubtype="0" fill="hold" grpId="1" nodeType="withEffect">
                                  <p:stCondLst>
                                    <p:cond delay="0"/>
                                  </p:stCondLst>
                                  <p:childTnLst>
                                    <p:animEffect transition="out" filter="fade">
                                      <p:cBhvr>
                                        <p:cTn id="48" dur="500" tmFilter="0, 0; .2, .5; .8, .5; 1, 0"/>
                                        <p:tgtEl>
                                          <p:spTgt spid="9"/>
                                        </p:tgtEl>
                                      </p:cBhvr>
                                    </p:animEffect>
                                    <p:animScale>
                                      <p:cBhvr>
                                        <p:cTn id="49" dur="250" autoRev="1" fill="hold"/>
                                        <p:tgtEl>
                                          <p:spTgt spid="9"/>
                                        </p:tgtEl>
                                      </p:cBhvr>
                                      <p:by x="105000" y="105000"/>
                                    </p:animScale>
                                  </p:childTnLst>
                                </p:cTn>
                              </p:par>
                            </p:childTnLst>
                          </p:cTn>
                        </p:par>
                        <p:par>
                          <p:cTn id="50" fill="hold" nodeType="afterGroup">
                            <p:stCondLst>
                              <p:cond delay="500"/>
                            </p:stCondLst>
                            <p:childTnLst>
                              <p:par>
                                <p:cTn id="51" presetID="1" presetClass="entr" presetSubtype="0" fill="hold" grpId="0" nodeType="afterEffect">
                                  <p:stCondLst>
                                    <p:cond delay="500"/>
                                  </p:stCondLst>
                                  <p:childTnLst>
                                    <p:set>
                                      <p:cBhvr>
                                        <p:cTn id="52" dur="1" fill="hold">
                                          <p:stCondLst>
                                            <p:cond delay="0"/>
                                          </p:stCondLst>
                                        </p:cTn>
                                        <p:tgtEl>
                                          <p:spTgt spid="48"/>
                                        </p:tgtEl>
                                        <p:attrNameLst>
                                          <p:attrName>style.visibility</p:attrName>
                                        </p:attrNameLst>
                                      </p:cBhvr>
                                      <p:to>
                                        <p:strVal val="visible"/>
                                      </p:to>
                                    </p:set>
                                  </p:childTnLst>
                                </p:cTn>
                              </p:par>
                            </p:childTnLst>
                          </p:cTn>
                        </p:par>
                      </p:childTnLst>
                    </p:cTn>
                  </p:par>
                  <p:par>
                    <p:cTn id="53" fill="hold" nodeType="clickPar">
                      <p:stCondLst>
                        <p:cond delay="indefinite"/>
                      </p:stCondLst>
                      <p:childTnLst>
                        <p:par>
                          <p:cTn id="54" fill="hold" nodeType="withGroup">
                            <p:stCondLst>
                              <p:cond delay="0"/>
                            </p:stCondLst>
                            <p:childTnLst>
                              <p:par>
                                <p:cTn id="55" presetID="1" presetClass="exit" presetSubtype="0" fill="hold" nodeType="clickEffect">
                                  <p:stCondLst>
                                    <p:cond delay="0"/>
                                  </p:stCondLst>
                                  <p:childTnLst>
                                    <p:set>
                                      <p:cBhvr>
                                        <p:cTn id="56" dur="1" fill="hold">
                                          <p:stCondLst>
                                            <p:cond delay="0"/>
                                          </p:stCondLst>
                                        </p:cTn>
                                        <p:tgtEl>
                                          <p:spTgt spid="38"/>
                                        </p:tgtEl>
                                        <p:attrNameLst>
                                          <p:attrName>style.visibility</p:attrName>
                                        </p:attrNameLst>
                                      </p:cBhvr>
                                      <p:to>
                                        <p:strVal val="hidden"/>
                                      </p:to>
                                    </p:set>
                                  </p:childTnLst>
                                </p:cTn>
                              </p:par>
                              <p:par>
                                <p:cTn id="57" presetID="1" presetClass="exit" presetSubtype="0" fill="hold" grpId="1" nodeType="withEffect">
                                  <p:stCondLst>
                                    <p:cond delay="0"/>
                                  </p:stCondLst>
                                  <p:childTnLst>
                                    <p:set>
                                      <p:cBhvr>
                                        <p:cTn id="58" dur="1" fill="hold">
                                          <p:stCondLst>
                                            <p:cond delay="0"/>
                                          </p:stCondLst>
                                        </p:cTn>
                                        <p:tgtEl>
                                          <p:spTgt spid="48"/>
                                        </p:tgtEl>
                                        <p:attrNameLst>
                                          <p:attrName>style.visibility</p:attrName>
                                        </p:attrNameLst>
                                      </p:cBhvr>
                                      <p:to>
                                        <p:strVal val="hidden"/>
                                      </p:to>
                                    </p:set>
                                  </p:childTnLst>
                                </p:cTn>
                              </p:par>
                            </p:childTnLst>
                          </p:cTn>
                        </p:par>
                        <p:par>
                          <p:cTn id="59" fill="hold" nodeType="afterGroup">
                            <p:stCondLst>
                              <p:cond delay="0"/>
                            </p:stCondLst>
                            <p:childTnLst>
                              <p:par>
                                <p:cTn id="60" presetID="35" presetClass="path" presetSubtype="0" accel="50000" decel="50000" fill="hold" nodeType="afterEffect">
                                  <p:stCondLst>
                                    <p:cond delay="0"/>
                                  </p:stCondLst>
                                  <p:childTnLst>
                                    <p:animMotion origin="layout" path="M -0.09132 -0.00694 L -0.41233 -0.00694 " pathEditMode="relative" rAng="0" ptsTypes="AA">
                                      <p:cBhvr>
                                        <p:cTn id="61" dur="1000" fill="hold"/>
                                        <p:tgtEl>
                                          <p:spTgt spid="35"/>
                                        </p:tgtEl>
                                        <p:attrNameLst>
                                          <p:attrName>ppt_x</p:attrName>
                                          <p:attrName>ppt_y</p:attrName>
                                        </p:attrNameLst>
                                      </p:cBhvr>
                                      <p:rCtr x="-16059" y="0"/>
                                    </p:animMotion>
                                  </p:childTnLst>
                                </p:cTn>
                              </p:par>
                            </p:childTnLst>
                          </p:cTn>
                        </p:par>
                        <p:par>
                          <p:cTn id="62" fill="hold" nodeType="afterGroup">
                            <p:stCondLst>
                              <p:cond delay="1000"/>
                            </p:stCondLst>
                            <p:childTnLst>
                              <p:par>
                                <p:cTn id="63" presetID="1" presetClass="exit" presetSubtype="0" fill="hold" grpId="1" nodeType="afterEffect">
                                  <p:stCondLst>
                                    <p:cond delay="0"/>
                                  </p:stCondLst>
                                  <p:childTnLst>
                                    <p:set>
                                      <p:cBhvr>
                                        <p:cTn id="64" dur="1" fill="hold">
                                          <p:stCondLst>
                                            <p:cond delay="0"/>
                                          </p:stCondLst>
                                        </p:cTn>
                                        <p:tgtEl>
                                          <p:spTgt spid="41"/>
                                        </p:tgtEl>
                                        <p:attrNameLst>
                                          <p:attrName>style.visibility</p:attrName>
                                        </p:attrNameLst>
                                      </p:cBhvr>
                                      <p:to>
                                        <p:strVal val="hidden"/>
                                      </p:to>
                                    </p:set>
                                  </p:childTnLst>
                                </p:cTn>
                              </p:par>
                            </p:childTnLst>
                          </p:cTn>
                        </p:par>
                        <p:par>
                          <p:cTn id="65" fill="hold" nodeType="afterGroup">
                            <p:stCondLst>
                              <p:cond delay="1000"/>
                            </p:stCondLst>
                            <p:childTnLst>
                              <p:par>
                                <p:cTn id="66" presetID="1" presetClass="entr" presetSubtype="0" fill="hold" grpId="0" nodeType="afterEffect">
                                  <p:stCondLst>
                                    <p:cond delay="0"/>
                                  </p:stCondLst>
                                  <p:childTnLst>
                                    <p:set>
                                      <p:cBhvr>
                                        <p:cTn id="67" dur="1" fill="hold">
                                          <p:stCondLst>
                                            <p:cond delay="0"/>
                                          </p:stCondLst>
                                        </p:cTn>
                                        <p:tgtEl>
                                          <p:spTgt spid="42"/>
                                        </p:tgtEl>
                                        <p:attrNameLst>
                                          <p:attrName>style.visibility</p:attrName>
                                        </p:attrNameLst>
                                      </p:cBhvr>
                                      <p:to>
                                        <p:strVal val="visible"/>
                                      </p:to>
                                    </p:set>
                                  </p:childTnLst>
                                </p:cTn>
                              </p:par>
                            </p:childTnLst>
                          </p:cTn>
                        </p:par>
                      </p:childTnLst>
                    </p:cTn>
                  </p:par>
                  <p:par>
                    <p:cTn id="68" fill="hold" nodeType="clickPar">
                      <p:stCondLst>
                        <p:cond delay="indefinite"/>
                      </p:stCondLst>
                      <p:childTnLst>
                        <p:par>
                          <p:cTn id="69" fill="hold" nodeType="withGroup">
                            <p:stCondLst>
                              <p:cond delay="0"/>
                            </p:stCondLst>
                            <p:childTnLst>
                              <p:par>
                                <p:cTn id="70" presetID="1" presetClass="entr" presetSubtype="0" fill="hold" nodeType="clickEffect">
                                  <p:stCondLst>
                                    <p:cond delay="0"/>
                                  </p:stCondLst>
                                  <p:childTnLst>
                                    <p:set>
                                      <p:cBhvr>
                                        <p:cTn id="71" dur="1" fill="hold">
                                          <p:stCondLst>
                                            <p:cond delay="0"/>
                                          </p:stCondLst>
                                        </p:cTn>
                                        <p:tgtEl>
                                          <p:spTgt spid="38"/>
                                        </p:tgtEl>
                                        <p:attrNameLst>
                                          <p:attrName>style.visibility</p:attrName>
                                        </p:attrNameLst>
                                      </p:cBhvr>
                                      <p:to>
                                        <p:strVal val="visible"/>
                                      </p:to>
                                    </p:set>
                                  </p:childTnLst>
                                </p:cTn>
                              </p:par>
                            </p:childTnLst>
                          </p:cTn>
                        </p:par>
                        <p:par>
                          <p:cTn id="72" fill="hold" nodeType="afterGroup">
                            <p:stCondLst>
                              <p:cond delay="0"/>
                            </p:stCondLst>
                            <p:childTnLst>
                              <p:par>
                                <p:cTn id="73" presetID="35" presetClass="path" presetSubtype="0" accel="50000" decel="50000" fill="hold" nodeType="afterEffect">
                                  <p:stCondLst>
                                    <p:cond delay="0"/>
                                  </p:stCondLst>
                                  <p:childTnLst>
                                    <p:animMotion origin="layout" path="M -0.06597 -0.00694 L -0.20868 -0.00694 " pathEditMode="relative" rAng="0" ptsTypes="AA">
                                      <p:cBhvr>
                                        <p:cTn id="74" dur="500" fill="hold"/>
                                        <p:tgtEl>
                                          <p:spTgt spid="38"/>
                                        </p:tgtEl>
                                        <p:attrNameLst>
                                          <p:attrName>ppt_x</p:attrName>
                                          <p:attrName>ppt_y</p:attrName>
                                        </p:attrNameLst>
                                      </p:cBhvr>
                                      <p:rCtr x="-7135" y="0"/>
                                    </p:animMotion>
                                  </p:childTnLst>
                                </p:cTn>
                              </p:par>
                              <p:par>
                                <p:cTn id="75" presetID="26" presetClass="emph" presetSubtype="0" fill="hold" nodeType="withEffect">
                                  <p:stCondLst>
                                    <p:cond delay="0"/>
                                  </p:stCondLst>
                                  <p:childTnLst>
                                    <p:animEffect transition="out" filter="fade">
                                      <p:cBhvr>
                                        <p:cTn id="76" dur="500" tmFilter="0, 0; .2, .5; .8, .5; 1, 0"/>
                                        <p:tgtEl>
                                          <p:spTgt spid="9"/>
                                        </p:tgtEl>
                                      </p:cBhvr>
                                    </p:animEffect>
                                    <p:animScale>
                                      <p:cBhvr>
                                        <p:cTn id="77" dur="250" autoRev="1" fill="hold"/>
                                        <p:tgtEl>
                                          <p:spTgt spid="9"/>
                                        </p:tgtEl>
                                      </p:cBhvr>
                                      <p:by x="105000" y="105000"/>
                                    </p:animScale>
                                  </p:childTnLst>
                                </p:cTn>
                              </p:par>
                            </p:childTnLst>
                          </p:cTn>
                        </p:par>
                      </p:childTnLst>
                    </p:cTn>
                  </p:par>
                  <p:par>
                    <p:cTn id="78" fill="hold" nodeType="clickPar">
                      <p:stCondLst>
                        <p:cond delay="indefinite"/>
                      </p:stCondLst>
                      <p:childTnLst>
                        <p:par>
                          <p:cTn id="79" fill="hold" nodeType="withGroup">
                            <p:stCondLst>
                              <p:cond delay="0"/>
                            </p:stCondLst>
                            <p:childTnLst>
                              <p:par>
                                <p:cTn id="80" presetID="1" presetClass="exit" presetSubtype="0" fill="hold" nodeType="clickEffect">
                                  <p:stCondLst>
                                    <p:cond delay="0"/>
                                  </p:stCondLst>
                                  <p:childTnLst>
                                    <p:set>
                                      <p:cBhvr>
                                        <p:cTn id="81" dur="1" fill="hold">
                                          <p:stCondLst>
                                            <p:cond delay="0"/>
                                          </p:stCondLst>
                                        </p:cTn>
                                        <p:tgtEl>
                                          <p:spTgt spid="38"/>
                                        </p:tgtEl>
                                        <p:attrNameLst>
                                          <p:attrName>style.visibility</p:attrName>
                                        </p:attrNameLst>
                                      </p:cBhvr>
                                      <p:to>
                                        <p:strVal val="hidden"/>
                                      </p:to>
                                    </p:set>
                                  </p:childTnLst>
                                </p:cTn>
                              </p:par>
                            </p:childTnLst>
                          </p:cTn>
                        </p:par>
                        <p:par>
                          <p:cTn id="82" fill="hold" nodeType="afterGroup">
                            <p:stCondLst>
                              <p:cond delay="0"/>
                            </p:stCondLst>
                            <p:childTnLst>
                              <p:par>
                                <p:cTn id="83" presetID="63" presetClass="path" presetSubtype="0" accel="50000" decel="50000" fill="hold" nodeType="afterEffect">
                                  <p:stCondLst>
                                    <p:cond delay="0"/>
                                  </p:stCondLst>
                                  <p:childTnLst>
                                    <p:animMotion origin="layout" path="M -0.00364 0.08878 L 0.16302 0.09294 " pathEditMode="relative" rAng="0" ptsTypes="AA">
                                      <p:cBhvr>
                                        <p:cTn id="84" dur="1000" fill="hold"/>
                                        <p:tgtEl>
                                          <p:spTgt spid="32"/>
                                        </p:tgtEl>
                                        <p:attrNameLst>
                                          <p:attrName>ppt_x</p:attrName>
                                          <p:attrName>ppt_y</p:attrName>
                                        </p:attrNameLst>
                                      </p:cBhvr>
                                      <p:rCtr x="8333" y="208"/>
                                    </p:animMotion>
                                  </p:childTnLst>
                                </p:cTn>
                              </p:par>
                            </p:childTnLst>
                          </p:cTn>
                        </p:par>
                        <p:par>
                          <p:cTn id="85" fill="hold" nodeType="afterGroup">
                            <p:stCondLst>
                              <p:cond delay="1000"/>
                            </p:stCondLst>
                            <p:childTnLst>
                              <p:par>
                                <p:cTn id="86" presetID="1" presetClass="exit" presetSubtype="0" fill="hold" grpId="1" nodeType="afterEffect">
                                  <p:stCondLst>
                                    <p:cond delay="0"/>
                                  </p:stCondLst>
                                  <p:childTnLst>
                                    <p:set>
                                      <p:cBhvr>
                                        <p:cTn id="87" dur="1" fill="hold">
                                          <p:stCondLst>
                                            <p:cond delay="0"/>
                                          </p:stCondLst>
                                        </p:cTn>
                                        <p:tgtEl>
                                          <p:spTgt spid="42"/>
                                        </p:tgtEl>
                                        <p:attrNameLst>
                                          <p:attrName>style.visibility</p:attrName>
                                        </p:attrNameLst>
                                      </p:cBhvr>
                                      <p:to>
                                        <p:strVal val="hidden"/>
                                      </p:to>
                                    </p:set>
                                  </p:childTnLst>
                                </p:cTn>
                              </p:par>
                            </p:childTnLst>
                          </p:cTn>
                        </p:par>
                        <p:par>
                          <p:cTn id="88" fill="hold" nodeType="afterGroup">
                            <p:stCondLst>
                              <p:cond delay="1000"/>
                            </p:stCondLst>
                            <p:childTnLst>
                              <p:par>
                                <p:cTn id="89" presetID="1" presetClass="entr" presetSubtype="0" fill="hold" grpId="0" nodeType="afterEffect">
                                  <p:stCondLst>
                                    <p:cond delay="0"/>
                                  </p:stCondLst>
                                  <p:childTnLst>
                                    <p:set>
                                      <p:cBhvr>
                                        <p:cTn id="90" dur="1" fill="hold">
                                          <p:stCondLst>
                                            <p:cond delay="0"/>
                                          </p:stCondLst>
                                        </p:cTn>
                                        <p:tgtEl>
                                          <p:spTgt spid="43"/>
                                        </p:tgtEl>
                                        <p:attrNameLst>
                                          <p:attrName>style.visibility</p:attrName>
                                        </p:attrNameLst>
                                      </p:cBhvr>
                                      <p:to>
                                        <p:strVal val="visible"/>
                                      </p:to>
                                    </p:set>
                                  </p:childTnLst>
                                </p:cTn>
                              </p:par>
                            </p:childTnLst>
                          </p:cTn>
                        </p:par>
                      </p:childTnLst>
                    </p:cTn>
                  </p:par>
                  <p:par>
                    <p:cTn id="91" fill="hold" nodeType="clickPar">
                      <p:stCondLst>
                        <p:cond delay="indefinite"/>
                      </p:stCondLst>
                      <p:childTnLst>
                        <p:par>
                          <p:cTn id="92" fill="hold" nodeType="withGroup">
                            <p:stCondLst>
                              <p:cond delay="0"/>
                            </p:stCondLst>
                            <p:childTnLst>
                              <p:par>
                                <p:cTn id="93" presetID="1" presetClass="entr" presetSubtype="0" fill="hold" nodeType="clickEffect">
                                  <p:stCondLst>
                                    <p:cond delay="0"/>
                                  </p:stCondLst>
                                  <p:childTnLst>
                                    <p:set>
                                      <p:cBhvr>
                                        <p:cTn id="94" dur="1" fill="hold">
                                          <p:stCondLst>
                                            <p:cond delay="0"/>
                                          </p:stCondLst>
                                        </p:cTn>
                                        <p:tgtEl>
                                          <p:spTgt spid="38"/>
                                        </p:tgtEl>
                                        <p:attrNameLst>
                                          <p:attrName>style.visibility</p:attrName>
                                        </p:attrNameLst>
                                      </p:cBhvr>
                                      <p:to>
                                        <p:strVal val="visible"/>
                                      </p:to>
                                    </p:set>
                                  </p:childTnLst>
                                </p:cTn>
                              </p:par>
                            </p:childTnLst>
                          </p:cTn>
                        </p:par>
                        <p:par>
                          <p:cTn id="95" fill="hold" nodeType="afterGroup">
                            <p:stCondLst>
                              <p:cond delay="0"/>
                            </p:stCondLst>
                            <p:childTnLst>
                              <p:par>
                                <p:cTn id="96" presetID="63" presetClass="path" presetSubtype="0" accel="50000" decel="50000" fill="hold" nodeType="afterEffect">
                                  <p:stCondLst>
                                    <p:cond delay="0"/>
                                  </p:stCondLst>
                                  <p:childTnLst>
                                    <p:animMotion origin="layout" path="M -0.20868 -0.00694 L -0.12431 -0.00694 " pathEditMode="relative" rAng="0" ptsTypes="AA">
                                      <p:cBhvr>
                                        <p:cTn id="97" dur="1000" fill="hold"/>
                                        <p:tgtEl>
                                          <p:spTgt spid="38"/>
                                        </p:tgtEl>
                                        <p:attrNameLst>
                                          <p:attrName>ppt_x</p:attrName>
                                          <p:attrName>ppt_y</p:attrName>
                                        </p:attrNameLst>
                                      </p:cBhvr>
                                      <p:rCtr x="4219" y="0"/>
                                    </p:animMotion>
                                  </p:childTnLst>
                                </p:cTn>
                              </p:par>
                            </p:childTnLst>
                          </p:cTn>
                        </p:par>
                        <p:par>
                          <p:cTn id="98" fill="hold" nodeType="afterGroup">
                            <p:stCondLst>
                              <p:cond delay="1000"/>
                            </p:stCondLst>
                            <p:childTnLst>
                              <p:par>
                                <p:cTn id="99" presetID="63" presetClass="path" presetSubtype="0" accel="50000" decel="50000" fill="hold" nodeType="afterEffect">
                                  <p:stCondLst>
                                    <p:cond delay="0"/>
                                  </p:stCondLst>
                                  <p:childTnLst>
                                    <p:animMotion origin="layout" path="M 0.16302 0.09295 L 0.21302 0.09295 " pathEditMode="relative" rAng="0" ptsTypes="AA">
                                      <p:cBhvr>
                                        <p:cTn id="100" dur="2000" fill="hold"/>
                                        <p:tgtEl>
                                          <p:spTgt spid="32"/>
                                        </p:tgtEl>
                                        <p:attrNameLst>
                                          <p:attrName>ppt_x</p:attrName>
                                          <p:attrName>ppt_y</p:attrName>
                                        </p:attrNameLst>
                                      </p:cBhvr>
                                      <p:rCtr x="2500" y="0"/>
                                    </p:animMotion>
                                  </p:childTnLst>
                                </p:cTn>
                              </p:par>
                            </p:childTnLst>
                          </p:cTn>
                        </p:par>
                        <p:par>
                          <p:cTn id="101" fill="hold" nodeType="afterGroup">
                            <p:stCondLst>
                              <p:cond delay="3000"/>
                            </p:stCondLst>
                            <p:childTnLst>
                              <p:par>
                                <p:cTn id="102" presetID="26" presetClass="emph" presetSubtype="0" fill="hold" grpId="1" nodeType="afterEffect">
                                  <p:stCondLst>
                                    <p:cond delay="0"/>
                                  </p:stCondLst>
                                  <p:childTnLst>
                                    <p:animEffect transition="out" filter="fade">
                                      <p:cBhvr>
                                        <p:cTn id="103" dur="500" tmFilter="0, 0; .2, .5; .8, .5; 1, 0"/>
                                        <p:tgtEl>
                                          <p:spTgt spid="14"/>
                                        </p:tgtEl>
                                      </p:cBhvr>
                                    </p:animEffect>
                                    <p:animScale>
                                      <p:cBhvr>
                                        <p:cTn id="104" dur="250" autoRev="1" fill="hold"/>
                                        <p:tgtEl>
                                          <p:spTgt spid="14"/>
                                        </p:tgtEl>
                                      </p:cBhvr>
                                      <p:by x="105000" y="105000"/>
                                    </p:animScale>
                                  </p:childTnLst>
                                </p:cTn>
                              </p:par>
                            </p:childTnLst>
                          </p:cTn>
                        </p:par>
                        <p:par>
                          <p:cTn id="105" fill="hold" nodeType="afterGroup">
                            <p:stCondLst>
                              <p:cond delay="3500"/>
                            </p:stCondLst>
                            <p:childTnLst>
                              <p:par>
                                <p:cTn id="106" presetID="1" presetClass="entr" presetSubtype="0" fill="hold" grpId="2" nodeType="afterEffect">
                                  <p:stCondLst>
                                    <p:cond delay="500"/>
                                  </p:stCondLst>
                                  <p:childTnLst>
                                    <p:set>
                                      <p:cBhvr>
                                        <p:cTn id="107" dur="1" fill="hold">
                                          <p:stCondLst>
                                            <p:cond delay="0"/>
                                          </p:stCondLst>
                                        </p:cTn>
                                        <p:tgtEl>
                                          <p:spTgt spid="48"/>
                                        </p:tgtEl>
                                        <p:attrNameLst>
                                          <p:attrName>style.visibility</p:attrName>
                                        </p:attrNameLst>
                                      </p:cBhvr>
                                      <p:to>
                                        <p:strVal val="visible"/>
                                      </p:to>
                                    </p:set>
                                  </p:childTnLst>
                                </p:cTn>
                              </p:par>
                            </p:childTnLst>
                          </p:cTn>
                        </p:par>
                        <p:par>
                          <p:cTn id="108" fill="hold" nodeType="afterGroup">
                            <p:stCondLst>
                              <p:cond delay="4000"/>
                            </p:stCondLst>
                            <p:childTnLst>
                              <p:par>
                                <p:cTn id="109" presetID="63" presetClass="path" presetSubtype="0" accel="50000" decel="50000" fill="hold" nodeType="afterEffect">
                                  <p:stCondLst>
                                    <p:cond delay="0"/>
                                  </p:stCondLst>
                                  <p:childTnLst>
                                    <p:animMotion origin="layout" path="M -0.11598 0.19283 L -0.05764 0.19283 " pathEditMode="relative" rAng="0" ptsTypes="AA">
                                      <p:cBhvr>
                                        <p:cTn id="110" dur="2000" fill="hold"/>
                                        <p:tgtEl>
                                          <p:spTgt spid="38"/>
                                        </p:tgtEl>
                                        <p:attrNameLst>
                                          <p:attrName>ppt_x</p:attrName>
                                          <p:attrName>ppt_y</p:attrName>
                                        </p:attrNameLst>
                                      </p:cBhvr>
                                      <p:rCtr x="2917" y="0"/>
                                    </p:animMotion>
                                  </p:childTnLst>
                                </p:cTn>
                              </p:par>
                            </p:childTnLst>
                          </p:cTn>
                        </p:par>
                      </p:childTnLst>
                    </p:cTn>
                  </p:par>
                  <p:par>
                    <p:cTn id="111" fill="hold" nodeType="clickPar">
                      <p:stCondLst>
                        <p:cond delay="indefinite"/>
                      </p:stCondLst>
                      <p:childTnLst>
                        <p:par>
                          <p:cTn id="112" fill="hold" nodeType="withGroup">
                            <p:stCondLst>
                              <p:cond delay="0"/>
                            </p:stCondLst>
                            <p:childTnLst>
                              <p:par>
                                <p:cTn id="113" presetID="1" presetClass="exit" presetSubtype="0" fill="hold" nodeType="clickEffect">
                                  <p:stCondLst>
                                    <p:cond delay="0"/>
                                  </p:stCondLst>
                                  <p:childTnLst>
                                    <p:set>
                                      <p:cBhvr>
                                        <p:cTn id="114" dur="1" fill="hold">
                                          <p:stCondLst>
                                            <p:cond delay="0"/>
                                          </p:stCondLst>
                                        </p:cTn>
                                        <p:tgtEl>
                                          <p:spTgt spid="38"/>
                                        </p:tgtEl>
                                        <p:attrNameLst>
                                          <p:attrName>style.visibility</p:attrName>
                                        </p:attrNameLst>
                                      </p:cBhvr>
                                      <p:to>
                                        <p:strVal val="hidden"/>
                                      </p:to>
                                    </p:set>
                                  </p:childTnLst>
                                </p:cTn>
                              </p:par>
                              <p:par>
                                <p:cTn id="115" presetID="1" presetClass="exit" presetSubtype="0" fill="hold" grpId="3" nodeType="withEffect">
                                  <p:stCondLst>
                                    <p:cond delay="0"/>
                                  </p:stCondLst>
                                  <p:childTnLst>
                                    <p:set>
                                      <p:cBhvr>
                                        <p:cTn id="116" dur="1" fill="hold">
                                          <p:stCondLst>
                                            <p:cond delay="0"/>
                                          </p:stCondLst>
                                        </p:cTn>
                                        <p:tgtEl>
                                          <p:spTgt spid="48"/>
                                        </p:tgtEl>
                                        <p:attrNameLst>
                                          <p:attrName>style.visibility</p:attrName>
                                        </p:attrNameLst>
                                      </p:cBhvr>
                                      <p:to>
                                        <p:strVal val="hidden"/>
                                      </p:to>
                                    </p:set>
                                  </p:childTnLst>
                                </p:cTn>
                              </p:par>
                            </p:childTnLst>
                          </p:cTn>
                        </p:par>
                        <p:par>
                          <p:cTn id="117" fill="hold" nodeType="afterGroup">
                            <p:stCondLst>
                              <p:cond delay="0"/>
                            </p:stCondLst>
                            <p:childTnLst>
                              <p:par>
                                <p:cTn id="118" presetID="1" presetClass="exit" presetSubtype="0" fill="hold" grpId="1" nodeType="afterEffect">
                                  <p:stCondLst>
                                    <p:cond delay="0"/>
                                  </p:stCondLst>
                                  <p:childTnLst>
                                    <p:set>
                                      <p:cBhvr>
                                        <p:cTn id="119" dur="1" fill="hold">
                                          <p:stCondLst>
                                            <p:cond delay="0"/>
                                          </p:stCondLst>
                                        </p:cTn>
                                        <p:tgtEl>
                                          <p:spTgt spid="43"/>
                                        </p:tgtEl>
                                        <p:attrNameLst>
                                          <p:attrName>style.visibility</p:attrName>
                                        </p:attrNameLst>
                                      </p:cBhvr>
                                      <p:to>
                                        <p:strVal val="hidden"/>
                                      </p:to>
                                    </p:set>
                                  </p:childTnLst>
                                </p:cTn>
                              </p:par>
                            </p:childTnLst>
                          </p:cTn>
                        </p:par>
                        <p:par>
                          <p:cTn id="120" fill="hold" nodeType="afterGroup">
                            <p:stCondLst>
                              <p:cond delay="0"/>
                            </p:stCondLst>
                            <p:childTnLst>
                              <p:par>
                                <p:cTn id="121" presetID="1" presetClass="entr" presetSubtype="0" fill="hold" grpId="0" nodeType="afterEffect">
                                  <p:stCondLst>
                                    <p:cond delay="0"/>
                                  </p:stCondLst>
                                  <p:childTnLst>
                                    <p:set>
                                      <p:cBhvr>
                                        <p:cTn id="122" dur="1" fill="hold">
                                          <p:stCondLst>
                                            <p:cond delay="0"/>
                                          </p:stCondLst>
                                        </p:cTn>
                                        <p:tgtEl>
                                          <p:spTgt spid="44"/>
                                        </p:tgtEl>
                                        <p:attrNameLst>
                                          <p:attrName>style.visibility</p:attrName>
                                        </p:attrNameLst>
                                      </p:cBhvr>
                                      <p:to>
                                        <p:strVal val="visible"/>
                                      </p:to>
                                    </p:set>
                                  </p:childTnLst>
                                </p:cTn>
                              </p:par>
                            </p:childTnLst>
                          </p:cTn>
                        </p:par>
                      </p:childTnLst>
                    </p:cTn>
                  </p:par>
                  <p:par>
                    <p:cTn id="123" fill="hold" nodeType="clickPar">
                      <p:stCondLst>
                        <p:cond delay="indefinite"/>
                      </p:stCondLst>
                      <p:childTnLst>
                        <p:par>
                          <p:cTn id="124" fill="hold" nodeType="withGroup">
                            <p:stCondLst>
                              <p:cond delay="0"/>
                            </p:stCondLst>
                            <p:childTnLst>
                              <p:par>
                                <p:cTn id="125" presetID="26" presetClass="emph" presetSubtype="0" fill="hold" grpId="2" nodeType="clickEffect">
                                  <p:stCondLst>
                                    <p:cond delay="0"/>
                                  </p:stCondLst>
                                  <p:childTnLst>
                                    <p:animEffect transition="out" filter="fade">
                                      <p:cBhvr>
                                        <p:cTn id="126" dur="500" tmFilter="0, 0; .2, .5; .8, .5; 1, 0"/>
                                        <p:tgtEl>
                                          <p:spTgt spid="14"/>
                                        </p:tgtEl>
                                      </p:cBhvr>
                                    </p:animEffect>
                                    <p:animScale>
                                      <p:cBhvr>
                                        <p:cTn id="127" dur="250" autoRev="1" fill="hold"/>
                                        <p:tgtEl>
                                          <p:spTgt spid="14"/>
                                        </p:tgtEl>
                                      </p:cBhvr>
                                      <p:by x="105000" y="105000"/>
                                    </p:animScale>
                                  </p:childTnLst>
                                </p:cTn>
                              </p:par>
                              <p:par>
                                <p:cTn id="128" presetID="26" presetClass="emph" presetSubtype="0" fill="hold" grpId="2" nodeType="withEffect">
                                  <p:stCondLst>
                                    <p:cond delay="0"/>
                                  </p:stCondLst>
                                  <p:childTnLst>
                                    <p:animEffect transition="out" filter="fade">
                                      <p:cBhvr>
                                        <p:cTn id="129" dur="500" tmFilter="0, 0; .2, .5; .8, .5; 1, 0"/>
                                        <p:tgtEl>
                                          <p:spTgt spid="9"/>
                                        </p:tgtEl>
                                      </p:cBhvr>
                                    </p:animEffect>
                                    <p:animScale>
                                      <p:cBhvr>
                                        <p:cTn id="130" dur="250" autoRev="1" fill="hold"/>
                                        <p:tgtEl>
                                          <p:spTgt spid="9"/>
                                        </p:tgtEl>
                                      </p:cBhvr>
                                      <p:by x="105000" y="105000"/>
                                    </p:animScale>
                                  </p:childTnLst>
                                </p:cTn>
                              </p:par>
                            </p:childTnLst>
                          </p:cTn>
                        </p:par>
                        <p:par>
                          <p:cTn id="131" fill="hold" nodeType="afterGroup">
                            <p:stCondLst>
                              <p:cond delay="500"/>
                            </p:stCondLst>
                            <p:childTnLst>
                              <p:par>
                                <p:cTn id="132" presetID="1" presetClass="entr" presetSubtype="0" fill="hold" grpId="1" nodeType="afterEffect">
                                  <p:stCondLst>
                                    <p:cond delay="500"/>
                                  </p:stCondLst>
                                  <p:childTnLst>
                                    <p:set>
                                      <p:cBhvr>
                                        <p:cTn id="133" dur="1" fill="hold">
                                          <p:stCondLst>
                                            <p:cond delay="0"/>
                                          </p:stCondLst>
                                        </p:cTn>
                                        <p:tgtEl>
                                          <p:spTgt spid="45"/>
                                        </p:tgtEl>
                                        <p:attrNameLst>
                                          <p:attrName>style.visibility</p:attrName>
                                        </p:attrNameLst>
                                      </p:cBhvr>
                                      <p:to>
                                        <p:strVal val="visible"/>
                                      </p:to>
                                    </p:set>
                                  </p:childTnLst>
                                </p:cTn>
                              </p:par>
                            </p:childTnLst>
                          </p:cTn>
                        </p:par>
                        <p:par>
                          <p:cTn id="134" fill="hold" nodeType="afterGroup">
                            <p:stCondLst>
                              <p:cond delay="1000"/>
                            </p:stCondLst>
                            <p:childTnLst>
                              <p:par>
                                <p:cTn id="135" presetID="0" presetClass="path" presetSubtype="0" accel="50000" decel="50000" fill="hold" grpId="0" nodeType="afterEffect">
                                  <p:stCondLst>
                                    <p:cond delay="0"/>
                                  </p:stCondLst>
                                  <p:childTnLst>
                                    <p:animMotion origin="layout" path="M -0.1493 0.17549 C -0.14982 0.10336 -0.15017 0.03145 -0.12534 0.00231 C -0.10052 -0.02682 -0.05034 -0.01341 -2.5E-6 -1.84971E-6 " pathEditMode="relative" ptsTypes="aaA">
                                      <p:cBhvr>
                                        <p:cTn id="136" dur="2000" fill="hold"/>
                                        <p:tgtEl>
                                          <p:spTgt spid="45"/>
                                        </p:tgtEl>
                                        <p:attrNameLst>
                                          <p:attrName>ppt_x</p:attrName>
                                          <p:attrName>ppt_y</p:attrName>
                                        </p:attrNameLst>
                                      </p:cBhvr>
                                    </p:animMotion>
                                  </p:childTnLst>
                                </p:cTn>
                              </p:par>
                            </p:childTnLst>
                          </p:cTn>
                        </p:par>
                        <p:par>
                          <p:cTn id="137" fill="hold" nodeType="afterGroup">
                            <p:stCondLst>
                              <p:cond delay="3000"/>
                            </p:stCondLst>
                            <p:childTnLst>
                              <p:par>
                                <p:cTn id="138" presetID="1" presetClass="entr" presetSubtype="0" fill="hold" grpId="0" nodeType="afterEffect">
                                  <p:stCondLst>
                                    <p:cond delay="500"/>
                                  </p:stCondLst>
                                  <p:childTnLst>
                                    <p:set>
                                      <p:cBhvr>
                                        <p:cTn id="139" dur="1" fill="hold">
                                          <p:stCondLst>
                                            <p:cond delay="0"/>
                                          </p:stCondLst>
                                        </p:cTn>
                                        <p:tgtEl>
                                          <p:spTgt spid="46"/>
                                        </p:tgtEl>
                                        <p:attrNameLst>
                                          <p:attrName>style.visibility</p:attrName>
                                        </p:attrNameLst>
                                      </p:cBhvr>
                                      <p:to>
                                        <p:strVal val="visible"/>
                                      </p:to>
                                    </p:set>
                                  </p:childTnLst>
                                </p:cTn>
                              </p:par>
                            </p:childTnLst>
                          </p:cTn>
                        </p:par>
                        <p:par>
                          <p:cTn id="140" fill="hold" nodeType="afterGroup">
                            <p:stCondLst>
                              <p:cond delay="3500"/>
                            </p:stCondLst>
                            <p:childTnLst>
                              <p:par>
                                <p:cTn id="141" presetID="1" presetClass="entr" presetSubtype="0" fill="hold" grpId="0" nodeType="afterEffect">
                                  <p:stCondLst>
                                    <p:cond delay="0"/>
                                  </p:stCondLst>
                                  <p:childTnLst>
                                    <p:set>
                                      <p:cBhvr>
                                        <p:cTn id="142"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9" grpId="1" animBg="1"/>
      <p:bldP spid="9" grpId="2" animBg="1"/>
      <p:bldP spid="10" grpId="0"/>
      <p:bldP spid="11" grpId="0" animBg="1"/>
      <p:bldP spid="12" grpId="0" animBg="1"/>
      <p:bldP spid="13" grpId="0" animBg="1"/>
      <p:bldP spid="14" grpId="0" animBg="1"/>
      <p:bldP spid="14" grpId="1" animBg="1"/>
      <p:bldP spid="14" grpId="2" animBg="1"/>
      <p:bldP spid="15" grpId="0" animBg="1"/>
      <p:bldP spid="15" grpId="1" animBg="1"/>
      <p:bldP spid="16" grpId="0" animBg="1"/>
      <p:bldP spid="17" grpId="0" animBg="1"/>
      <p:bldP spid="18" grpId="0" animBg="1"/>
      <p:bldP spid="19" grpId="0" animBg="1"/>
      <p:bldP spid="20" grpId="0" animBg="1"/>
      <p:bldP spid="41" grpId="0" animBg="1"/>
      <p:bldP spid="41" grpId="1" animBg="1"/>
      <p:bldP spid="42" grpId="0" animBg="1"/>
      <p:bldP spid="42" grpId="1" animBg="1"/>
      <p:bldP spid="43" grpId="0" animBg="1"/>
      <p:bldP spid="43" grpId="1" animBg="1"/>
      <p:bldP spid="44" grpId="0" animBg="1"/>
      <p:bldP spid="45" grpId="0"/>
      <p:bldP spid="45" grpId="1"/>
      <p:bldP spid="46" grpId="0"/>
      <p:bldP spid="47" grpId="0"/>
      <p:bldP spid="48" grpId="0"/>
      <p:bldP spid="48" grpId="1"/>
      <p:bldP spid="48" grpId="2"/>
      <p:bldP spid="48" grpId="3"/>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1026">
            <a:extLst>
              <a:ext uri="{FF2B5EF4-FFF2-40B4-BE49-F238E27FC236}">
                <a16:creationId xmlns:a16="http://schemas.microsoft.com/office/drawing/2014/main" id="{22E608A6-96DC-0E59-FAD6-5093BFAA0636}"/>
              </a:ext>
            </a:extLst>
          </p:cNvPr>
          <p:cNvSpPr>
            <a:spLocks noGrp="1" noChangeArrowheads="1"/>
          </p:cNvSpPr>
          <p:nvPr>
            <p:ph type="title"/>
          </p:nvPr>
        </p:nvSpPr>
        <p:spPr>
          <a:xfrm>
            <a:off x="6096000" y="304800"/>
            <a:ext cx="5535706" cy="685800"/>
          </a:xfrm>
        </p:spPr>
        <p:txBody>
          <a:bodyPr/>
          <a:lstStyle/>
          <a:p>
            <a:r>
              <a:rPr lang="en-US" altLang="en-US" dirty="0"/>
              <a:t>Binary Search Pseudocode</a:t>
            </a:r>
          </a:p>
        </p:txBody>
      </p:sp>
      <p:sp>
        <p:nvSpPr>
          <p:cNvPr id="78851" name="Rectangle 1027">
            <a:extLst>
              <a:ext uri="{FF2B5EF4-FFF2-40B4-BE49-F238E27FC236}">
                <a16:creationId xmlns:a16="http://schemas.microsoft.com/office/drawing/2014/main" id="{47529AC2-422A-897B-4EE1-AA4F7CEB3121}"/>
              </a:ext>
            </a:extLst>
          </p:cNvPr>
          <p:cNvSpPr>
            <a:spLocks noGrp="1" noChangeArrowheads="1"/>
          </p:cNvSpPr>
          <p:nvPr>
            <p:ph type="body" idx="1"/>
          </p:nvPr>
        </p:nvSpPr>
        <p:spPr>
          <a:xfrm>
            <a:off x="2277034" y="990600"/>
            <a:ext cx="8821272" cy="4876800"/>
          </a:xfrm>
        </p:spPr>
        <p:txBody>
          <a:bodyPr>
            <a:noAutofit/>
          </a:bodyPr>
          <a:lstStyle/>
          <a:p>
            <a:pPr>
              <a:lnSpc>
                <a:spcPct val="90000"/>
              </a:lnSpc>
              <a:buFontTx/>
              <a:buNone/>
            </a:pPr>
            <a:r>
              <a:rPr lang="en-US" altLang="en-US" sz="2000" dirty="0"/>
              <a:t>…</a:t>
            </a:r>
          </a:p>
          <a:p>
            <a:pPr>
              <a:lnSpc>
                <a:spcPct val="90000"/>
              </a:lnSpc>
              <a:buFontTx/>
              <a:buNone/>
            </a:pPr>
            <a:r>
              <a:rPr lang="en-US" altLang="en-US" sz="2000" dirty="0"/>
              <a:t>if(size == 0)</a:t>
            </a:r>
          </a:p>
          <a:p>
            <a:pPr>
              <a:lnSpc>
                <a:spcPct val="90000"/>
              </a:lnSpc>
              <a:buFontTx/>
              <a:buNone/>
            </a:pPr>
            <a:r>
              <a:rPr lang="en-US" altLang="en-US" sz="2000" dirty="0"/>
              <a:t>	found = false;</a:t>
            </a:r>
          </a:p>
          <a:p>
            <a:pPr>
              <a:lnSpc>
                <a:spcPct val="90000"/>
              </a:lnSpc>
              <a:buFontTx/>
              <a:buNone/>
            </a:pPr>
            <a:r>
              <a:rPr lang="en-US" altLang="en-US" sz="2000" dirty="0"/>
              <a:t>else {</a:t>
            </a:r>
          </a:p>
          <a:p>
            <a:pPr>
              <a:lnSpc>
                <a:spcPct val="90000"/>
              </a:lnSpc>
              <a:buFontTx/>
              <a:buNone/>
            </a:pPr>
            <a:r>
              <a:rPr lang="en-US" altLang="en-US" sz="2000" dirty="0"/>
              <a:t>	middle = index of approximate midpoint of array segment;</a:t>
            </a:r>
          </a:p>
          <a:p>
            <a:pPr>
              <a:lnSpc>
                <a:spcPct val="90000"/>
              </a:lnSpc>
              <a:buFontTx/>
              <a:buNone/>
            </a:pPr>
            <a:r>
              <a:rPr lang="en-US" altLang="en-US" sz="2000" dirty="0"/>
              <a:t>	if(target == a[middle])</a:t>
            </a:r>
          </a:p>
          <a:p>
            <a:pPr>
              <a:lnSpc>
                <a:spcPct val="90000"/>
              </a:lnSpc>
              <a:buFontTx/>
              <a:buNone/>
            </a:pPr>
            <a:r>
              <a:rPr lang="en-US" altLang="en-US" sz="2000" dirty="0"/>
              <a:t>		target has been found!</a:t>
            </a:r>
          </a:p>
          <a:p>
            <a:pPr>
              <a:lnSpc>
                <a:spcPct val="90000"/>
              </a:lnSpc>
              <a:buFontTx/>
              <a:buNone/>
            </a:pPr>
            <a:r>
              <a:rPr lang="en-US" altLang="en-US" sz="2000" dirty="0"/>
              <a:t>	else if(target &lt; a[middle])</a:t>
            </a:r>
          </a:p>
          <a:p>
            <a:pPr>
              <a:lnSpc>
                <a:spcPct val="90000"/>
              </a:lnSpc>
              <a:buFontTx/>
              <a:buNone/>
            </a:pPr>
            <a:r>
              <a:rPr lang="en-US" altLang="en-US" sz="2000" dirty="0"/>
              <a:t>		search for target in area before midpoint;</a:t>
            </a:r>
          </a:p>
          <a:p>
            <a:pPr>
              <a:lnSpc>
                <a:spcPct val="90000"/>
              </a:lnSpc>
              <a:buFontTx/>
              <a:buNone/>
            </a:pPr>
            <a:r>
              <a:rPr lang="en-US" altLang="en-US" sz="2000" dirty="0"/>
              <a:t>	else</a:t>
            </a:r>
          </a:p>
          <a:p>
            <a:pPr>
              <a:lnSpc>
                <a:spcPct val="90000"/>
              </a:lnSpc>
              <a:buFontTx/>
              <a:buNone/>
            </a:pPr>
            <a:r>
              <a:rPr lang="en-US" altLang="en-US" sz="2000" dirty="0"/>
              <a:t>		search for target in area after midpoint;</a:t>
            </a:r>
          </a:p>
          <a:p>
            <a:pPr>
              <a:lnSpc>
                <a:spcPct val="90000"/>
              </a:lnSpc>
              <a:buFontTx/>
              <a:buNone/>
            </a:pPr>
            <a:r>
              <a:rPr lang="en-US" altLang="en-US" sz="2000" dirty="0"/>
              <a:t>}</a:t>
            </a:r>
          </a:p>
          <a:p>
            <a:pPr>
              <a:lnSpc>
                <a:spcPct val="90000"/>
              </a:lnSpc>
              <a:buFontTx/>
              <a:buNone/>
            </a:pPr>
            <a:r>
              <a:rPr lang="en-US" altLang="en-US" sz="2000" dirty="0"/>
              <a:t>…</a:t>
            </a:r>
          </a:p>
          <a:p>
            <a:pPr>
              <a:lnSpc>
                <a:spcPct val="90000"/>
              </a:lnSpc>
              <a:buFontTx/>
              <a:buNone/>
            </a:pPr>
            <a:r>
              <a:rPr lang="en-US" altLang="en-US" sz="2000" dirty="0"/>
              <a:t>		</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7" name="Rectangle 3">
            <a:extLst>
              <a:ext uri="{FF2B5EF4-FFF2-40B4-BE49-F238E27FC236}">
                <a16:creationId xmlns:a16="http://schemas.microsoft.com/office/drawing/2014/main" id="{8DB8339D-E1F4-AA74-B684-6BA71315D5CE}"/>
              </a:ext>
            </a:extLst>
          </p:cNvPr>
          <p:cNvSpPr>
            <a:spLocks noChangeArrowheads="1"/>
          </p:cNvSpPr>
          <p:nvPr/>
        </p:nvSpPr>
        <p:spPr bwMode="auto">
          <a:xfrm>
            <a:off x="2635250" y="2976564"/>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93188" name="Rectangle 4">
            <a:extLst>
              <a:ext uri="{FF2B5EF4-FFF2-40B4-BE49-F238E27FC236}">
                <a16:creationId xmlns:a16="http://schemas.microsoft.com/office/drawing/2014/main" id="{F6145F61-AC38-2A5E-C6A4-F099DE9B5C01}"/>
              </a:ext>
            </a:extLst>
          </p:cNvPr>
          <p:cNvSpPr>
            <a:spLocks noChangeArrowheads="1"/>
          </p:cNvSpPr>
          <p:nvPr/>
        </p:nvSpPr>
        <p:spPr bwMode="auto">
          <a:xfrm>
            <a:off x="3569800" y="2976564"/>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93189" name="Text Box 5">
            <a:extLst>
              <a:ext uri="{FF2B5EF4-FFF2-40B4-BE49-F238E27FC236}">
                <a16:creationId xmlns:a16="http://schemas.microsoft.com/office/drawing/2014/main" id="{2FC7FB0B-FBA9-2AE8-ED58-6B47D4A1EC5E}"/>
              </a:ext>
            </a:extLst>
          </p:cNvPr>
          <p:cNvSpPr txBox="1">
            <a:spLocks noChangeArrowheads="1"/>
          </p:cNvSpPr>
          <p:nvPr/>
        </p:nvSpPr>
        <p:spPr bwMode="auto">
          <a:xfrm>
            <a:off x="2209800" y="1981201"/>
            <a:ext cx="7853432"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t>Example: sorted array of integer keys.  Target=7.</a:t>
            </a:r>
          </a:p>
          <a:p>
            <a:endParaRPr lang="en-US" altLang="en-US" sz="2800"/>
          </a:p>
          <a:p>
            <a:endParaRPr lang="en-US" altLang="en-US" sz="2800"/>
          </a:p>
          <a:p>
            <a:endParaRPr lang="en-US" altLang="en-US" sz="2800"/>
          </a:p>
          <a:p>
            <a:endParaRPr lang="en-US" altLang="en-US" sz="2800"/>
          </a:p>
          <a:p>
            <a:endParaRPr lang="en-US" altLang="en-US" sz="2800"/>
          </a:p>
          <a:p>
            <a:endParaRPr lang="en-US" altLang="en-US" sz="2800"/>
          </a:p>
        </p:txBody>
      </p:sp>
      <p:sp>
        <p:nvSpPr>
          <p:cNvPr id="93190" name="Rectangle 6">
            <a:extLst>
              <a:ext uri="{FF2B5EF4-FFF2-40B4-BE49-F238E27FC236}">
                <a16:creationId xmlns:a16="http://schemas.microsoft.com/office/drawing/2014/main" id="{2188CBDB-91C9-C691-4D6D-01B72507F1C9}"/>
              </a:ext>
            </a:extLst>
          </p:cNvPr>
          <p:cNvSpPr>
            <a:spLocks noChangeArrowheads="1"/>
          </p:cNvSpPr>
          <p:nvPr/>
        </p:nvSpPr>
        <p:spPr bwMode="auto">
          <a:xfrm>
            <a:off x="25146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a:t>
            </a:r>
          </a:p>
        </p:txBody>
      </p:sp>
      <p:sp>
        <p:nvSpPr>
          <p:cNvPr id="93191" name="Rectangle 7">
            <a:extLst>
              <a:ext uri="{FF2B5EF4-FFF2-40B4-BE49-F238E27FC236}">
                <a16:creationId xmlns:a16="http://schemas.microsoft.com/office/drawing/2014/main" id="{91C426E8-4A3D-F128-F577-C9DEFEE359AC}"/>
              </a:ext>
            </a:extLst>
          </p:cNvPr>
          <p:cNvSpPr>
            <a:spLocks noChangeArrowheads="1"/>
          </p:cNvSpPr>
          <p:nvPr/>
        </p:nvSpPr>
        <p:spPr bwMode="auto">
          <a:xfrm>
            <a:off x="34290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6</a:t>
            </a:r>
          </a:p>
        </p:txBody>
      </p:sp>
      <p:sp>
        <p:nvSpPr>
          <p:cNvPr id="93192" name="Rectangle 8">
            <a:extLst>
              <a:ext uri="{FF2B5EF4-FFF2-40B4-BE49-F238E27FC236}">
                <a16:creationId xmlns:a16="http://schemas.microsoft.com/office/drawing/2014/main" id="{7BB9D355-EBB8-5A69-5AB6-267F004B2401}"/>
              </a:ext>
            </a:extLst>
          </p:cNvPr>
          <p:cNvSpPr>
            <a:spLocks noChangeArrowheads="1"/>
          </p:cNvSpPr>
          <p:nvPr/>
        </p:nvSpPr>
        <p:spPr bwMode="auto">
          <a:xfrm>
            <a:off x="43434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7</a:t>
            </a:r>
          </a:p>
        </p:txBody>
      </p:sp>
      <p:sp>
        <p:nvSpPr>
          <p:cNvPr id="93193" name="Rectangle 9">
            <a:extLst>
              <a:ext uri="{FF2B5EF4-FFF2-40B4-BE49-F238E27FC236}">
                <a16:creationId xmlns:a16="http://schemas.microsoft.com/office/drawing/2014/main" id="{27917998-5D24-8264-99EA-20A2D4CCC49E}"/>
              </a:ext>
            </a:extLst>
          </p:cNvPr>
          <p:cNvSpPr>
            <a:spLocks noChangeArrowheads="1"/>
          </p:cNvSpPr>
          <p:nvPr/>
        </p:nvSpPr>
        <p:spPr bwMode="auto">
          <a:xfrm>
            <a:off x="52578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11</a:t>
            </a:r>
          </a:p>
        </p:txBody>
      </p:sp>
      <p:sp>
        <p:nvSpPr>
          <p:cNvPr id="93194" name="Rectangle 10">
            <a:extLst>
              <a:ext uri="{FF2B5EF4-FFF2-40B4-BE49-F238E27FC236}">
                <a16:creationId xmlns:a16="http://schemas.microsoft.com/office/drawing/2014/main" id="{9F04021F-3D55-55C9-9FEA-67B50D81C9A5}"/>
              </a:ext>
            </a:extLst>
          </p:cNvPr>
          <p:cNvSpPr>
            <a:spLocks noChangeArrowheads="1"/>
          </p:cNvSpPr>
          <p:nvPr/>
        </p:nvSpPr>
        <p:spPr bwMode="auto">
          <a:xfrm>
            <a:off x="61722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32</a:t>
            </a:r>
          </a:p>
        </p:txBody>
      </p:sp>
      <p:sp>
        <p:nvSpPr>
          <p:cNvPr id="93195" name="Rectangle 11">
            <a:extLst>
              <a:ext uri="{FF2B5EF4-FFF2-40B4-BE49-F238E27FC236}">
                <a16:creationId xmlns:a16="http://schemas.microsoft.com/office/drawing/2014/main" id="{02A907C3-A8ED-3716-BC6A-A8043E27C3CA}"/>
              </a:ext>
            </a:extLst>
          </p:cNvPr>
          <p:cNvSpPr>
            <a:spLocks noChangeArrowheads="1"/>
          </p:cNvSpPr>
          <p:nvPr/>
        </p:nvSpPr>
        <p:spPr bwMode="auto">
          <a:xfrm>
            <a:off x="70866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33</a:t>
            </a:r>
          </a:p>
        </p:txBody>
      </p:sp>
      <p:sp>
        <p:nvSpPr>
          <p:cNvPr id="93196" name="Rectangle 12">
            <a:extLst>
              <a:ext uri="{FF2B5EF4-FFF2-40B4-BE49-F238E27FC236}">
                <a16:creationId xmlns:a16="http://schemas.microsoft.com/office/drawing/2014/main" id="{29749D3F-518B-7080-64B8-BCCD038CE666}"/>
              </a:ext>
            </a:extLst>
          </p:cNvPr>
          <p:cNvSpPr>
            <a:spLocks noChangeArrowheads="1"/>
          </p:cNvSpPr>
          <p:nvPr/>
        </p:nvSpPr>
        <p:spPr bwMode="auto">
          <a:xfrm>
            <a:off x="80010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53</a:t>
            </a:r>
          </a:p>
        </p:txBody>
      </p:sp>
      <p:sp>
        <p:nvSpPr>
          <p:cNvPr id="93197" name="Rectangle 13">
            <a:extLst>
              <a:ext uri="{FF2B5EF4-FFF2-40B4-BE49-F238E27FC236}">
                <a16:creationId xmlns:a16="http://schemas.microsoft.com/office/drawing/2014/main" id="{29645832-1E14-2008-6C14-D600C057803A}"/>
              </a:ext>
            </a:extLst>
          </p:cNvPr>
          <p:cNvSpPr>
            <a:spLocks noChangeArrowheads="1"/>
          </p:cNvSpPr>
          <p:nvPr/>
        </p:nvSpPr>
        <p:spPr bwMode="auto">
          <a:xfrm>
            <a:off x="4419600" y="2971801"/>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[ 2 ]</a:t>
            </a:r>
          </a:p>
        </p:txBody>
      </p:sp>
      <p:sp>
        <p:nvSpPr>
          <p:cNvPr id="93198" name="Rectangle 14">
            <a:extLst>
              <a:ext uri="{FF2B5EF4-FFF2-40B4-BE49-F238E27FC236}">
                <a16:creationId xmlns:a16="http://schemas.microsoft.com/office/drawing/2014/main" id="{774D3DEC-9A71-6DA2-72EC-A8C5FB349491}"/>
              </a:ext>
            </a:extLst>
          </p:cNvPr>
          <p:cNvSpPr>
            <a:spLocks noChangeArrowheads="1"/>
          </p:cNvSpPr>
          <p:nvPr/>
        </p:nvSpPr>
        <p:spPr bwMode="auto">
          <a:xfrm>
            <a:off x="5354150" y="2971801"/>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93199" name="Rectangle 15">
            <a:extLst>
              <a:ext uri="{FF2B5EF4-FFF2-40B4-BE49-F238E27FC236}">
                <a16:creationId xmlns:a16="http://schemas.microsoft.com/office/drawing/2014/main" id="{CBCCC9E4-3124-B755-5089-472DFF439FB4}"/>
              </a:ext>
            </a:extLst>
          </p:cNvPr>
          <p:cNvSpPr>
            <a:spLocks noChangeArrowheads="1"/>
          </p:cNvSpPr>
          <p:nvPr/>
        </p:nvSpPr>
        <p:spPr bwMode="auto">
          <a:xfrm>
            <a:off x="6248400" y="2971801"/>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[ 4 ]</a:t>
            </a:r>
          </a:p>
        </p:txBody>
      </p:sp>
      <p:sp>
        <p:nvSpPr>
          <p:cNvPr id="93200" name="Rectangle 16">
            <a:extLst>
              <a:ext uri="{FF2B5EF4-FFF2-40B4-BE49-F238E27FC236}">
                <a16:creationId xmlns:a16="http://schemas.microsoft.com/office/drawing/2014/main" id="{FA3BA238-D363-FCE0-7090-322B60C15DB1}"/>
              </a:ext>
            </a:extLst>
          </p:cNvPr>
          <p:cNvSpPr>
            <a:spLocks noChangeArrowheads="1"/>
          </p:cNvSpPr>
          <p:nvPr/>
        </p:nvSpPr>
        <p:spPr bwMode="auto">
          <a:xfrm>
            <a:off x="7182950" y="2971801"/>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93201" name="Rectangle 17">
            <a:extLst>
              <a:ext uri="{FF2B5EF4-FFF2-40B4-BE49-F238E27FC236}">
                <a16:creationId xmlns:a16="http://schemas.microsoft.com/office/drawing/2014/main" id="{C76C205E-EBF9-1A36-93E2-723502D3CD03}"/>
              </a:ext>
            </a:extLst>
          </p:cNvPr>
          <p:cNvSpPr>
            <a:spLocks noChangeArrowheads="1"/>
          </p:cNvSpPr>
          <p:nvPr/>
        </p:nvSpPr>
        <p:spPr bwMode="auto">
          <a:xfrm>
            <a:off x="8077200" y="2971801"/>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[ 6 ]</a:t>
            </a:r>
          </a:p>
        </p:txBody>
      </p:sp>
      <p:sp>
        <p:nvSpPr>
          <p:cNvPr id="4" name="Rectangle 1026">
            <a:extLst>
              <a:ext uri="{FF2B5EF4-FFF2-40B4-BE49-F238E27FC236}">
                <a16:creationId xmlns:a16="http://schemas.microsoft.com/office/drawing/2014/main" id="{B5A4B291-F355-BBC4-ED30-B22F21C2FE80}"/>
              </a:ext>
            </a:extLst>
          </p:cNvPr>
          <p:cNvSpPr>
            <a:spLocks noGrp="1" noChangeArrowheads="1"/>
          </p:cNvSpPr>
          <p:nvPr>
            <p:ph type="title"/>
          </p:nvPr>
        </p:nvSpPr>
        <p:spPr>
          <a:xfrm>
            <a:off x="6098071" y="288855"/>
            <a:ext cx="6093929" cy="720771"/>
          </a:xfrm>
        </p:spPr>
        <p:txBody>
          <a:bodyPr>
            <a:normAutofit/>
          </a:bodyPr>
          <a:lstStyle/>
          <a:p>
            <a:r>
              <a:rPr lang="en-US" altLang="en-US" sz="4400" dirty="0"/>
              <a:t>Binary Search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1026">
            <a:extLst>
              <a:ext uri="{FF2B5EF4-FFF2-40B4-BE49-F238E27FC236}">
                <a16:creationId xmlns:a16="http://schemas.microsoft.com/office/drawing/2014/main" id="{BDDFB3B9-8A67-177A-F3CC-0C4031307209}"/>
              </a:ext>
            </a:extLst>
          </p:cNvPr>
          <p:cNvSpPr>
            <a:spLocks noGrp="1" noChangeArrowheads="1"/>
          </p:cNvSpPr>
          <p:nvPr>
            <p:ph type="title"/>
          </p:nvPr>
        </p:nvSpPr>
        <p:spPr/>
        <p:txBody>
          <a:bodyPr>
            <a:normAutofit/>
          </a:bodyPr>
          <a:lstStyle/>
          <a:p>
            <a:r>
              <a:rPr lang="en-US" altLang="en-US" sz="4400" dirty="0"/>
              <a:t>Binary Search</a:t>
            </a:r>
          </a:p>
        </p:txBody>
      </p:sp>
      <p:sp>
        <p:nvSpPr>
          <p:cNvPr id="80899" name="Rectangle 1027">
            <a:extLst>
              <a:ext uri="{FF2B5EF4-FFF2-40B4-BE49-F238E27FC236}">
                <a16:creationId xmlns:a16="http://schemas.microsoft.com/office/drawing/2014/main" id="{9A0AD543-BBE4-A78A-EDB9-DF10478ECCD0}"/>
              </a:ext>
            </a:extLst>
          </p:cNvPr>
          <p:cNvSpPr>
            <a:spLocks noChangeArrowheads="1"/>
          </p:cNvSpPr>
          <p:nvPr/>
        </p:nvSpPr>
        <p:spPr bwMode="auto">
          <a:xfrm>
            <a:off x="2635250" y="2976564"/>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80900" name="Rectangle 1028">
            <a:extLst>
              <a:ext uri="{FF2B5EF4-FFF2-40B4-BE49-F238E27FC236}">
                <a16:creationId xmlns:a16="http://schemas.microsoft.com/office/drawing/2014/main" id="{27348D16-CD8A-DEC3-E9B6-64A54C8E7F3F}"/>
              </a:ext>
            </a:extLst>
          </p:cNvPr>
          <p:cNvSpPr>
            <a:spLocks noChangeArrowheads="1"/>
          </p:cNvSpPr>
          <p:nvPr/>
        </p:nvSpPr>
        <p:spPr bwMode="auto">
          <a:xfrm>
            <a:off x="3569800" y="2976564"/>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80901" name="Text Box 1029">
            <a:extLst>
              <a:ext uri="{FF2B5EF4-FFF2-40B4-BE49-F238E27FC236}">
                <a16:creationId xmlns:a16="http://schemas.microsoft.com/office/drawing/2014/main" id="{323525B1-D3AD-383E-E9A2-796521FDE81F}"/>
              </a:ext>
            </a:extLst>
          </p:cNvPr>
          <p:cNvSpPr txBox="1">
            <a:spLocks noChangeArrowheads="1"/>
          </p:cNvSpPr>
          <p:nvPr/>
        </p:nvSpPr>
        <p:spPr bwMode="auto">
          <a:xfrm>
            <a:off x="1416424" y="1981201"/>
            <a:ext cx="9792956"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3200" dirty="0"/>
              <a:t>Example: sorted array of integer keys.  Target=7.</a:t>
            </a:r>
          </a:p>
          <a:p>
            <a:endParaRPr lang="en-US" altLang="en-US" sz="2800" dirty="0"/>
          </a:p>
          <a:p>
            <a:endParaRPr lang="en-US" altLang="en-US" sz="2800" dirty="0"/>
          </a:p>
          <a:p>
            <a:endParaRPr lang="en-US" altLang="en-US" sz="2800" dirty="0"/>
          </a:p>
          <a:p>
            <a:endParaRPr lang="en-US" altLang="en-US" sz="2800" dirty="0"/>
          </a:p>
          <a:p>
            <a:endParaRPr lang="en-US" altLang="en-US" sz="2800" dirty="0"/>
          </a:p>
          <a:p>
            <a:endParaRPr lang="en-US" altLang="en-US" sz="2800" dirty="0"/>
          </a:p>
        </p:txBody>
      </p:sp>
      <p:sp>
        <p:nvSpPr>
          <p:cNvPr id="80902" name="Rectangle 1030">
            <a:extLst>
              <a:ext uri="{FF2B5EF4-FFF2-40B4-BE49-F238E27FC236}">
                <a16:creationId xmlns:a16="http://schemas.microsoft.com/office/drawing/2014/main" id="{BC1FCF5F-9FA0-D792-0ABA-C96B83220D58}"/>
              </a:ext>
            </a:extLst>
          </p:cNvPr>
          <p:cNvSpPr>
            <a:spLocks noChangeArrowheads="1"/>
          </p:cNvSpPr>
          <p:nvPr/>
        </p:nvSpPr>
        <p:spPr bwMode="auto">
          <a:xfrm>
            <a:off x="25146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a:t>
            </a:r>
          </a:p>
        </p:txBody>
      </p:sp>
      <p:sp>
        <p:nvSpPr>
          <p:cNvPr id="80903" name="Rectangle 1031">
            <a:extLst>
              <a:ext uri="{FF2B5EF4-FFF2-40B4-BE49-F238E27FC236}">
                <a16:creationId xmlns:a16="http://schemas.microsoft.com/office/drawing/2014/main" id="{1E51791B-4A4F-24C4-3474-A534CA3B5874}"/>
              </a:ext>
            </a:extLst>
          </p:cNvPr>
          <p:cNvSpPr>
            <a:spLocks noChangeArrowheads="1"/>
          </p:cNvSpPr>
          <p:nvPr/>
        </p:nvSpPr>
        <p:spPr bwMode="auto">
          <a:xfrm>
            <a:off x="34290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6</a:t>
            </a:r>
          </a:p>
        </p:txBody>
      </p:sp>
      <p:sp>
        <p:nvSpPr>
          <p:cNvPr id="80904" name="Rectangle 1032">
            <a:extLst>
              <a:ext uri="{FF2B5EF4-FFF2-40B4-BE49-F238E27FC236}">
                <a16:creationId xmlns:a16="http://schemas.microsoft.com/office/drawing/2014/main" id="{FBA773DB-9902-C82A-8441-35917C99E0D9}"/>
              </a:ext>
            </a:extLst>
          </p:cNvPr>
          <p:cNvSpPr>
            <a:spLocks noChangeArrowheads="1"/>
          </p:cNvSpPr>
          <p:nvPr/>
        </p:nvSpPr>
        <p:spPr bwMode="auto">
          <a:xfrm>
            <a:off x="43434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7</a:t>
            </a:r>
          </a:p>
        </p:txBody>
      </p:sp>
      <p:sp>
        <p:nvSpPr>
          <p:cNvPr id="80905" name="Rectangle 1033">
            <a:extLst>
              <a:ext uri="{FF2B5EF4-FFF2-40B4-BE49-F238E27FC236}">
                <a16:creationId xmlns:a16="http://schemas.microsoft.com/office/drawing/2014/main" id="{2D2250C2-2BD4-5769-01B9-C87702580EB7}"/>
              </a:ext>
            </a:extLst>
          </p:cNvPr>
          <p:cNvSpPr>
            <a:spLocks noChangeArrowheads="1"/>
          </p:cNvSpPr>
          <p:nvPr/>
        </p:nvSpPr>
        <p:spPr bwMode="auto">
          <a:xfrm>
            <a:off x="5257800" y="3429000"/>
            <a:ext cx="914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dirty="0">
                <a:solidFill>
                  <a:srgbClr val="FFFF00"/>
                </a:solidFill>
              </a:rPr>
              <a:t>11</a:t>
            </a:r>
          </a:p>
        </p:txBody>
      </p:sp>
      <p:sp>
        <p:nvSpPr>
          <p:cNvPr id="80906" name="Rectangle 1034">
            <a:extLst>
              <a:ext uri="{FF2B5EF4-FFF2-40B4-BE49-F238E27FC236}">
                <a16:creationId xmlns:a16="http://schemas.microsoft.com/office/drawing/2014/main" id="{58022F8E-AD9D-B238-D4FD-1FEBE4110CA9}"/>
              </a:ext>
            </a:extLst>
          </p:cNvPr>
          <p:cNvSpPr>
            <a:spLocks noChangeArrowheads="1"/>
          </p:cNvSpPr>
          <p:nvPr/>
        </p:nvSpPr>
        <p:spPr bwMode="auto">
          <a:xfrm>
            <a:off x="61722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32</a:t>
            </a:r>
          </a:p>
        </p:txBody>
      </p:sp>
      <p:sp>
        <p:nvSpPr>
          <p:cNvPr id="80907" name="Rectangle 1035">
            <a:extLst>
              <a:ext uri="{FF2B5EF4-FFF2-40B4-BE49-F238E27FC236}">
                <a16:creationId xmlns:a16="http://schemas.microsoft.com/office/drawing/2014/main" id="{92A7118C-1009-89CB-ED79-3C9F71251545}"/>
              </a:ext>
            </a:extLst>
          </p:cNvPr>
          <p:cNvSpPr>
            <a:spLocks noChangeArrowheads="1"/>
          </p:cNvSpPr>
          <p:nvPr/>
        </p:nvSpPr>
        <p:spPr bwMode="auto">
          <a:xfrm>
            <a:off x="70866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33</a:t>
            </a:r>
          </a:p>
        </p:txBody>
      </p:sp>
      <p:sp>
        <p:nvSpPr>
          <p:cNvPr id="80908" name="Rectangle 1036">
            <a:extLst>
              <a:ext uri="{FF2B5EF4-FFF2-40B4-BE49-F238E27FC236}">
                <a16:creationId xmlns:a16="http://schemas.microsoft.com/office/drawing/2014/main" id="{73D2AAFC-F927-6E01-6AEF-741CC2DB78B1}"/>
              </a:ext>
            </a:extLst>
          </p:cNvPr>
          <p:cNvSpPr>
            <a:spLocks noChangeArrowheads="1"/>
          </p:cNvSpPr>
          <p:nvPr/>
        </p:nvSpPr>
        <p:spPr bwMode="auto">
          <a:xfrm>
            <a:off x="8001000" y="3429000"/>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53</a:t>
            </a:r>
          </a:p>
        </p:txBody>
      </p:sp>
      <p:sp>
        <p:nvSpPr>
          <p:cNvPr id="80909" name="Rectangle 1037">
            <a:extLst>
              <a:ext uri="{FF2B5EF4-FFF2-40B4-BE49-F238E27FC236}">
                <a16:creationId xmlns:a16="http://schemas.microsoft.com/office/drawing/2014/main" id="{8E5F7CFB-92F1-3A34-57E3-A9719A1E6CCD}"/>
              </a:ext>
            </a:extLst>
          </p:cNvPr>
          <p:cNvSpPr>
            <a:spLocks noChangeArrowheads="1"/>
          </p:cNvSpPr>
          <p:nvPr/>
        </p:nvSpPr>
        <p:spPr bwMode="auto">
          <a:xfrm>
            <a:off x="4419600" y="2971801"/>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[ 2 ]</a:t>
            </a:r>
          </a:p>
        </p:txBody>
      </p:sp>
      <p:sp>
        <p:nvSpPr>
          <p:cNvPr id="80910" name="Rectangle 1038">
            <a:extLst>
              <a:ext uri="{FF2B5EF4-FFF2-40B4-BE49-F238E27FC236}">
                <a16:creationId xmlns:a16="http://schemas.microsoft.com/office/drawing/2014/main" id="{2399FDC6-75AE-BD8C-04BE-EB3AA1C2121D}"/>
              </a:ext>
            </a:extLst>
          </p:cNvPr>
          <p:cNvSpPr>
            <a:spLocks noChangeArrowheads="1"/>
          </p:cNvSpPr>
          <p:nvPr/>
        </p:nvSpPr>
        <p:spPr bwMode="auto">
          <a:xfrm>
            <a:off x="5354150" y="2971801"/>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80911" name="Rectangle 1039">
            <a:extLst>
              <a:ext uri="{FF2B5EF4-FFF2-40B4-BE49-F238E27FC236}">
                <a16:creationId xmlns:a16="http://schemas.microsoft.com/office/drawing/2014/main" id="{53EC6F87-B583-5153-6B84-3E00BDFB357C}"/>
              </a:ext>
            </a:extLst>
          </p:cNvPr>
          <p:cNvSpPr>
            <a:spLocks noChangeArrowheads="1"/>
          </p:cNvSpPr>
          <p:nvPr/>
        </p:nvSpPr>
        <p:spPr bwMode="auto">
          <a:xfrm>
            <a:off x="6248400" y="2971801"/>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[ 4 ]</a:t>
            </a:r>
          </a:p>
        </p:txBody>
      </p:sp>
      <p:sp>
        <p:nvSpPr>
          <p:cNvPr id="80912" name="Rectangle 1040">
            <a:extLst>
              <a:ext uri="{FF2B5EF4-FFF2-40B4-BE49-F238E27FC236}">
                <a16:creationId xmlns:a16="http://schemas.microsoft.com/office/drawing/2014/main" id="{6EB66271-C5D4-2428-9732-AD79440F23F2}"/>
              </a:ext>
            </a:extLst>
          </p:cNvPr>
          <p:cNvSpPr>
            <a:spLocks noChangeArrowheads="1"/>
          </p:cNvSpPr>
          <p:nvPr/>
        </p:nvSpPr>
        <p:spPr bwMode="auto">
          <a:xfrm>
            <a:off x="7182950" y="2971801"/>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80913" name="Rectangle 1041">
            <a:extLst>
              <a:ext uri="{FF2B5EF4-FFF2-40B4-BE49-F238E27FC236}">
                <a16:creationId xmlns:a16="http://schemas.microsoft.com/office/drawing/2014/main" id="{D1CE18AC-D13F-A836-3821-0CB85C805D6F}"/>
              </a:ext>
            </a:extLst>
          </p:cNvPr>
          <p:cNvSpPr>
            <a:spLocks noChangeArrowheads="1"/>
          </p:cNvSpPr>
          <p:nvPr/>
        </p:nvSpPr>
        <p:spPr bwMode="auto">
          <a:xfrm>
            <a:off x="8077200" y="2971801"/>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[ 6 ]</a:t>
            </a:r>
          </a:p>
        </p:txBody>
      </p:sp>
      <p:sp>
        <p:nvSpPr>
          <p:cNvPr id="80914" name="Line 1042">
            <a:extLst>
              <a:ext uri="{FF2B5EF4-FFF2-40B4-BE49-F238E27FC236}">
                <a16:creationId xmlns:a16="http://schemas.microsoft.com/office/drawing/2014/main" id="{7B3D9F54-D03F-8C63-31DD-639893C671FC}"/>
              </a:ext>
            </a:extLst>
          </p:cNvPr>
          <p:cNvSpPr>
            <a:spLocks noChangeShapeType="1"/>
          </p:cNvSpPr>
          <p:nvPr/>
        </p:nvSpPr>
        <p:spPr bwMode="auto">
          <a:xfrm>
            <a:off x="5791200" y="4495800"/>
            <a:ext cx="0" cy="12954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0915" name="Text Box 1043">
            <a:extLst>
              <a:ext uri="{FF2B5EF4-FFF2-40B4-BE49-F238E27FC236}">
                <a16:creationId xmlns:a16="http://schemas.microsoft.com/office/drawing/2014/main" id="{E1A35D8F-4D20-2F28-FE8B-5BFFD08718BA}"/>
              </a:ext>
            </a:extLst>
          </p:cNvPr>
          <p:cNvSpPr txBox="1">
            <a:spLocks noChangeArrowheads="1"/>
          </p:cNvSpPr>
          <p:nvPr/>
        </p:nvSpPr>
        <p:spPr bwMode="auto">
          <a:xfrm>
            <a:off x="3228362" y="5651212"/>
            <a:ext cx="50866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t>Find approximate midpoint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3" name="Rectangle 1027">
            <a:extLst>
              <a:ext uri="{FF2B5EF4-FFF2-40B4-BE49-F238E27FC236}">
                <a16:creationId xmlns:a16="http://schemas.microsoft.com/office/drawing/2014/main" id="{DD49FF07-4EFA-1001-FCDA-3A01296A01B2}"/>
              </a:ext>
            </a:extLst>
          </p:cNvPr>
          <p:cNvSpPr>
            <a:spLocks noChangeArrowheads="1"/>
          </p:cNvSpPr>
          <p:nvPr/>
        </p:nvSpPr>
        <p:spPr bwMode="auto">
          <a:xfrm>
            <a:off x="2635250" y="2976564"/>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[ 0 ]</a:t>
            </a:r>
          </a:p>
        </p:txBody>
      </p:sp>
      <p:sp>
        <p:nvSpPr>
          <p:cNvPr id="81924" name="Rectangle 1028">
            <a:extLst>
              <a:ext uri="{FF2B5EF4-FFF2-40B4-BE49-F238E27FC236}">
                <a16:creationId xmlns:a16="http://schemas.microsoft.com/office/drawing/2014/main" id="{FF51C805-4A89-9052-A102-E5E1466D1F8E}"/>
              </a:ext>
            </a:extLst>
          </p:cNvPr>
          <p:cNvSpPr>
            <a:spLocks noChangeArrowheads="1"/>
          </p:cNvSpPr>
          <p:nvPr/>
        </p:nvSpPr>
        <p:spPr bwMode="auto">
          <a:xfrm>
            <a:off x="3411102" y="2976564"/>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[ 1 ]</a:t>
            </a:r>
          </a:p>
        </p:txBody>
      </p:sp>
      <p:sp>
        <p:nvSpPr>
          <p:cNvPr id="81925" name="Text Box 1029">
            <a:extLst>
              <a:ext uri="{FF2B5EF4-FFF2-40B4-BE49-F238E27FC236}">
                <a16:creationId xmlns:a16="http://schemas.microsoft.com/office/drawing/2014/main" id="{F774AF22-3C63-34D0-B418-0C081F8909B6}"/>
              </a:ext>
            </a:extLst>
          </p:cNvPr>
          <p:cNvSpPr txBox="1">
            <a:spLocks noChangeArrowheads="1"/>
          </p:cNvSpPr>
          <p:nvPr/>
        </p:nvSpPr>
        <p:spPr bwMode="auto">
          <a:xfrm>
            <a:off x="2209800" y="1981201"/>
            <a:ext cx="7853432"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dirty="0"/>
              <a:t>Example: sorted array of integer keys.  Target=7.</a:t>
            </a:r>
          </a:p>
          <a:p>
            <a:endParaRPr lang="en-US" altLang="en-US" sz="2800" dirty="0"/>
          </a:p>
          <a:p>
            <a:endParaRPr lang="en-US" altLang="en-US" sz="2800" dirty="0"/>
          </a:p>
          <a:p>
            <a:endParaRPr lang="en-US" altLang="en-US" sz="2800" dirty="0"/>
          </a:p>
          <a:p>
            <a:endParaRPr lang="en-US" altLang="en-US" sz="2800" dirty="0"/>
          </a:p>
          <a:p>
            <a:endParaRPr lang="en-US" altLang="en-US" sz="2800" dirty="0"/>
          </a:p>
          <a:p>
            <a:endParaRPr lang="en-US" altLang="en-US" sz="2800" dirty="0"/>
          </a:p>
        </p:txBody>
      </p:sp>
      <p:sp>
        <p:nvSpPr>
          <p:cNvPr id="81926" name="Rectangle 1030">
            <a:extLst>
              <a:ext uri="{FF2B5EF4-FFF2-40B4-BE49-F238E27FC236}">
                <a16:creationId xmlns:a16="http://schemas.microsoft.com/office/drawing/2014/main" id="{26ADAC5E-C92C-D76E-F3CE-7704257C3AEA}"/>
              </a:ext>
            </a:extLst>
          </p:cNvPr>
          <p:cNvSpPr>
            <a:spLocks noChangeArrowheads="1"/>
          </p:cNvSpPr>
          <p:nvPr/>
        </p:nvSpPr>
        <p:spPr bwMode="auto">
          <a:xfrm>
            <a:off x="2478742" y="3554503"/>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a:t>
            </a:r>
          </a:p>
        </p:txBody>
      </p:sp>
      <p:sp>
        <p:nvSpPr>
          <p:cNvPr id="81927" name="Rectangle 1031">
            <a:extLst>
              <a:ext uri="{FF2B5EF4-FFF2-40B4-BE49-F238E27FC236}">
                <a16:creationId xmlns:a16="http://schemas.microsoft.com/office/drawing/2014/main" id="{BEBADF76-A43D-A41C-27B7-249902BC5386}"/>
              </a:ext>
            </a:extLst>
          </p:cNvPr>
          <p:cNvSpPr>
            <a:spLocks noChangeArrowheads="1"/>
          </p:cNvSpPr>
          <p:nvPr/>
        </p:nvSpPr>
        <p:spPr bwMode="auto">
          <a:xfrm>
            <a:off x="3393142" y="3554503"/>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6</a:t>
            </a:r>
          </a:p>
        </p:txBody>
      </p:sp>
      <p:sp>
        <p:nvSpPr>
          <p:cNvPr id="81928" name="Rectangle 1032">
            <a:extLst>
              <a:ext uri="{FF2B5EF4-FFF2-40B4-BE49-F238E27FC236}">
                <a16:creationId xmlns:a16="http://schemas.microsoft.com/office/drawing/2014/main" id="{6EF54778-5E49-6C37-CEA4-24766B6C287E}"/>
              </a:ext>
            </a:extLst>
          </p:cNvPr>
          <p:cNvSpPr>
            <a:spLocks noChangeArrowheads="1"/>
          </p:cNvSpPr>
          <p:nvPr/>
        </p:nvSpPr>
        <p:spPr bwMode="auto">
          <a:xfrm>
            <a:off x="4307542" y="3554503"/>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7</a:t>
            </a:r>
          </a:p>
        </p:txBody>
      </p:sp>
      <p:sp>
        <p:nvSpPr>
          <p:cNvPr id="81929" name="Rectangle 1033">
            <a:extLst>
              <a:ext uri="{FF2B5EF4-FFF2-40B4-BE49-F238E27FC236}">
                <a16:creationId xmlns:a16="http://schemas.microsoft.com/office/drawing/2014/main" id="{AEA5CB74-4778-2070-C3E1-A53209F9F987}"/>
              </a:ext>
            </a:extLst>
          </p:cNvPr>
          <p:cNvSpPr>
            <a:spLocks noChangeArrowheads="1"/>
          </p:cNvSpPr>
          <p:nvPr/>
        </p:nvSpPr>
        <p:spPr bwMode="auto">
          <a:xfrm>
            <a:off x="5221942" y="3554503"/>
            <a:ext cx="914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dirty="0">
                <a:solidFill>
                  <a:srgbClr val="FFFF00"/>
                </a:solidFill>
              </a:rPr>
              <a:t>11</a:t>
            </a:r>
          </a:p>
        </p:txBody>
      </p:sp>
      <p:sp>
        <p:nvSpPr>
          <p:cNvPr id="81930" name="Rectangle 1034">
            <a:extLst>
              <a:ext uri="{FF2B5EF4-FFF2-40B4-BE49-F238E27FC236}">
                <a16:creationId xmlns:a16="http://schemas.microsoft.com/office/drawing/2014/main" id="{B482B081-4E24-CBB5-AFE0-FC072713A4D4}"/>
              </a:ext>
            </a:extLst>
          </p:cNvPr>
          <p:cNvSpPr>
            <a:spLocks noChangeArrowheads="1"/>
          </p:cNvSpPr>
          <p:nvPr/>
        </p:nvSpPr>
        <p:spPr bwMode="auto">
          <a:xfrm>
            <a:off x="6136342" y="3554503"/>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32</a:t>
            </a:r>
          </a:p>
        </p:txBody>
      </p:sp>
      <p:sp>
        <p:nvSpPr>
          <p:cNvPr id="81931" name="Rectangle 1035">
            <a:extLst>
              <a:ext uri="{FF2B5EF4-FFF2-40B4-BE49-F238E27FC236}">
                <a16:creationId xmlns:a16="http://schemas.microsoft.com/office/drawing/2014/main" id="{BE26CCC5-A4B3-5F27-DAB5-9B2A3092587C}"/>
              </a:ext>
            </a:extLst>
          </p:cNvPr>
          <p:cNvSpPr>
            <a:spLocks noChangeArrowheads="1"/>
          </p:cNvSpPr>
          <p:nvPr/>
        </p:nvSpPr>
        <p:spPr bwMode="auto">
          <a:xfrm>
            <a:off x="7050742" y="3554503"/>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33</a:t>
            </a:r>
          </a:p>
        </p:txBody>
      </p:sp>
      <p:sp>
        <p:nvSpPr>
          <p:cNvPr id="81932" name="Rectangle 1036">
            <a:extLst>
              <a:ext uri="{FF2B5EF4-FFF2-40B4-BE49-F238E27FC236}">
                <a16:creationId xmlns:a16="http://schemas.microsoft.com/office/drawing/2014/main" id="{FF3A7113-7832-D5C0-18CD-2E2972803467}"/>
              </a:ext>
            </a:extLst>
          </p:cNvPr>
          <p:cNvSpPr>
            <a:spLocks noChangeArrowheads="1"/>
          </p:cNvSpPr>
          <p:nvPr/>
        </p:nvSpPr>
        <p:spPr bwMode="auto">
          <a:xfrm>
            <a:off x="7965142" y="3554503"/>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53</a:t>
            </a:r>
          </a:p>
        </p:txBody>
      </p:sp>
      <p:sp>
        <p:nvSpPr>
          <p:cNvPr id="81933" name="Rectangle 1037">
            <a:extLst>
              <a:ext uri="{FF2B5EF4-FFF2-40B4-BE49-F238E27FC236}">
                <a16:creationId xmlns:a16="http://schemas.microsoft.com/office/drawing/2014/main" id="{FD2F301F-1AB8-D331-AF5B-110706BAAA79}"/>
              </a:ext>
            </a:extLst>
          </p:cNvPr>
          <p:cNvSpPr>
            <a:spLocks noChangeArrowheads="1"/>
          </p:cNvSpPr>
          <p:nvPr/>
        </p:nvSpPr>
        <p:spPr bwMode="auto">
          <a:xfrm>
            <a:off x="44196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[ 2 ]</a:t>
            </a:r>
          </a:p>
        </p:txBody>
      </p:sp>
      <p:sp>
        <p:nvSpPr>
          <p:cNvPr id="81934" name="Rectangle 1038">
            <a:extLst>
              <a:ext uri="{FF2B5EF4-FFF2-40B4-BE49-F238E27FC236}">
                <a16:creationId xmlns:a16="http://schemas.microsoft.com/office/drawing/2014/main" id="{8D3B68B0-B8E1-AFCB-847B-55A620888CEE}"/>
              </a:ext>
            </a:extLst>
          </p:cNvPr>
          <p:cNvSpPr>
            <a:spLocks noChangeArrowheads="1"/>
          </p:cNvSpPr>
          <p:nvPr/>
        </p:nvSpPr>
        <p:spPr bwMode="auto">
          <a:xfrm>
            <a:off x="51954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[ 3 ]</a:t>
            </a:r>
          </a:p>
        </p:txBody>
      </p:sp>
      <p:sp>
        <p:nvSpPr>
          <p:cNvPr id="81935" name="Rectangle 1039">
            <a:extLst>
              <a:ext uri="{FF2B5EF4-FFF2-40B4-BE49-F238E27FC236}">
                <a16:creationId xmlns:a16="http://schemas.microsoft.com/office/drawing/2014/main" id="{2C0A31D6-F29C-2B09-78F2-B9E9F09F3B5A}"/>
              </a:ext>
            </a:extLst>
          </p:cNvPr>
          <p:cNvSpPr>
            <a:spLocks noChangeArrowheads="1"/>
          </p:cNvSpPr>
          <p:nvPr/>
        </p:nvSpPr>
        <p:spPr bwMode="auto">
          <a:xfrm>
            <a:off x="62484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[ 4 ]</a:t>
            </a:r>
          </a:p>
        </p:txBody>
      </p:sp>
      <p:sp>
        <p:nvSpPr>
          <p:cNvPr id="81936" name="Rectangle 1040">
            <a:extLst>
              <a:ext uri="{FF2B5EF4-FFF2-40B4-BE49-F238E27FC236}">
                <a16:creationId xmlns:a16="http://schemas.microsoft.com/office/drawing/2014/main" id="{4A766A74-59BD-FABF-65BC-59DB192FDB74}"/>
              </a:ext>
            </a:extLst>
          </p:cNvPr>
          <p:cNvSpPr>
            <a:spLocks noChangeArrowheads="1"/>
          </p:cNvSpPr>
          <p:nvPr/>
        </p:nvSpPr>
        <p:spPr bwMode="auto">
          <a:xfrm>
            <a:off x="70242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[ 5 ]</a:t>
            </a:r>
          </a:p>
        </p:txBody>
      </p:sp>
      <p:sp>
        <p:nvSpPr>
          <p:cNvPr id="81937" name="Rectangle 1041">
            <a:extLst>
              <a:ext uri="{FF2B5EF4-FFF2-40B4-BE49-F238E27FC236}">
                <a16:creationId xmlns:a16="http://schemas.microsoft.com/office/drawing/2014/main" id="{75836546-7181-DEF7-A05A-9903AE0A0884}"/>
              </a:ext>
            </a:extLst>
          </p:cNvPr>
          <p:cNvSpPr>
            <a:spLocks noChangeArrowheads="1"/>
          </p:cNvSpPr>
          <p:nvPr/>
        </p:nvSpPr>
        <p:spPr bwMode="auto">
          <a:xfrm>
            <a:off x="80772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[ 6 ]</a:t>
            </a:r>
          </a:p>
        </p:txBody>
      </p:sp>
      <p:sp>
        <p:nvSpPr>
          <p:cNvPr id="81938" name="Line 1042">
            <a:extLst>
              <a:ext uri="{FF2B5EF4-FFF2-40B4-BE49-F238E27FC236}">
                <a16:creationId xmlns:a16="http://schemas.microsoft.com/office/drawing/2014/main" id="{F69721B8-31BB-B200-F198-273A91E12D83}"/>
              </a:ext>
            </a:extLst>
          </p:cNvPr>
          <p:cNvSpPr>
            <a:spLocks noChangeShapeType="1"/>
          </p:cNvSpPr>
          <p:nvPr/>
        </p:nvSpPr>
        <p:spPr bwMode="auto">
          <a:xfrm>
            <a:off x="5791200" y="4495800"/>
            <a:ext cx="0" cy="12954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3200"/>
          </a:p>
        </p:txBody>
      </p:sp>
      <p:sp>
        <p:nvSpPr>
          <p:cNvPr id="81939" name="Text Box 1043">
            <a:extLst>
              <a:ext uri="{FF2B5EF4-FFF2-40B4-BE49-F238E27FC236}">
                <a16:creationId xmlns:a16="http://schemas.microsoft.com/office/drawing/2014/main" id="{B2F59AA5-A04B-C7A0-781F-0969A667FA58}"/>
              </a:ext>
            </a:extLst>
          </p:cNvPr>
          <p:cNvSpPr txBox="1">
            <a:spLocks noChangeArrowheads="1"/>
          </p:cNvSpPr>
          <p:nvPr/>
        </p:nvSpPr>
        <p:spPr bwMode="auto">
          <a:xfrm>
            <a:off x="3452036" y="5827059"/>
            <a:ext cx="4695516"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t>Is 7 = midpoint key?  NO.</a:t>
            </a:r>
          </a:p>
          <a:p>
            <a:r>
              <a:rPr lang="en-US" altLang="en-US" sz="3200" dirty="0"/>
              <a:t> </a:t>
            </a:r>
          </a:p>
        </p:txBody>
      </p:sp>
      <p:sp>
        <p:nvSpPr>
          <p:cNvPr id="4" name="Rectangle 1026">
            <a:extLst>
              <a:ext uri="{FF2B5EF4-FFF2-40B4-BE49-F238E27FC236}">
                <a16:creationId xmlns:a16="http://schemas.microsoft.com/office/drawing/2014/main" id="{DC4B2A03-0D22-DD71-9376-ECA4841AAF93}"/>
              </a:ext>
            </a:extLst>
          </p:cNvPr>
          <p:cNvSpPr>
            <a:spLocks noGrp="1" noChangeArrowheads="1"/>
          </p:cNvSpPr>
          <p:nvPr>
            <p:ph type="title"/>
          </p:nvPr>
        </p:nvSpPr>
        <p:spPr>
          <a:xfrm>
            <a:off x="6098071" y="288855"/>
            <a:ext cx="6093929" cy="720771"/>
          </a:xfrm>
        </p:spPr>
        <p:txBody>
          <a:bodyPr>
            <a:normAutofit/>
          </a:bodyPr>
          <a:lstStyle/>
          <a:p>
            <a:r>
              <a:rPr lang="en-US" altLang="en-US" sz="4400" dirty="0"/>
              <a:t>Binary Search</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7" name="Rectangle 1027">
            <a:extLst>
              <a:ext uri="{FF2B5EF4-FFF2-40B4-BE49-F238E27FC236}">
                <a16:creationId xmlns:a16="http://schemas.microsoft.com/office/drawing/2014/main" id="{C462FF9E-965E-4643-905B-1D8785A8E77C}"/>
              </a:ext>
            </a:extLst>
          </p:cNvPr>
          <p:cNvSpPr>
            <a:spLocks noChangeArrowheads="1"/>
          </p:cNvSpPr>
          <p:nvPr/>
        </p:nvSpPr>
        <p:spPr bwMode="auto">
          <a:xfrm>
            <a:off x="2635250" y="2976564"/>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[ 0 ]</a:t>
            </a:r>
          </a:p>
        </p:txBody>
      </p:sp>
      <p:sp>
        <p:nvSpPr>
          <p:cNvPr id="82948" name="Rectangle 1028">
            <a:extLst>
              <a:ext uri="{FF2B5EF4-FFF2-40B4-BE49-F238E27FC236}">
                <a16:creationId xmlns:a16="http://schemas.microsoft.com/office/drawing/2014/main" id="{98E2762E-1F6E-4322-F92C-9CF173B17BEA}"/>
              </a:ext>
            </a:extLst>
          </p:cNvPr>
          <p:cNvSpPr>
            <a:spLocks noChangeArrowheads="1"/>
          </p:cNvSpPr>
          <p:nvPr/>
        </p:nvSpPr>
        <p:spPr bwMode="auto">
          <a:xfrm>
            <a:off x="3411102" y="2976564"/>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[ 1 ]</a:t>
            </a:r>
          </a:p>
        </p:txBody>
      </p:sp>
      <p:sp>
        <p:nvSpPr>
          <p:cNvPr id="82949" name="Text Box 1029">
            <a:extLst>
              <a:ext uri="{FF2B5EF4-FFF2-40B4-BE49-F238E27FC236}">
                <a16:creationId xmlns:a16="http://schemas.microsoft.com/office/drawing/2014/main" id="{97F97694-AB3D-3E2B-7A49-C618B47C53E3}"/>
              </a:ext>
            </a:extLst>
          </p:cNvPr>
          <p:cNvSpPr txBox="1">
            <a:spLocks noChangeArrowheads="1"/>
          </p:cNvSpPr>
          <p:nvPr/>
        </p:nvSpPr>
        <p:spPr bwMode="auto">
          <a:xfrm>
            <a:off x="2209800" y="1981201"/>
            <a:ext cx="7853432"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t>Example: sorted array of integer keys.  Target=7.</a:t>
            </a:r>
          </a:p>
          <a:p>
            <a:endParaRPr lang="en-US" altLang="en-US" sz="2800"/>
          </a:p>
          <a:p>
            <a:endParaRPr lang="en-US" altLang="en-US" sz="2800"/>
          </a:p>
          <a:p>
            <a:endParaRPr lang="en-US" altLang="en-US" sz="2800"/>
          </a:p>
          <a:p>
            <a:endParaRPr lang="en-US" altLang="en-US" sz="2800"/>
          </a:p>
          <a:p>
            <a:endParaRPr lang="en-US" altLang="en-US" sz="2800"/>
          </a:p>
          <a:p>
            <a:endParaRPr lang="en-US" altLang="en-US" sz="2800"/>
          </a:p>
        </p:txBody>
      </p:sp>
      <p:sp>
        <p:nvSpPr>
          <p:cNvPr id="82950" name="Rectangle 1030">
            <a:extLst>
              <a:ext uri="{FF2B5EF4-FFF2-40B4-BE49-F238E27FC236}">
                <a16:creationId xmlns:a16="http://schemas.microsoft.com/office/drawing/2014/main" id="{4373B6BA-25DD-C7E8-7A45-49D57FADAD72}"/>
              </a:ext>
            </a:extLst>
          </p:cNvPr>
          <p:cNvSpPr>
            <a:spLocks noChangeArrowheads="1"/>
          </p:cNvSpPr>
          <p:nvPr/>
        </p:nvSpPr>
        <p:spPr bwMode="auto">
          <a:xfrm>
            <a:off x="2460813" y="3554503"/>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a:t>
            </a:r>
          </a:p>
        </p:txBody>
      </p:sp>
      <p:sp>
        <p:nvSpPr>
          <p:cNvPr id="82951" name="Rectangle 1031">
            <a:extLst>
              <a:ext uri="{FF2B5EF4-FFF2-40B4-BE49-F238E27FC236}">
                <a16:creationId xmlns:a16="http://schemas.microsoft.com/office/drawing/2014/main" id="{3C3A2DBC-EBF8-C43F-7ADD-24F4AAC24E64}"/>
              </a:ext>
            </a:extLst>
          </p:cNvPr>
          <p:cNvSpPr>
            <a:spLocks noChangeArrowheads="1"/>
          </p:cNvSpPr>
          <p:nvPr/>
        </p:nvSpPr>
        <p:spPr bwMode="auto">
          <a:xfrm>
            <a:off x="3375213" y="3554503"/>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6</a:t>
            </a:r>
          </a:p>
        </p:txBody>
      </p:sp>
      <p:sp>
        <p:nvSpPr>
          <p:cNvPr id="82952" name="Rectangle 1032">
            <a:extLst>
              <a:ext uri="{FF2B5EF4-FFF2-40B4-BE49-F238E27FC236}">
                <a16:creationId xmlns:a16="http://schemas.microsoft.com/office/drawing/2014/main" id="{29495DDC-5B58-E430-69F3-DBB296323F97}"/>
              </a:ext>
            </a:extLst>
          </p:cNvPr>
          <p:cNvSpPr>
            <a:spLocks noChangeArrowheads="1"/>
          </p:cNvSpPr>
          <p:nvPr/>
        </p:nvSpPr>
        <p:spPr bwMode="auto">
          <a:xfrm>
            <a:off x="4289613" y="3554503"/>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7</a:t>
            </a:r>
          </a:p>
        </p:txBody>
      </p:sp>
      <p:sp>
        <p:nvSpPr>
          <p:cNvPr id="82953" name="Rectangle 1033">
            <a:extLst>
              <a:ext uri="{FF2B5EF4-FFF2-40B4-BE49-F238E27FC236}">
                <a16:creationId xmlns:a16="http://schemas.microsoft.com/office/drawing/2014/main" id="{2E957D23-6C40-BC64-7E5F-395611B4981B}"/>
              </a:ext>
            </a:extLst>
          </p:cNvPr>
          <p:cNvSpPr>
            <a:spLocks noChangeArrowheads="1"/>
          </p:cNvSpPr>
          <p:nvPr/>
        </p:nvSpPr>
        <p:spPr bwMode="auto">
          <a:xfrm>
            <a:off x="5204013" y="3554503"/>
            <a:ext cx="914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dirty="0">
                <a:solidFill>
                  <a:srgbClr val="FFFF00"/>
                </a:solidFill>
              </a:rPr>
              <a:t>11</a:t>
            </a:r>
          </a:p>
        </p:txBody>
      </p:sp>
      <p:sp>
        <p:nvSpPr>
          <p:cNvPr id="82954" name="Rectangle 1034">
            <a:extLst>
              <a:ext uri="{FF2B5EF4-FFF2-40B4-BE49-F238E27FC236}">
                <a16:creationId xmlns:a16="http://schemas.microsoft.com/office/drawing/2014/main" id="{B3820DE7-0B70-6C5A-1613-C5BB31EDC52F}"/>
              </a:ext>
            </a:extLst>
          </p:cNvPr>
          <p:cNvSpPr>
            <a:spLocks noChangeArrowheads="1"/>
          </p:cNvSpPr>
          <p:nvPr/>
        </p:nvSpPr>
        <p:spPr bwMode="auto">
          <a:xfrm>
            <a:off x="6118413" y="3554503"/>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32</a:t>
            </a:r>
          </a:p>
        </p:txBody>
      </p:sp>
      <p:sp>
        <p:nvSpPr>
          <p:cNvPr id="82955" name="Rectangle 1035">
            <a:extLst>
              <a:ext uri="{FF2B5EF4-FFF2-40B4-BE49-F238E27FC236}">
                <a16:creationId xmlns:a16="http://schemas.microsoft.com/office/drawing/2014/main" id="{8D575769-3ADA-5DB6-5646-32AA5CF274A4}"/>
              </a:ext>
            </a:extLst>
          </p:cNvPr>
          <p:cNvSpPr>
            <a:spLocks noChangeArrowheads="1"/>
          </p:cNvSpPr>
          <p:nvPr/>
        </p:nvSpPr>
        <p:spPr bwMode="auto">
          <a:xfrm>
            <a:off x="7032813" y="3554503"/>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33</a:t>
            </a:r>
          </a:p>
        </p:txBody>
      </p:sp>
      <p:sp>
        <p:nvSpPr>
          <p:cNvPr id="82956" name="Rectangle 1036">
            <a:extLst>
              <a:ext uri="{FF2B5EF4-FFF2-40B4-BE49-F238E27FC236}">
                <a16:creationId xmlns:a16="http://schemas.microsoft.com/office/drawing/2014/main" id="{5DB10CB0-E25E-9701-91C8-CFA1C71FDDC1}"/>
              </a:ext>
            </a:extLst>
          </p:cNvPr>
          <p:cNvSpPr>
            <a:spLocks noChangeArrowheads="1"/>
          </p:cNvSpPr>
          <p:nvPr/>
        </p:nvSpPr>
        <p:spPr bwMode="auto">
          <a:xfrm>
            <a:off x="7947213" y="3554503"/>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53</a:t>
            </a:r>
          </a:p>
        </p:txBody>
      </p:sp>
      <p:sp>
        <p:nvSpPr>
          <p:cNvPr id="82957" name="Rectangle 1037">
            <a:extLst>
              <a:ext uri="{FF2B5EF4-FFF2-40B4-BE49-F238E27FC236}">
                <a16:creationId xmlns:a16="http://schemas.microsoft.com/office/drawing/2014/main" id="{BA3AAFD8-BD68-1825-28B3-1205BCA74921}"/>
              </a:ext>
            </a:extLst>
          </p:cNvPr>
          <p:cNvSpPr>
            <a:spLocks noChangeArrowheads="1"/>
          </p:cNvSpPr>
          <p:nvPr/>
        </p:nvSpPr>
        <p:spPr bwMode="auto">
          <a:xfrm>
            <a:off x="44196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[ 2 ]</a:t>
            </a:r>
          </a:p>
        </p:txBody>
      </p:sp>
      <p:sp>
        <p:nvSpPr>
          <p:cNvPr id="82958" name="Rectangle 1038">
            <a:extLst>
              <a:ext uri="{FF2B5EF4-FFF2-40B4-BE49-F238E27FC236}">
                <a16:creationId xmlns:a16="http://schemas.microsoft.com/office/drawing/2014/main" id="{70942235-E4FC-A8F0-3A77-7E8CC3C225F4}"/>
              </a:ext>
            </a:extLst>
          </p:cNvPr>
          <p:cNvSpPr>
            <a:spLocks noChangeArrowheads="1"/>
          </p:cNvSpPr>
          <p:nvPr/>
        </p:nvSpPr>
        <p:spPr bwMode="auto">
          <a:xfrm>
            <a:off x="51954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[ 3 ]</a:t>
            </a:r>
          </a:p>
        </p:txBody>
      </p:sp>
      <p:sp>
        <p:nvSpPr>
          <p:cNvPr id="82959" name="Rectangle 1039">
            <a:extLst>
              <a:ext uri="{FF2B5EF4-FFF2-40B4-BE49-F238E27FC236}">
                <a16:creationId xmlns:a16="http://schemas.microsoft.com/office/drawing/2014/main" id="{72128CF9-249D-6441-34C7-5859FB8C9E42}"/>
              </a:ext>
            </a:extLst>
          </p:cNvPr>
          <p:cNvSpPr>
            <a:spLocks noChangeArrowheads="1"/>
          </p:cNvSpPr>
          <p:nvPr/>
        </p:nvSpPr>
        <p:spPr bwMode="auto">
          <a:xfrm>
            <a:off x="62484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[ 4 ]</a:t>
            </a:r>
          </a:p>
        </p:txBody>
      </p:sp>
      <p:sp>
        <p:nvSpPr>
          <p:cNvPr id="82960" name="Rectangle 1040">
            <a:extLst>
              <a:ext uri="{FF2B5EF4-FFF2-40B4-BE49-F238E27FC236}">
                <a16:creationId xmlns:a16="http://schemas.microsoft.com/office/drawing/2014/main" id="{1CC70E3A-431D-5EE7-1BBB-C3301966BD60}"/>
              </a:ext>
            </a:extLst>
          </p:cNvPr>
          <p:cNvSpPr>
            <a:spLocks noChangeArrowheads="1"/>
          </p:cNvSpPr>
          <p:nvPr/>
        </p:nvSpPr>
        <p:spPr bwMode="auto">
          <a:xfrm>
            <a:off x="70242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[ 5 ]</a:t>
            </a:r>
          </a:p>
        </p:txBody>
      </p:sp>
      <p:sp>
        <p:nvSpPr>
          <p:cNvPr id="82961" name="Rectangle 1041">
            <a:extLst>
              <a:ext uri="{FF2B5EF4-FFF2-40B4-BE49-F238E27FC236}">
                <a16:creationId xmlns:a16="http://schemas.microsoft.com/office/drawing/2014/main" id="{15D4C444-2DFE-6D2C-2794-3A15D9C5CE7A}"/>
              </a:ext>
            </a:extLst>
          </p:cNvPr>
          <p:cNvSpPr>
            <a:spLocks noChangeArrowheads="1"/>
          </p:cNvSpPr>
          <p:nvPr/>
        </p:nvSpPr>
        <p:spPr bwMode="auto">
          <a:xfrm>
            <a:off x="80772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[ 6 ]</a:t>
            </a:r>
          </a:p>
        </p:txBody>
      </p:sp>
      <p:sp>
        <p:nvSpPr>
          <p:cNvPr id="82962" name="Line 1042">
            <a:extLst>
              <a:ext uri="{FF2B5EF4-FFF2-40B4-BE49-F238E27FC236}">
                <a16:creationId xmlns:a16="http://schemas.microsoft.com/office/drawing/2014/main" id="{50E15141-6CA7-9B3B-491E-C382550E23FC}"/>
              </a:ext>
            </a:extLst>
          </p:cNvPr>
          <p:cNvSpPr>
            <a:spLocks noChangeShapeType="1"/>
          </p:cNvSpPr>
          <p:nvPr/>
        </p:nvSpPr>
        <p:spPr bwMode="auto">
          <a:xfrm>
            <a:off x="5791200" y="4495800"/>
            <a:ext cx="0" cy="12954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3200"/>
          </a:p>
        </p:txBody>
      </p:sp>
      <p:sp>
        <p:nvSpPr>
          <p:cNvPr id="82963" name="Text Box 1043">
            <a:extLst>
              <a:ext uri="{FF2B5EF4-FFF2-40B4-BE49-F238E27FC236}">
                <a16:creationId xmlns:a16="http://schemas.microsoft.com/office/drawing/2014/main" id="{8F75E60D-E568-BED5-496E-39BBA2E1E295}"/>
              </a:ext>
            </a:extLst>
          </p:cNvPr>
          <p:cNvSpPr txBox="1">
            <a:spLocks noChangeArrowheads="1"/>
          </p:cNvSpPr>
          <p:nvPr/>
        </p:nvSpPr>
        <p:spPr bwMode="auto">
          <a:xfrm>
            <a:off x="3587765" y="5756275"/>
            <a:ext cx="4724371"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3200"/>
              <a:t>Is 7 &lt; midpoint key? YES.</a:t>
            </a:r>
          </a:p>
          <a:p>
            <a:pPr algn="ctr"/>
            <a:endParaRPr lang="en-US" altLang="en-US" sz="3200"/>
          </a:p>
          <a:p>
            <a:pPr algn="ctr"/>
            <a:r>
              <a:rPr lang="en-US" altLang="en-US" sz="3200"/>
              <a:t> </a:t>
            </a:r>
          </a:p>
        </p:txBody>
      </p:sp>
      <p:sp>
        <p:nvSpPr>
          <p:cNvPr id="4" name="Rectangle 1026">
            <a:extLst>
              <a:ext uri="{FF2B5EF4-FFF2-40B4-BE49-F238E27FC236}">
                <a16:creationId xmlns:a16="http://schemas.microsoft.com/office/drawing/2014/main" id="{47A03E61-6751-2A3E-DE39-409996E605F9}"/>
              </a:ext>
            </a:extLst>
          </p:cNvPr>
          <p:cNvSpPr>
            <a:spLocks noGrp="1" noChangeArrowheads="1"/>
          </p:cNvSpPr>
          <p:nvPr>
            <p:ph type="title"/>
          </p:nvPr>
        </p:nvSpPr>
        <p:spPr>
          <a:xfrm>
            <a:off x="6098071" y="288855"/>
            <a:ext cx="6093929" cy="720771"/>
          </a:xfrm>
        </p:spPr>
        <p:txBody>
          <a:bodyPr>
            <a:normAutofit/>
          </a:bodyPr>
          <a:lstStyle/>
          <a:p>
            <a:r>
              <a:rPr lang="en-US" altLang="en-US" sz="4400" dirty="0"/>
              <a:t>Binary Search</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5" name="Rectangle 1027">
            <a:extLst>
              <a:ext uri="{FF2B5EF4-FFF2-40B4-BE49-F238E27FC236}">
                <a16:creationId xmlns:a16="http://schemas.microsoft.com/office/drawing/2014/main" id="{4313B8AF-1DBB-F5B6-2FFC-2078521EAB3B}"/>
              </a:ext>
            </a:extLst>
          </p:cNvPr>
          <p:cNvSpPr>
            <a:spLocks noChangeArrowheads="1"/>
          </p:cNvSpPr>
          <p:nvPr/>
        </p:nvSpPr>
        <p:spPr bwMode="auto">
          <a:xfrm>
            <a:off x="2635250" y="2976564"/>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[ 0 ]</a:t>
            </a:r>
          </a:p>
        </p:txBody>
      </p:sp>
      <p:sp>
        <p:nvSpPr>
          <p:cNvPr id="84996" name="Rectangle 1028">
            <a:extLst>
              <a:ext uri="{FF2B5EF4-FFF2-40B4-BE49-F238E27FC236}">
                <a16:creationId xmlns:a16="http://schemas.microsoft.com/office/drawing/2014/main" id="{B359EFE4-D9F7-28DB-9A4E-4CBC2DE23952}"/>
              </a:ext>
            </a:extLst>
          </p:cNvPr>
          <p:cNvSpPr>
            <a:spLocks noChangeArrowheads="1"/>
          </p:cNvSpPr>
          <p:nvPr/>
        </p:nvSpPr>
        <p:spPr bwMode="auto">
          <a:xfrm>
            <a:off x="3411102" y="2976564"/>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[ 1 ]</a:t>
            </a:r>
          </a:p>
        </p:txBody>
      </p:sp>
      <p:sp>
        <p:nvSpPr>
          <p:cNvPr id="84997" name="Text Box 1029">
            <a:extLst>
              <a:ext uri="{FF2B5EF4-FFF2-40B4-BE49-F238E27FC236}">
                <a16:creationId xmlns:a16="http://schemas.microsoft.com/office/drawing/2014/main" id="{9CC9822F-DF47-7B71-F4B5-B5680B4A23E4}"/>
              </a:ext>
            </a:extLst>
          </p:cNvPr>
          <p:cNvSpPr txBox="1">
            <a:spLocks noChangeArrowheads="1"/>
          </p:cNvSpPr>
          <p:nvPr/>
        </p:nvSpPr>
        <p:spPr bwMode="auto">
          <a:xfrm>
            <a:off x="2209800" y="1981201"/>
            <a:ext cx="899958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t>Example: sorted array of integer keys.  Target=7.</a:t>
            </a:r>
          </a:p>
          <a:p>
            <a:endParaRPr lang="en-US" altLang="en-US" sz="2800" dirty="0"/>
          </a:p>
          <a:p>
            <a:endParaRPr lang="en-US" altLang="en-US" sz="2800" dirty="0"/>
          </a:p>
          <a:p>
            <a:endParaRPr lang="en-US" altLang="en-US" sz="2800" dirty="0"/>
          </a:p>
          <a:p>
            <a:endParaRPr lang="en-US" altLang="en-US" sz="2800" dirty="0"/>
          </a:p>
          <a:p>
            <a:endParaRPr lang="en-US" altLang="en-US" sz="2800" dirty="0"/>
          </a:p>
          <a:p>
            <a:endParaRPr lang="en-US" altLang="en-US" sz="2800" dirty="0"/>
          </a:p>
        </p:txBody>
      </p:sp>
      <p:sp>
        <p:nvSpPr>
          <p:cNvPr id="84998" name="Rectangle 1030">
            <a:extLst>
              <a:ext uri="{FF2B5EF4-FFF2-40B4-BE49-F238E27FC236}">
                <a16:creationId xmlns:a16="http://schemas.microsoft.com/office/drawing/2014/main" id="{02585B2C-1769-D8D7-9346-B18A26D4C087}"/>
              </a:ext>
            </a:extLst>
          </p:cNvPr>
          <p:cNvSpPr>
            <a:spLocks noChangeArrowheads="1"/>
          </p:cNvSpPr>
          <p:nvPr/>
        </p:nvSpPr>
        <p:spPr bwMode="auto">
          <a:xfrm>
            <a:off x="2514600" y="3572432"/>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a:t>
            </a:r>
          </a:p>
        </p:txBody>
      </p:sp>
      <p:sp>
        <p:nvSpPr>
          <p:cNvPr id="84999" name="Rectangle 1031">
            <a:extLst>
              <a:ext uri="{FF2B5EF4-FFF2-40B4-BE49-F238E27FC236}">
                <a16:creationId xmlns:a16="http://schemas.microsoft.com/office/drawing/2014/main" id="{F751D549-30C2-8353-5E9E-F5F62DAD7AC0}"/>
              </a:ext>
            </a:extLst>
          </p:cNvPr>
          <p:cNvSpPr>
            <a:spLocks noChangeArrowheads="1"/>
          </p:cNvSpPr>
          <p:nvPr/>
        </p:nvSpPr>
        <p:spPr bwMode="auto">
          <a:xfrm>
            <a:off x="3429000" y="3572432"/>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6</a:t>
            </a:r>
          </a:p>
        </p:txBody>
      </p:sp>
      <p:sp>
        <p:nvSpPr>
          <p:cNvPr id="85000" name="Rectangle 1032">
            <a:extLst>
              <a:ext uri="{FF2B5EF4-FFF2-40B4-BE49-F238E27FC236}">
                <a16:creationId xmlns:a16="http://schemas.microsoft.com/office/drawing/2014/main" id="{122505D7-5AE1-2E62-109B-6551B6D4BF80}"/>
              </a:ext>
            </a:extLst>
          </p:cNvPr>
          <p:cNvSpPr>
            <a:spLocks noChangeArrowheads="1"/>
          </p:cNvSpPr>
          <p:nvPr/>
        </p:nvSpPr>
        <p:spPr bwMode="auto">
          <a:xfrm>
            <a:off x="4343400" y="3572432"/>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7</a:t>
            </a:r>
          </a:p>
        </p:txBody>
      </p:sp>
      <p:sp>
        <p:nvSpPr>
          <p:cNvPr id="85001" name="Rectangle 1033">
            <a:extLst>
              <a:ext uri="{FF2B5EF4-FFF2-40B4-BE49-F238E27FC236}">
                <a16:creationId xmlns:a16="http://schemas.microsoft.com/office/drawing/2014/main" id="{6CA9A687-370A-F692-2832-23A201FE6FD4}"/>
              </a:ext>
            </a:extLst>
          </p:cNvPr>
          <p:cNvSpPr>
            <a:spLocks noChangeArrowheads="1"/>
          </p:cNvSpPr>
          <p:nvPr/>
        </p:nvSpPr>
        <p:spPr bwMode="auto">
          <a:xfrm>
            <a:off x="5257800" y="3572432"/>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11</a:t>
            </a:r>
          </a:p>
        </p:txBody>
      </p:sp>
      <p:sp>
        <p:nvSpPr>
          <p:cNvPr id="85002" name="Rectangle 1034">
            <a:extLst>
              <a:ext uri="{FF2B5EF4-FFF2-40B4-BE49-F238E27FC236}">
                <a16:creationId xmlns:a16="http://schemas.microsoft.com/office/drawing/2014/main" id="{D6E0B3AE-7D0A-FB94-7FAA-B9E86D376345}"/>
              </a:ext>
            </a:extLst>
          </p:cNvPr>
          <p:cNvSpPr>
            <a:spLocks noChangeArrowheads="1"/>
          </p:cNvSpPr>
          <p:nvPr/>
        </p:nvSpPr>
        <p:spPr bwMode="auto">
          <a:xfrm>
            <a:off x="6172200" y="3572432"/>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32</a:t>
            </a:r>
          </a:p>
        </p:txBody>
      </p:sp>
      <p:sp>
        <p:nvSpPr>
          <p:cNvPr id="85003" name="Rectangle 1035">
            <a:extLst>
              <a:ext uri="{FF2B5EF4-FFF2-40B4-BE49-F238E27FC236}">
                <a16:creationId xmlns:a16="http://schemas.microsoft.com/office/drawing/2014/main" id="{4B1C29EE-1B04-5CC5-5AA0-953D740D57CD}"/>
              </a:ext>
            </a:extLst>
          </p:cNvPr>
          <p:cNvSpPr>
            <a:spLocks noChangeArrowheads="1"/>
          </p:cNvSpPr>
          <p:nvPr/>
        </p:nvSpPr>
        <p:spPr bwMode="auto">
          <a:xfrm>
            <a:off x="7086600" y="3572432"/>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33</a:t>
            </a:r>
          </a:p>
        </p:txBody>
      </p:sp>
      <p:sp>
        <p:nvSpPr>
          <p:cNvPr id="85004" name="Rectangle 1036">
            <a:extLst>
              <a:ext uri="{FF2B5EF4-FFF2-40B4-BE49-F238E27FC236}">
                <a16:creationId xmlns:a16="http://schemas.microsoft.com/office/drawing/2014/main" id="{611162C2-7A39-1CCD-DA9B-EDF6F144BC3F}"/>
              </a:ext>
            </a:extLst>
          </p:cNvPr>
          <p:cNvSpPr>
            <a:spLocks noChangeArrowheads="1"/>
          </p:cNvSpPr>
          <p:nvPr/>
        </p:nvSpPr>
        <p:spPr bwMode="auto">
          <a:xfrm>
            <a:off x="8001000" y="3572432"/>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53</a:t>
            </a:r>
          </a:p>
        </p:txBody>
      </p:sp>
      <p:sp>
        <p:nvSpPr>
          <p:cNvPr id="85005" name="Rectangle 1037">
            <a:extLst>
              <a:ext uri="{FF2B5EF4-FFF2-40B4-BE49-F238E27FC236}">
                <a16:creationId xmlns:a16="http://schemas.microsoft.com/office/drawing/2014/main" id="{BD4C4025-8C78-136F-5C60-B4136C92286A}"/>
              </a:ext>
            </a:extLst>
          </p:cNvPr>
          <p:cNvSpPr>
            <a:spLocks noChangeArrowheads="1"/>
          </p:cNvSpPr>
          <p:nvPr/>
        </p:nvSpPr>
        <p:spPr bwMode="auto">
          <a:xfrm>
            <a:off x="44196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[ 2 ]</a:t>
            </a:r>
          </a:p>
        </p:txBody>
      </p:sp>
      <p:sp>
        <p:nvSpPr>
          <p:cNvPr id="85006" name="Rectangle 1038">
            <a:extLst>
              <a:ext uri="{FF2B5EF4-FFF2-40B4-BE49-F238E27FC236}">
                <a16:creationId xmlns:a16="http://schemas.microsoft.com/office/drawing/2014/main" id="{0E7794E5-F90E-D7F7-D6F0-B8EB1648480D}"/>
              </a:ext>
            </a:extLst>
          </p:cNvPr>
          <p:cNvSpPr>
            <a:spLocks noChangeArrowheads="1"/>
          </p:cNvSpPr>
          <p:nvPr/>
        </p:nvSpPr>
        <p:spPr bwMode="auto">
          <a:xfrm>
            <a:off x="51954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[ 3 ]</a:t>
            </a:r>
          </a:p>
        </p:txBody>
      </p:sp>
      <p:sp>
        <p:nvSpPr>
          <p:cNvPr id="85007" name="Rectangle 1039">
            <a:extLst>
              <a:ext uri="{FF2B5EF4-FFF2-40B4-BE49-F238E27FC236}">
                <a16:creationId xmlns:a16="http://schemas.microsoft.com/office/drawing/2014/main" id="{5F9B6873-8AD1-007B-D34D-A07EFE3E2505}"/>
              </a:ext>
            </a:extLst>
          </p:cNvPr>
          <p:cNvSpPr>
            <a:spLocks noChangeArrowheads="1"/>
          </p:cNvSpPr>
          <p:nvPr/>
        </p:nvSpPr>
        <p:spPr bwMode="auto">
          <a:xfrm>
            <a:off x="62484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[ 4 ]</a:t>
            </a:r>
          </a:p>
        </p:txBody>
      </p:sp>
      <p:sp>
        <p:nvSpPr>
          <p:cNvPr id="85008" name="Rectangle 1040">
            <a:extLst>
              <a:ext uri="{FF2B5EF4-FFF2-40B4-BE49-F238E27FC236}">
                <a16:creationId xmlns:a16="http://schemas.microsoft.com/office/drawing/2014/main" id="{7C176F1C-AA29-0730-B75B-F8A87946055A}"/>
              </a:ext>
            </a:extLst>
          </p:cNvPr>
          <p:cNvSpPr>
            <a:spLocks noChangeArrowheads="1"/>
          </p:cNvSpPr>
          <p:nvPr/>
        </p:nvSpPr>
        <p:spPr bwMode="auto">
          <a:xfrm>
            <a:off x="70242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[ 5 ]</a:t>
            </a:r>
          </a:p>
        </p:txBody>
      </p:sp>
      <p:sp>
        <p:nvSpPr>
          <p:cNvPr id="85009" name="Rectangle 1041">
            <a:extLst>
              <a:ext uri="{FF2B5EF4-FFF2-40B4-BE49-F238E27FC236}">
                <a16:creationId xmlns:a16="http://schemas.microsoft.com/office/drawing/2014/main" id="{37163BD9-13E5-70E0-1902-60835A3212F5}"/>
              </a:ext>
            </a:extLst>
          </p:cNvPr>
          <p:cNvSpPr>
            <a:spLocks noChangeArrowheads="1"/>
          </p:cNvSpPr>
          <p:nvPr/>
        </p:nvSpPr>
        <p:spPr bwMode="auto">
          <a:xfrm>
            <a:off x="80772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[ 6 ]</a:t>
            </a:r>
          </a:p>
        </p:txBody>
      </p:sp>
      <p:sp>
        <p:nvSpPr>
          <p:cNvPr id="85010" name="Text Box 1042">
            <a:extLst>
              <a:ext uri="{FF2B5EF4-FFF2-40B4-BE49-F238E27FC236}">
                <a16:creationId xmlns:a16="http://schemas.microsoft.com/office/drawing/2014/main" id="{8E7089BF-4FBE-FF72-268C-741C0238BB3E}"/>
              </a:ext>
            </a:extLst>
          </p:cNvPr>
          <p:cNvSpPr txBox="1">
            <a:spLocks noChangeArrowheads="1"/>
          </p:cNvSpPr>
          <p:nvPr/>
        </p:nvSpPr>
        <p:spPr bwMode="auto">
          <a:xfrm>
            <a:off x="1565753" y="5257801"/>
            <a:ext cx="9060494"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3200"/>
              <a:t>Search for the target in the area before midpoint.</a:t>
            </a:r>
          </a:p>
          <a:p>
            <a:pPr algn="ctr"/>
            <a:r>
              <a:rPr lang="en-US" altLang="en-US" sz="3200"/>
              <a:t> </a:t>
            </a:r>
          </a:p>
        </p:txBody>
      </p:sp>
      <p:sp>
        <p:nvSpPr>
          <p:cNvPr id="85011" name="AutoShape 1043">
            <a:extLst>
              <a:ext uri="{FF2B5EF4-FFF2-40B4-BE49-F238E27FC236}">
                <a16:creationId xmlns:a16="http://schemas.microsoft.com/office/drawing/2014/main" id="{51CB0F57-9801-2DB7-A199-75FC458854BE}"/>
              </a:ext>
            </a:extLst>
          </p:cNvPr>
          <p:cNvSpPr>
            <a:spLocks/>
          </p:cNvSpPr>
          <p:nvPr/>
        </p:nvSpPr>
        <p:spPr bwMode="auto">
          <a:xfrm rot="16200000">
            <a:off x="3619500" y="3458132"/>
            <a:ext cx="533400" cy="2743200"/>
          </a:xfrm>
          <a:prstGeom prst="leftBrace">
            <a:avLst>
              <a:gd name="adj1" fmla="val 42857"/>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3200"/>
          </a:p>
        </p:txBody>
      </p:sp>
      <p:sp>
        <p:nvSpPr>
          <p:cNvPr id="4" name="Rectangle 1026">
            <a:extLst>
              <a:ext uri="{FF2B5EF4-FFF2-40B4-BE49-F238E27FC236}">
                <a16:creationId xmlns:a16="http://schemas.microsoft.com/office/drawing/2014/main" id="{99D21078-8D4A-485C-9936-FDE68E76BDB7}"/>
              </a:ext>
            </a:extLst>
          </p:cNvPr>
          <p:cNvSpPr>
            <a:spLocks noGrp="1" noChangeArrowheads="1"/>
          </p:cNvSpPr>
          <p:nvPr>
            <p:ph type="title"/>
          </p:nvPr>
        </p:nvSpPr>
        <p:spPr>
          <a:xfrm>
            <a:off x="6098071" y="288855"/>
            <a:ext cx="6093929" cy="720771"/>
          </a:xfrm>
        </p:spPr>
        <p:txBody>
          <a:bodyPr>
            <a:normAutofit/>
          </a:bodyPr>
          <a:lstStyle/>
          <a:p>
            <a:r>
              <a:rPr lang="en-US" altLang="en-US" sz="4400" dirty="0"/>
              <a:t>Binary Search</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9" name="Rectangle 1027">
            <a:extLst>
              <a:ext uri="{FF2B5EF4-FFF2-40B4-BE49-F238E27FC236}">
                <a16:creationId xmlns:a16="http://schemas.microsoft.com/office/drawing/2014/main" id="{F1EFDA36-E37C-5FD0-B0C8-AE5717168E17}"/>
              </a:ext>
            </a:extLst>
          </p:cNvPr>
          <p:cNvSpPr>
            <a:spLocks noChangeArrowheads="1"/>
          </p:cNvSpPr>
          <p:nvPr/>
        </p:nvSpPr>
        <p:spPr bwMode="auto">
          <a:xfrm>
            <a:off x="2635250" y="2976564"/>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[ 0 ]</a:t>
            </a:r>
          </a:p>
        </p:txBody>
      </p:sp>
      <p:sp>
        <p:nvSpPr>
          <p:cNvPr id="86020" name="Rectangle 1028">
            <a:extLst>
              <a:ext uri="{FF2B5EF4-FFF2-40B4-BE49-F238E27FC236}">
                <a16:creationId xmlns:a16="http://schemas.microsoft.com/office/drawing/2014/main" id="{F3364C84-2922-51CF-7369-01C439B4E5EA}"/>
              </a:ext>
            </a:extLst>
          </p:cNvPr>
          <p:cNvSpPr>
            <a:spLocks noChangeArrowheads="1"/>
          </p:cNvSpPr>
          <p:nvPr/>
        </p:nvSpPr>
        <p:spPr bwMode="auto">
          <a:xfrm>
            <a:off x="3411102" y="2976564"/>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[ 1 ]</a:t>
            </a:r>
          </a:p>
        </p:txBody>
      </p:sp>
      <p:sp>
        <p:nvSpPr>
          <p:cNvPr id="86021" name="Text Box 1029">
            <a:extLst>
              <a:ext uri="{FF2B5EF4-FFF2-40B4-BE49-F238E27FC236}">
                <a16:creationId xmlns:a16="http://schemas.microsoft.com/office/drawing/2014/main" id="{C681F80C-9EE5-69ED-70AF-4E3DB4C63EC6}"/>
              </a:ext>
            </a:extLst>
          </p:cNvPr>
          <p:cNvSpPr txBox="1">
            <a:spLocks noChangeArrowheads="1"/>
          </p:cNvSpPr>
          <p:nvPr/>
        </p:nvSpPr>
        <p:spPr bwMode="auto">
          <a:xfrm>
            <a:off x="2209800" y="1981201"/>
            <a:ext cx="899958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t>Example: sorted array of integer keys.  Target=7.</a:t>
            </a:r>
          </a:p>
          <a:p>
            <a:endParaRPr lang="en-US" altLang="en-US" sz="3200"/>
          </a:p>
          <a:p>
            <a:endParaRPr lang="en-US" altLang="en-US" sz="3200"/>
          </a:p>
          <a:p>
            <a:endParaRPr lang="en-US" altLang="en-US" sz="3200"/>
          </a:p>
          <a:p>
            <a:endParaRPr lang="en-US" altLang="en-US" sz="3200"/>
          </a:p>
          <a:p>
            <a:endParaRPr lang="en-US" altLang="en-US" sz="3200"/>
          </a:p>
          <a:p>
            <a:endParaRPr lang="en-US" altLang="en-US" sz="3200"/>
          </a:p>
        </p:txBody>
      </p:sp>
      <p:sp>
        <p:nvSpPr>
          <p:cNvPr id="86022" name="Rectangle 1030">
            <a:extLst>
              <a:ext uri="{FF2B5EF4-FFF2-40B4-BE49-F238E27FC236}">
                <a16:creationId xmlns:a16="http://schemas.microsoft.com/office/drawing/2014/main" id="{0C6A0E78-DA4B-5758-A75E-AFDC978A2419}"/>
              </a:ext>
            </a:extLst>
          </p:cNvPr>
          <p:cNvSpPr>
            <a:spLocks noChangeArrowheads="1"/>
          </p:cNvSpPr>
          <p:nvPr/>
        </p:nvSpPr>
        <p:spPr bwMode="auto">
          <a:xfrm>
            <a:off x="2514600" y="3554503"/>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a:t>
            </a:r>
          </a:p>
        </p:txBody>
      </p:sp>
      <p:sp>
        <p:nvSpPr>
          <p:cNvPr id="86023" name="Rectangle 1031">
            <a:extLst>
              <a:ext uri="{FF2B5EF4-FFF2-40B4-BE49-F238E27FC236}">
                <a16:creationId xmlns:a16="http://schemas.microsoft.com/office/drawing/2014/main" id="{0AF0D75D-1318-A9D9-1929-5A9A2773C674}"/>
              </a:ext>
            </a:extLst>
          </p:cNvPr>
          <p:cNvSpPr>
            <a:spLocks noChangeArrowheads="1"/>
          </p:cNvSpPr>
          <p:nvPr/>
        </p:nvSpPr>
        <p:spPr bwMode="auto">
          <a:xfrm>
            <a:off x="3429000" y="3554503"/>
            <a:ext cx="914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solidFill>
                  <a:srgbClr val="FFFF00"/>
                </a:solidFill>
              </a:rPr>
              <a:t>6</a:t>
            </a:r>
          </a:p>
        </p:txBody>
      </p:sp>
      <p:sp>
        <p:nvSpPr>
          <p:cNvPr id="86024" name="Rectangle 1032">
            <a:extLst>
              <a:ext uri="{FF2B5EF4-FFF2-40B4-BE49-F238E27FC236}">
                <a16:creationId xmlns:a16="http://schemas.microsoft.com/office/drawing/2014/main" id="{2DF82DE6-F3D6-00B7-0864-3CBB0E888EE0}"/>
              </a:ext>
            </a:extLst>
          </p:cNvPr>
          <p:cNvSpPr>
            <a:spLocks noChangeArrowheads="1"/>
          </p:cNvSpPr>
          <p:nvPr/>
        </p:nvSpPr>
        <p:spPr bwMode="auto">
          <a:xfrm>
            <a:off x="4343400" y="3554503"/>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7</a:t>
            </a:r>
          </a:p>
        </p:txBody>
      </p:sp>
      <p:sp>
        <p:nvSpPr>
          <p:cNvPr id="86025" name="Rectangle 1033">
            <a:extLst>
              <a:ext uri="{FF2B5EF4-FFF2-40B4-BE49-F238E27FC236}">
                <a16:creationId xmlns:a16="http://schemas.microsoft.com/office/drawing/2014/main" id="{06D1678C-BBCB-192E-9AC2-4ED6476E4FF7}"/>
              </a:ext>
            </a:extLst>
          </p:cNvPr>
          <p:cNvSpPr>
            <a:spLocks noChangeArrowheads="1"/>
          </p:cNvSpPr>
          <p:nvPr/>
        </p:nvSpPr>
        <p:spPr bwMode="auto">
          <a:xfrm>
            <a:off x="5257800" y="3554503"/>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11</a:t>
            </a:r>
          </a:p>
        </p:txBody>
      </p:sp>
      <p:sp>
        <p:nvSpPr>
          <p:cNvPr id="86026" name="Rectangle 1034">
            <a:extLst>
              <a:ext uri="{FF2B5EF4-FFF2-40B4-BE49-F238E27FC236}">
                <a16:creationId xmlns:a16="http://schemas.microsoft.com/office/drawing/2014/main" id="{656310F3-925A-8916-6703-4C2FB5FAB14E}"/>
              </a:ext>
            </a:extLst>
          </p:cNvPr>
          <p:cNvSpPr>
            <a:spLocks noChangeArrowheads="1"/>
          </p:cNvSpPr>
          <p:nvPr/>
        </p:nvSpPr>
        <p:spPr bwMode="auto">
          <a:xfrm>
            <a:off x="6172200" y="3554503"/>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32</a:t>
            </a:r>
          </a:p>
        </p:txBody>
      </p:sp>
      <p:sp>
        <p:nvSpPr>
          <p:cNvPr id="86027" name="Rectangle 1035">
            <a:extLst>
              <a:ext uri="{FF2B5EF4-FFF2-40B4-BE49-F238E27FC236}">
                <a16:creationId xmlns:a16="http://schemas.microsoft.com/office/drawing/2014/main" id="{1AFD420D-9C36-EA8A-65DE-89379FC460AC}"/>
              </a:ext>
            </a:extLst>
          </p:cNvPr>
          <p:cNvSpPr>
            <a:spLocks noChangeArrowheads="1"/>
          </p:cNvSpPr>
          <p:nvPr/>
        </p:nvSpPr>
        <p:spPr bwMode="auto">
          <a:xfrm>
            <a:off x="7086600" y="3554503"/>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33</a:t>
            </a:r>
          </a:p>
        </p:txBody>
      </p:sp>
      <p:sp>
        <p:nvSpPr>
          <p:cNvPr id="86028" name="Rectangle 1036">
            <a:extLst>
              <a:ext uri="{FF2B5EF4-FFF2-40B4-BE49-F238E27FC236}">
                <a16:creationId xmlns:a16="http://schemas.microsoft.com/office/drawing/2014/main" id="{E01BA1D4-12F1-847D-69EC-6E39F320181C}"/>
              </a:ext>
            </a:extLst>
          </p:cNvPr>
          <p:cNvSpPr>
            <a:spLocks noChangeArrowheads="1"/>
          </p:cNvSpPr>
          <p:nvPr/>
        </p:nvSpPr>
        <p:spPr bwMode="auto">
          <a:xfrm>
            <a:off x="8001000" y="3554503"/>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53</a:t>
            </a:r>
          </a:p>
        </p:txBody>
      </p:sp>
      <p:sp>
        <p:nvSpPr>
          <p:cNvPr id="86029" name="Rectangle 1037">
            <a:extLst>
              <a:ext uri="{FF2B5EF4-FFF2-40B4-BE49-F238E27FC236}">
                <a16:creationId xmlns:a16="http://schemas.microsoft.com/office/drawing/2014/main" id="{91E72CFD-D7D4-5A1E-5531-903C3B34D925}"/>
              </a:ext>
            </a:extLst>
          </p:cNvPr>
          <p:cNvSpPr>
            <a:spLocks noChangeArrowheads="1"/>
          </p:cNvSpPr>
          <p:nvPr/>
        </p:nvSpPr>
        <p:spPr bwMode="auto">
          <a:xfrm>
            <a:off x="44196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[ 2 ]</a:t>
            </a:r>
          </a:p>
        </p:txBody>
      </p:sp>
      <p:sp>
        <p:nvSpPr>
          <p:cNvPr id="86030" name="Rectangle 1038">
            <a:extLst>
              <a:ext uri="{FF2B5EF4-FFF2-40B4-BE49-F238E27FC236}">
                <a16:creationId xmlns:a16="http://schemas.microsoft.com/office/drawing/2014/main" id="{124554ED-29DF-3418-BE7E-9CD30364F530}"/>
              </a:ext>
            </a:extLst>
          </p:cNvPr>
          <p:cNvSpPr>
            <a:spLocks noChangeArrowheads="1"/>
          </p:cNvSpPr>
          <p:nvPr/>
        </p:nvSpPr>
        <p:spPr bwMode="auto">
          <a:xfrm>
            <a:off x="51954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[ 3 ]</a:t>
            </a:r>
          </a:p>
        </p:txBody>
      </p:sp>
      <p:sp>
        <p:nvSpPr>
          <p:cNvPr id="86031" name="Rectangle 1039">
            <a:extLst>
              <a:ext uri="{FF2B5EF4-FFF2-40B4-BE49-F238E27FC236}">
                <a16:creationId xmlns:a16="http://schemas.microsoft.com/office/drawing/2014/main" id="{DC5CF098-7DE8-317B-3E34-79B8F4DD6AA9}"/>
              </a:ext>
            </a:extLst>
          </p:cNvPr>
          <p:cNvSpPr>
            <a:spLocks noChangeArrowheads="1"/>
          </p:cNvSpPr>
          <p:nvPr/>
        </p:nvSpPr>
        <p:spPr bwMode="auto">
          <a:xfrm>
            <a:off x="62484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[ 4 ]</a:t>
            </a:r>
          </a:p>
        </p:txBody>
      </p:sp>
      <p:sp>
        <p:nvSpPr>
          <p:cNvPr id="86032" name="Rectangle 1040">
            <a:extLst>
              <a:ext uri="{FF2B5EF4-FFF2-40B4-BE49-F238E27FC236}">
                <a16:creationId xmlns:a16="http://schemas.microsoft.com/office/drawing/2014/main" id="{FA743A8F-6493-6A01-FB07-B0077F3AFA75}"/>
              </a:ext>
            </a:extLst>
          </p:cNvPr>
          <p:cNvSpPr>
            <a:spLocks noChangeArrowheads="1"/>
          </p:cNvSpPr>
          <p:nvPr/>
        </p:nvSpPr>
        <p:spPr bwMode="auto">
          <a:xfrm>
            <a:off x="70242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[ 5 ]</a:t>
            </a:r>
          </a:p>
        </p:txBody>
      </p:sp>
      <p:sp>
        <p:nvSpPr>
          <p:cNvPr id="86033" name="Rectangle 1041">
            <a:extLst>
              <a:ext uri="{FF2B5EF4-FFF2-40B4-BE49-F238E27FC236}">
                <a16:creationId xmlns:a16="http://schemas.microsoft.com/office/drawing/2014/main" id="{865D3AB7-90C8-B564-35DC-2412018C382D}"/>
              </a:ext>
            </a:extLst>
          </p:cNvPr>
          <p:cNvSpPr>
            <a:spLocks noChangeArrowheads="1"/>
          </p:cNvSpPr>
          <p:nvPr/>
        </p:nvSpPr>
        <p:spPr bwMode="auto">
          <a:xfrm>
            <a:off x="80772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[ 6 ]</a:t>
            </a:r>
          </a:p>
        </p:txBody>
      </p:sp>
      <p:sp>
        <p:nvSpPr>
          <p:cNvPr id="86036" name="Line 1044">
            <a:extLst>
              <a:ext uri="{FF2B5EF4-FFF2-40B4-BE49-F238E27FC236}">
                <a16:creationId xmlns:a16="http://schemas.microsoft.com/office/drawing/2014/main" id="{DEA5F55F-0B97-9ABB-3C1A-DF00FCF3818C}"/>
              </a:ext>
            </a:extLst>
          </p:cNvPr>
          <p:cNvSpPr>
            <a:spLocks noChangeShapeType="1"/>
          </p:cNvSpPr>
          <p:nvPr/>
        </p:nvSpPr>
        <p:spPr bwMode="auto">
          <a:xfrm>
            <a:off x="3886200" y="4495800"/>
            <a:ext cx="0" cy="12954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3200"/>
          </a:p>
        </p:txBody>
      </p:sp>
      <p:sp>
        <p:nvSpPr>
          <p:cNvPr id="86037" name="Text Box 1045">
            <a:extLst>
              <a:ext uri="{FF2B5EF4-FFF2-40B4-BE49-F238E27FC236}">
                <a16:creationId xmlns:a16="http://schemas.microsoft.com/office/drawing/2014/main" id="{837B9881-0D11-9C79-0058-1EDCE8002880}"/>
              </a:ext>
            </a:extLst>
          </p:cNvPr>
          <p:cNvSpPr txBox="1">
            <a:spLocks noChangeArrowheads="1"/>
          </p:cNvSpPr>
          <p:nvPr/>
        </p:nvSpPr>
        <p:spPr bwMode="auto">
          <a:xfrm>
            <a:off x="2209801" y="5756275"/>
            <a:ext cx="508664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t>Find approximate midpoint</a:t>
            </a:r>
          </a:p>
        </p:txBody>
      </p:sp>
      <p:sp>
        <p:nvSpPr>
          <p:cNvPr id="4" name="Rectangle 1026">
            <a:extLst>
              <a:ext uri="{FF2B5EF4-FFF2-40B4-BE49-F238E27FC236}">
                <a16:creationId xmlns:a16="http://schemas.microsoft.com/office/drawing/2014/main" id="{3754BC26-F188-D036-4B18-BAD46938AE3E}"/>
              </a:ext>
            </a:extLst>
          </p:cNvPr>
          <p:cNvSpPr>
            <a:spLocks noGrp="1" noChangeArrowheads="1"/>
          </p:cNvSpPr>
          <p:nvPr>
            <p:ph type="title"/>
          </p:nvPr>
        </p:nvSpPr>
        <p:spPr>
          <a:xfrm>
            <a:off x="6098071" y="288855"/>
            <a:ext cx="6093929" cy="720771"/>
          </a:xfrm>
        </p:spPr>
        <p:txBody>
          <a:bodyPr>
            <a:normAutofit/>
          </a:bodyPr>
          <a:lstStyle/>
          <a:p>
            <a:r>
              <a:rPr lang="en-US" altLang="en-US" sz="4400" dirty="0"/>
              <a:t>Binary Search</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3" name="Rectangle 1027">
            <a:extLst>
              <a:ext uri="{FF2B5EF4-FFF2-40B4-BE49-F238E27FC236}">
                <a16:creationId xmlns:a16="http://schemas.microsoft.com/office/drawing/2014/main" id="{AFCAF213-05A2-F058-673B-413F1C2BE903}"/>
              </a:ext>
            </a:extLst>
          </p:cNvPr>
          <p:cNvSpPr>
            <a:spLocks noChangeArrowheads="1"/>
          </p:cNvSpPr>
          <p:nvPr/>
        </p:nvSpPr>
        <p:spPr bwMode="auto">
          <a:xfrm>
            <a:off x="2635250" y="2976564"/>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[ 0 ]</a:t>
            </a:r>
          </a:p>
        </p:txBody>
      </p:sp>
      <p:sp>
        <p:nvSpPr>
          <p:cNvPr id="87044" name="Rectangle 1028">
            <a:extLst>
              <a:ext uri="{FF2B5EF4-FFF2-40B4-BE49-F238E27FC236}">
                <a16:creationId xmlns:a16="http://schemas.microsoft.com/office/drawing/2014/main" id="{1F5E3D6B-2978-F9C6-0524-DD0E6584820F}"/>
              </a:ext>
            </a:extLst>
          </p:cNvPr>
          <p:cNvSpPr>
            <a:spLocks noChangeArrowheads="1"/>
          </p:cNvSpPr>
          <p:nvPr/>
        </p:nvSpPr>
        <p:spPr bwMode="auto">
          <a:xfrm>
            <a:off x="3411102" y="2976564"/>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[ 1 ]</a:t>
            </a:r>
          </a:p>
        </p:txBody>
      </p:sp>
      <p:sp>
        <p:nvSpPr>
          <p:cNvPr id="87045" name="Text Box 1029">
            <a:extLst>
              <a:ext uri="{FF2B5EF4-FFF2-40B4-BE49-F238E27FC236}">
                <a16:creationId xmlns:a16="http://schemas.microsoft.com/office/drawing/2014/main" id="{89E376F7-C3DC-15D8-A1E9-93082F0001A3}"/>
              </a:ext>
            </a:extLst>
          </p:cNvPr>
          <p:cNvSpPr txBox="1">
            <a:spLocks noChangeArrowheads="1"/>
          </p:cNvSpPr>
          <p:nvPr/>
        </p:nvSpPr>
        <p:spPr bwMode="auto">
          <a:xfrm>
            <a:off x="2209800" y="1981201"/>
            <a:ext cx="899958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t>Example: sorted array of integer keys.  Target=7.</a:t>
            </a:r>
          </a:p>
          <a:p>
            <a:endParaRPr lang="en-US" altLang="en-US" sz="3200" dirty="0"/>
          </a:p>
          <a:p>
            <a:endParaRPr lang="en-US" altLang="en-US" sz="3200" dirty="0"/>
          </a:p>
          <a:p>
            <a:endParaRPr lang="en-US" altLang="en-US" sz="3200" dirty="0"/>
          </a:p>
          <a:p>
            <a:endParaRPr lang="en-US" altLang="en-US" sz="3200" dirty="0"/>
          </a:p>
          <a:p>
            <a:endParaRPr lang="en-US" altLang="en-US" sz="3200" dirty="0"/>
          </a:p>
          <a:p>
            <a:endParaRPr lang="en-US" altLang="en-US" sz="3200" dirty="0"/>
          </a:p>
        </p:txBody>
      </p:sp>
      <p:sp>
        <p:nvSpPr>
          <p:cNvPr id="87046" name="Rectangle 1030">
            <a:extLst>
              <a:ext uri="{FF2B5EF4-FFF2-40B4-BE49-F238E27FC236}">
                <a16:creationId xmlns:a16="http://schemas.microsoft.com/office/drawing/2014/main" id="{645E4CA4-A412-6194-8F0E-A4D0278749FF}"/>
              </a:ext>
            </a:extLst>
          </p:cNvPr>
          <p:cNvSpPr>
            <a:spLocks noChangeArrowheads="1"/>
          </p:cNvSpPr>
          <p:nvPr/>
        </p:nvSpPr>
        <p:spPr bwMode="auto">
          <a:xfrm>
            <a:off x="2514600" y="3554503"/>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a:t>
            </a:r>
          </a:p>
        </p:txBody>
      </p:sp>
      <p:sp>
        <p:nvSpPr>
          <p:cNvPr id="87047" name="Rectangle 1031">
            <a:extLst>
              <a:ext uri="{FF2B5EF4-FFF2-40B4-BE49-F238E27FC236}">
                <a16:creationId xmlns:a16="http://schemas.microsoft.com/office/drawing/2014/main" id="{941293AF-5AC0-5D97-3E01-CB7645303E72}"/>
              </a:ext>
            </a:extLst>
          </p:cNvPr>
          <p:cNvSpPr>
            <a:spLocks noChangeArrowheads="1"/>
          </p:cNvSpPr>
          <p:nvPr/>
        </p:nvSpPr>
        <p:spPr bwMode="auto">
          <a:xfrm>
            <a:off x="3429000" y="3554503"/>
            <a:ext cx="914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solidFill>
                  <a:srgbClr val="FFFF00"/>
                </a:solidFill>
              </a:rPr>
              <a:t>6</a:t>
            </a:r>
          </a:p>
        </p:txBody>
      </p:sp>
      <p:sp>
        <p:nvSpPr>
          <p:cNvPr id="87048" name="Rectangle 1032">
            <a:extLst>
              <a:ext uri="{FF2B5EF4-FFF2-40B4-BE49-F238E27FC236}">
                <a16:creationId xmlns:a16="http://schemas.microsoft.com/office/drawing/2014/main" id="{7C291B3C-DA48-18B3-EEF4-C39E0A0EF81A}"/>
              </a:ext>
            </a:extLst>
          </p:cNvPr>
          <p:cNvSpPr>
            <a:spLocks noChangeArrowheads="1"/>
          </p:cNvSpPr>
          <p:nvPr/>
        </p:nvSpPr>
        <p:spPr bwMode="auto">
          <a:xfrm>
            <a:off x="4343400" y="3554503"/>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7</a:t>
            </a:r>
          </a:p>
        </p:txBody>
      </p:sp>
      <p:sp>
        <p:nvSpPr>
          <p:cNvPr id="87049" name="Rectangle 1033">
            <a:extLst>
              <a:ext uri="{FF2B5EF4-FFF2-40B4-BE49-F238E27FC236}">
                <a16:creationId xmlns:a16="http://schemas.microsoft.com/office/drawing/2014/main" id="{58DB89A5-A5A2-1818-8002-95E19E70E655}"/>
              </a:ext>
            </a:extLst>
          </p:cNvPr>
          <p:cNvSpPr>
            <a:spLocks noChangeArrowheads="1"/>
          </p:cNvSpPr>
          <p:nvPr/>
        </p:nvSpPr>
        <p:spPr bwMode="auto">
          <a:xfrm>
            <a:off x="5257800" y="3554503"/>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11</a:t>
            </a:r>
          </a:p>
        </p:txBody>
      </p:sp>
      <p:sp>
        <p:nvSpPr>
          <p:cNvPr id="87050" name="Rectangle 1034">
            <a:extLst>
              <a:ext uri="{FF2B5EF4-FFF2-40B4-BE49-F238E27FC236}">
                <a16:creationId xmlns:a16="http://schemas.microsoft.com/office/drawing/2014/main" id="{C94639D0-ECEA-AA64-68AC-7A2E38985A39}"/>
              </a:ext>
            </a:extLst>
          </p:cNvPr>
          <p:cNvSpPr>
            <a:spLocks noChangeArrowheads="1"/>
          </p:cNvSpPr>
          <p:nvPr/>
        </p:nvSpPr>
        <p:spPr bwMode="auto">
          <a:xfrm>
            <a:off x="6172200" y="3554503"/>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32</a:t>
            </a:r>
          </a:p>
        </p:txBody>
      </p:sp>
      <p:sp>
        <p:nvSpPr>
          <p:cNvPr id="87051" name="Rectangle 1035">
            <a:extLst>
              <a:ext uri="{FF2B5EF4-FFF2-40B4-BE49-F238E27FC236}">
                <a16:creationId xmlns:a16="http://schemas.microsoft.com/office/drawing/2014/main" id="{A239184E-8D71-F2FA-CB6C-DC4B0085D2A1}"/>
              </a:ext>
            </a:extLst>
          </p:cNvPr>
          <p:cNvSpPr>
            <a:spLocks noChangeArrowheads="1"/>
          </p:cNvSpPr>
          <p:nvPr/>
        </p:nvSpPr>
        <p:spPr bwMode="auto">
          <a:xfrm>
            <a:off x="7086600" y="3554503"/>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33</a:t>
            </a:r>
          </a:p>
        </p:txBody>
      </p:sp>
      <p:sp>
        <p:nvSpPr>
          <p:cNvPr id="87052" name="Rectangle 1036">
            <a:extLst>
              <a:ext uri="{FF2B5EF4-FFF2-40B4-BE49-F238E27FC236}">
                <a16:creationId xmlns:a16="http://schemas.microsoft.com/office/drawing/2014/main" id="{5D4B15C4-3AE7-833C-DFE0-C62655ACFC96}"/>
              </a:ext>
            </a:extLst>
          </p:cNvPr>
          <p:cNvSpPr>
            <a:spLocks noChangeArrowheads="1"/>
          </p:cNvSpPr>
          <p:nvPr/>
        </p:nvSpPr>
        <p:spPr bwMode="auto">
          <a:xfrm>
            <a:off x="8001000" y="3554503"/>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53</a:t>
            </a:r>
          </a:p>
        </p:txBody>
      </p:sp>
      <p:sp>
        <p:nvSpPr>
          <p:cNvPr id="87053" name="Rectangle 1037">
            <a:extLst>
              <a:ext uri="{FF2B5EF4-FFF2-40B4-BE49-F238E27FC236}">
                <a16:creationId xmlns:a16="http://schemas.microsoft.com/office/drawing/2014/main" id="{23E6F16F-5B5F-8A49-3FAF-4C5E61C28925}"/>
              </a:ext>
            </a:extLst>
          </p:cNvPr>
          <p:cNvSpPr>
            <a:spLocks noChangeArrowheads="1"/>
          </p:cNvSpPr>
          <p:nvPr/>
        </p:nvSpPr>
        <p:spPr bwMode="auto">
          <a:xfrm>
            <a:off x="44196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[ 2 ]</a:t>
            </a:r>
          </a:p>
        </p:txBody>
      </p:sp>
      <p:sp>
        <p:nvSpPr>
          <p:cNvPr id="87054" name="Rectangle 1038">
            <a:extLst>
              <a:ext uri="{FF2B5EF4-FFF2-40B4-BE49-F238E27FC236}">
                <a16:creationId xmlns:a16="http://schemas.microsoft.com/office/drawing/2014/main" id="{4EB6A304-CF75-2785-30D4-2DBEE1D395B8}"/>
              </a:ext>
            </a:extLst>
          </p:cNvPr>
          <p:cNvSpPr>
            <a:spLocks noChangeArrowheads="1"/>
          </p:cNvSpPr>
          <p:nvPr/>
        </p:nvSpPr>
        <p:spPr bwMode="auto">
          <a:xfrm>
            <a:off x="51954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[ 3 ]</a:t>
            </a:r>
          </a:p>
        </p:txBody>
      </p:sp>
      <p:sp>
        <p:nvSpPr>
          <p:cNvPr id="87055" name="Rectangle 1039">
            <a:extLst>
              <a:ext uri="{FF2B5EF4-FFF2-40B4-BE49-F238E27FC236}">
                <a16:creationId xmlns:a16="http://schemas.microsoft.com/office/drawing/2014/main" id="{60A5386A-2346-D098-9F8B-DFF724B31FD7}"/>
              </a:ext>
            </a:extLst>
          </p:cNvPr>
          <p:cNvSpPr>
            <a:spLocks noChangeArrowheads="1"/>
          </p:cNvSpPr>
          <p:nvPr/>
        </p:nvSpPr>
        <p:spPr bwMode="auto">
          <a:xfrm>
            <a:off x="62484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[ 4 ]</a:t>
            </a:r>
          </a:p>
        </p:txBody>
      </p:sp>
      <p:sp>
        <p:nvSpPr>
          <p:cNvPr id="87056" name="Rectangle 1040">
            <a:extLst>
              <a:ext uri="{FF2B5EF4-FFF2-40B4-BE49-F238E27FC236}">
                <a16:creationId xmlns:a16="http://schemas.microsoft.com/office/drawing/2014/main" id="{E6951D1B-0D07-761B-226E-3E07515388B2}"/>
              </a:ext>
            </a:extLst>
          </p:cNvPr>
          <p:cNvSpPr>
            <a:spLocks noChangeArrowheads="1"/>
          </p:cNvSpPr>
          <p:nvPr/>
        </p:nvSpPr>
        <p:spPr bwMode="auto">
          <a:xfrm>
            <a:off x="70242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[ 5 ]</a:t>
            </a:r>
          </a:p>
        </p:txBody>
      </p:sp>
      <p:sp>
        <p:nvSpPr>
          <p:cNvPr id="87057" name="Rectangle 1041">
            <a:extLst>
              <a:ext uri="{FF2B5EF4-FFF2-40B4-BE49-F238E27FC236}">
                <a16:creationId xmlns:a16="http://schemas.microsoft.com/office/drawing/2014/main" id="{F808C96A-1AF8-BE5E-5641-BB17D7854E00}"/>
              </a:ext>
            </a:extLst>
          </p:cNvPr>
          <p:cNvSpPr>
            <a:spLocks noChangeArrowheads="1"/>
          </p:cNvSpPr>
          <p:nvPr/>
        </p:nvSpPr>
        <p:spPr bwMode="auto">
          <a:xfrm>
            <a:off x="80772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[ 6 ]</a:t>
            </a:r>
          </a:p>
        </p:txBody>
      </p:sp>
      <p:sp>
        <p:nvSpPr>
          <p:cNvPr id="87058" name="Line 1042">
            <a:extLst>
              <a:ext uri="{FF2B5EF4-FFF2-40B4-BE49-F238E27FC236}">
                <a16:creationId xmlns:a16="http://schemas.microsoft.com/office/drawing/2014/main" id="{A41ACCCB-E1C7-678A-CF58-C22F07854971}"/>
              </a:ext>
            </a:extLst>
          </p:cNvPr>
          <p:cNvSpPr>
            <a:spLocks noChangeShapeType="1"/>
          </p:cNvSpPr>
          <p:nvPr/>
        </p:nvSpPr>
        <p:spPr bwMode="auto">
          <a:xfrm>
            <a:off x="3886200" y="4495800"/>
            <a:ext cx="0" cy="12954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3200"/>
          </a:p>
        </p:txBody>
      </p:sp>
      <p:sp>
        <p:nvSpPr>
          <p:cNvPr id="87059" name="Text Box 1043">
            <a:extLst>
              <a:ext uri="{FF2B5EF4-FFF2-40B4-BE49-F238E27FC236}">
                <a16:creationId xmlns:a16="http://schemas.microsoft.com/office/drawing/2014/main" id="{27AE07F5-25B5-DAFE-3DB6-AA504F64389C}"/>
              </a:ext>
            </a:extLst>
          </p:cNvPr>
          <p:cNvSpPr txBox="1">
            <a:spLocks noChangeArrowheads="1"/>
          </p:cNvSpPr>
          <p:nvPr/>
        </p:nvSpPr>
        <p:spPr bwMode="auto">
          <a:xfrm>
            <a:off x="2209801" y="5756275"/>
            <a:ext cx="5606022"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t>Target = key of midpoint? NO.</a:t>
            </a:r>
          </a:p>
        </p:txBody>
      </p:sp>
      <p:sp>
        <p:nvSpPr>
          <p:cNvPr id="4" name="Rectangle 1026">
            <a:extLst>
              <a:ext uri="{FF2B5EF4-FFF2-40B4-BE49-F238E27FC236}">
                <a16:creationId xmlns:a16="http://schemas.microsoft.com/office/drawing/2014/main" id="{5B1AC121-1BB0-6BB5-448E-7269A01361EC}"/>
              </a:ext>
            </a:extLst>
          </p:cNvPr>
          <p:cNvSpPr>
            <a:spLocks noGrp="1" noChangeArrowheads="1"/>
          </p:cNvSpPr>
          <p:nvPr>
            <p:ph type="title"/>
          </p:nvPr>
        </p:nvSpPr>
        <p:spPr>
          <a:xfrm>
            <a:off x="6098071" y="288855"/>
            <a:ext cx="6093929" cy="720771"/>
          </a:xfrm>
        </p:spPr>
        <p:txBody>
          <a:bodyPr>
            <a:normAutofit/>
          </a:bodyPr>
          <a:lstStyle/>
          <a:p>
            <a:r>
              <a:rPr lang="en-US" altLang="en-US" sz="4400" dirty="0"/>
              <a:t>Binary Search</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1" name="Rectangle 1027">
            <a:extLst>
              <a:ext uri="{FF2B5EF4-FFF2-40B4-BE49-F238E27FC236}">
                <a16:creationId xmlns:a16="http://schemas.microsoft.com/office/drawing/2014/main" id="{AD5105EF-100F-06BD-739A-48E0D5EEF9D8}"/>
              </a:ext>
            </a:extLst>
          </p:cNvPr>
          <p:cNvSpPr>
            <a:spLocks noChangeArrowheads="1"/>
          </p:cNvSpPr>
          <p:nvPr/>
        </p:nvSpPr>
        <p:spPr bwMode="auto">
          <a:xfrm>
            <a:off x="2635250" y="2976564"/>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[ 0 ]</a:t>
            </a:r>
          </a:p>
        </p:txBody>
      </p:sp>
      <p:sp>
        <p:nvSpPr>
          <p:cNvPr id="89092" name="Rectangle 1028">
            <a:extLst>
              <a:ext uri="{FF2B5EF4-FFF2-40B4-BE49-F238E27FC236}">
                <a16:creationId xmlns:a16="http://schemas.microsoft.com/office/drawing/2014/main" id="{19875038-45A1-60CB-A35C-16DB9BD93381}"/>
              </a:ext>
            </a:extLst>
          </p:cNvPr>
          <p:cNvSpPr>
            <a:spLocks noChangeArrowheads="1"/>
          </p:cNvSpPr>
          <p:nvPr/>
        </p:nvSpPr>
        <p:spPr bwMode="auto">
          <a:xfrm>
            <a:off x="3411102" y="2976564"/>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[ 1 ]</a:t>
            </a:r>
          </a:p>
        </p:txBody>
      </p:sp>
      <p:sp>
        <p:nvSpPr>
          <p:cNvPr id="89093" name="Text Box 1029">
            <a:extLst>
              <a:ext uri="{FF2B5EF4-FFF2-40B4-BE49-F238E27FC236}">
                <a16:creationId xmlns:a16="http://schemas.microsoft.com/office/drawing/2014/main" id="{5A900BC6-1EB8-63AC-E76D-6AEB5C8CA606}"/>
              </a:ext>
            </a:extLst>
          </p:cNvPr>
          <p:cNvSpPr txBox="1">
            <a:spLocks noChangeArrowheads="1"/>
          </p:cNvSpPr>
          <p:nvPr/>
        </p:nvSpPr>
        <p:spPr bwMode="auto">
          <a:xfrm>
            <a:off x="2209800" y="1981201"/>
            <a:ext cx="899958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t>Example: sorted array of integer keys.  Target=7.</a:t>
            </a:r>
          </a:p>
          <a:p>
            <a:endParaRPr lang="en-US" altLang="en-US" sz="3200" dirty="0"/>
          </a:p>
          <a:p>
            <a:endParaRPr lang="en-US" altLang="en-US" sz="3200" dirty="0"/>
          </a:p>
          <a:p>
            <a:endParaRPr lang="en-US" altLang="en-US" sz="3200" dirty="0"/>
          </a:p>
          <a:p>
            <a:endParaRPr lang="en-US" altLang="en-US" sz="3200" dirty="0"/>
          </a:p>
          <a:p>
            <a:endParaRPr lang="en-US" altLang="en-US" sz="3200" dirty="0"/>
          </a:p>
          <a:p>
            <a:endParaRPr lang="en-US" altLang="en-US" sz="3200" dirty="0"/>
          </a:p>
        </p:txBody>
      </p:sp>
      <p:sp>
        <p:nvSpPr>
          <p:cNvPr id="89094" name="Rectangle 1030">
            <a:extLst>
              <a:ext uri="{FF2B5EF4-FFF2-40B4-BE49-F238E27FC236}">
                <a16:creationId xmlns:a16="http://schemas.microsoft.com/office/drawing/2014/main" id="{66CB96ED-3640-749F-48DC-23C72EA669EB}"/>
              </a:ext>
            </a:extLst>
          </p:cNvPr>
          <p:cNvSpPr>
            <a:spLocks noChangeArrowheads="1"/>
          </p:cNvSpPr>
          <p:nvPr/>
        </p:nvSpPr>
        <p:spPr bwMode="auto">
          <a:xfrm>
            <a:off x="2514600" y="3536574"/>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a:t>
            </a:r>
          </a:p>
        </p:txBody>
      </p:sp>
      <p:sp>
        <p:nvSpPr>
          <p:cNvPr id="89095" name="Rectangle 1031">
            <a:extLst>
              <a:ext uri="{FF2B5EF4-FFF2-40B4-BE49-F238E27FC236}">
                <a16:creationId xmlns:a16="http://schemas.microsoft.com/office/drawing/2014/main" id="{81DB062D-C48C-C54D-A184-0436DFB6407A}"/>
              </a:ext>
            </a:extLst>
          </p:cNvPr>
          <p:cNvSpPr>
            <a:spLocks noChangeArrowheads="1"/>
          </p:cNvSpPr>
          <p:nvPr/>
        </p:nvSpPr>
        <p:spPr bwMode="auto">
          <a:xfrm>
            <a:off x="3429000" y="3536574"/>
            <a:ext cx="914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solidFill>
                  <a:srgbClr val="FFFF00"/>
                </a:solidFill>
              </a:rPr>
              <a:t>6</a:t>
            </a:r>
          </a:p>
        </p:txBody>
      </p:sp>
      <p:sp>
        <p:nvSpPr>
          <p:cNvPr id="89096" name="Rectangle 1032">
            <a:extLst>
              <a:ext uri="{FF2B5EF4-FFF2-40B4-BE49-F238E27FC236}">
                <a16:creationId xmlns:a16="http://schemas.microsoft.com/office/drawing/2014/main" id="{039D3B04-BD6A-DF1E-5802-6D7B4198B042}"/>
              </a:ext>
            </a:extLst>
          </p:cNvPr>
          <p:cNvSpPr>
            <a:spLocks noChangeArrowheads="1"/>
          </p:cNvSpPr>
          <p:nvPr/>
        </p:nvSpPr>
        <p:spPr bwMode="auto">
          <a:xfrm>
            <a:off x="4343400" y="3536574"/>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7</a:t>
            </a:r>
          </a:p>
        </p:txBody>
      </p:sp>
      <p:sp>
        <p:nvSpPr>
          <p:cNvPr id="89097" name="Rectangle 1033">
            <a:extLst>
              <a:ext uri="{FF2B5EF4-FFF2-40B4-BE49-F238E27FC236}">
                <a16:creationId xmlns:a16="http://schemas.microsoft.com/office/drawing/2014/main" id="{2EE5D827-B4FF-2213-634B-3914865946C7}"/>
              </a:ext>
            </a:extLst>
          </p:cNvPr>
          <p:cNvSpPr>
            <a:spLocks noChangeArrowheads="1"/>
          </p:cNvSpPr>
          <p:nvPr/>
        </p:nvSpPr>
        <p:spPr bwMode="auto">
          <a:xfrm>
            <a:off x="5257800" y="3536574"/>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11</a:t>
            </a:r>
          </a:p>
        </p:txBody>
      </p:sp>
      <p:sp>
        <p:nvSpPr>
          <p:cNvPr id="89098" name="Rectangle 1034">
            <a:extLst>
              <a:ext uri="{FF2B5EF4-FFF2-40B4-BE49-F238E27FC236}">
                <a16:creationId xmlns:a16="http://schemas.microsoft.com/office/drawing/2014/main" id="{0295FD5D-2DC5-29BB-E9B9-1C54DD859FC3}"/>
              </a:ext>
            </a:extLst>
          </p:cNvPr>
          <p:cNvSpPr>
            <a:spLocks noChangeArrowheads="1"/>
          </p:cNvSpPr>
          <p:nvPr/>
        </p:nvSpPr>
        <p:spPr bwMode="auto">
          <a:xfrm>
            <a:off x="6172200" y="3536574"/>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32</a:t>
            </a:r>
          </a:p>
        </p:txBody>
      </p:sp>
      <p:sp>
        <p:nvSpPr>
          <p:cNvPr id="89099" name="Rectangle 1035">
            <a:extLst>
              <a:ext uri="{FF2B5EF4-FFF2-40B4-BE49-F238E27FC236}">
                <a16:creationId xmlns:a16="http://schemas.microsoft.com/office/drawing/2014/main" id="{6B9B54DF-9288-E457-C7CE-6ECE06197BDF}"/>
              </a:ext>
            </a:extLst>
          </p:cNvPr>
          <p:cNvSpPr>
            <a:spLocks noChangeArrowheads="1"/>
          </p:cNvSpPr>
          <p:nvPr/>
        </p:nvSpPr>
        <p:spPr bwMode="auto">
          <a:xfrm>
            <a:off x="7086600" y="3536574"/>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33</a:t>
            </a:r>
          </a:p>
        </p:txBody>
      </p:sp>
      <p:sp>
        <p:nvSpPr>
          <p:cNvPr id="89100" name="Rectangle 1036">
            <a:extLst>
              <a:ext uri="{FF2B5EF4-FFF2-40B4-BE49-F238E27FC236}">
                <a16:creationId xmlns:a16="http://schemas.microsoft.com/office/drawing/2014/main" id="{C081E7CB-6E82-67C0-70A4-09BC95ED7B22}"/>
              </a:ext>
            </a:extLst>
          </p:cNvPr>
          <p:cNvSpPr>
            <a:spLocks noChangeArrowheads="1"/>
          </p:cNvSpPr>
          <p:nvPr/>
        </p:nvSpPr>
        <p:spPr bwMode="auto">
          <a:xfrm>
            <a:off x="8001000" y="3536574"/>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53</a:t>
            </a:r>
          </a:p>
        </p:txBody>
      </p:sp>
      <p:sp>
        <p:nvSpPr>
          <p:cNvPr id="89101" name="Rectangle 1037">
            <a:extLst>
              <a:ext uri="{FF2B5EF4-FFF2-40B4-BE49-F238E27FC236}">
                <a16:creationId xmlns:a16="http://schemas.microsoft.com/office/drawing/2014/main" id="{7B98F932-9587-3DB1-A4FA-432445169008}"/>
              </a:ext>
            </a:extLst>
          </p:cNvPr>
          <p:cNvSpPr>
            <a:spLocks noChangeArrowheads="1"/>
          </p:cNvSpPr>
          <p:nvPr/>
        </p:nvSpPr>
        <p:spPr bwMode="auto">
          <a:xfrm>
            <a:off x="44196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[ 2 ]</a:t>
            </a:r>
          </a:p>
        </p:txBody>
      </p:sp>
      <p:sp>
        <p:nvSpPr>
          <p:cNvPr id="89102" name="Rectangle 1038">
            <a:extLst>
              <a:ext uri="{FF2B5EF4-FFF2-40B4-BE49-F238E27FC236}">
                <a16:creationId xmlns:a16="http://schemas.microsoft.com/office/drawing/2014/main" id="{E1035952-FFE6-4B55-271A-17D38EFA23C7}"/>
              </a:ext>
            </a:extLst>
          </p:cNvPr>
          <p:cNvSpPr>
            <a:spLocks noChangeArrowheads="1"/>
          </p:cNvSpPr>
          <p:nvPr/>
        </p:nvSpPr>
        <p:spPr bwMode="auto">
          <a:xfrm>
            <a:off x="51954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[ 3 ]</a:t>
            </a:r>
          </a:p>
        </p:txBody>
      </p:sp>
      <p:sp>
        <p:nvSpPr>
          <p:cNvPr id="89103" name="Rectangle 1039">
            <a:extLst>
              <a:ext uri="{FF2B5EF4-FFF2-40B4-BE49-F238E27FC236}">
                <a16:creationId xmlns:a16="http://schemas.microsoft.com/office/drawing/2014/main" id="{A68299D1-DB27-7DD9-0E5F-4E0989ABEA91}"/>
              </a:ext>
            </a:extLst>
          </p:cNvPr>
          <p:cNvSpPr>
            <a:spLocks noChangeArrowheads="1"/>
          </p:cNvSpPr>
          <p:nvPr/>
        </p:nvSpPr>
        <p:spPr bwMode="auto">
          <a:xfrm>
            <a:off x="62484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[ 4 ]</a:t>
            </a:r>
          </a:p>
        </p:txBody>
      </p:sp>
      <p:sp>
        <p:nvSpPr>
          <p:cNvPr id="89104" name="Rectangle 1040">
            <a:extLst>
              <a:ext uri="{FF2B5EF4-FFF2-40B4-BE49-F238E27FC236}">
                <a16:creationId xmlns:a16="http://schemas.microsoft.com/office/drawing/2014/main" id="{F5FC44A7-B51D-AAC6-A398-28388E89A1A3}"/>
              </a:ext>
            </a:extLst>
          </p:cNvPr>
          <p:cNvSpPr>
            <a:spLocks noChangeArrowheads="1"/>
          </p:cNvSpPr>
          <p:nvPr/>
        </p:nvSpPr>
        <p:spPr bwMode="auto">
          <a:xfrm>
            <a:off x="70242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[ 5 ]</a:t>
            </a:r>
          </a:p>
        </p:txBody>
      </p:sp>
      <p:sp>
        <p:nvSpPr>
          <p:cNvPr id="89105" name="Rectangle 1041">
            <a:extLst>
              <a:ext uri="{FF2B5EF4-FFF2-40B4-BE49-F238E27FC236}">
                <a16:creationId xmlns:a16="http://schemas.microsoft.com/office/drawing/2014/main" id="{7B1BF807-953F-862D-6D09-86B5A80E080B}"/>
              </a:ext>
            </a:extLst>
          </p:cNvPr>
          <p:cNvSpPr>
            <a:spLocks noChangeArrowheads="1"/>
          </p:cNvSpPr>
          <p:nvPr/>
        </p:nvSpPr>
        <p:spPr bwMode="auto">
          <a:xfrm>
            <a:off x="80772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[ 6 ]</a:t>
            </a:r>
          </a:p>
        </p:txBody>
      </p:sp>
      <p:sp>
        <p:nvSpPr>
          <p:cNvPr id="89106" name="Line 1042">
            <a:extLst>
              <a:ext uri="{FF2B5EF4-FFF2-40B4-BE49-F238E27FC236}">
                <a16:creationId xmlns:a16="http://schemas.microsoft.com/office/drawing/2014/main" id="{08BACEFE-AD1F-112C-6604-1FCC2E4EB5AC}"/>
              </a:ext>
            </a:extLst>
          </p:cNvPr>
          <p:cNvSpPr>
            <a:spLocks noChangeShapeType="1"/>
          </p:cNvSpPr>
          <p:nvPr/>
        </p:nvSpPr>
        <p:spPr bwMode="auto">
          <a:xfrm>
            <a:off x="3886200" y="4495800"/>
            <a:ext cx="0" cy="12954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3200"/>
          </a:p>
        </p:txBody>
      </p:sp>
      <p:sp>
        <p:nvSpPr>
          <p:cNvPr id="89107" name="Text Box 1043">
            <a:extLst>
              <a:ext uri="{FF2B5EF4-FFF2-40B4-BE49-F238E27FC236}">
                <a16:creationId xmlns:a16="http://schemas.microsoft.com/office/drawing/2014/main" id="{7D0ECA96-AF67-35AE-D579-E1D544D1A619}"/>
              </a:ext>
            </a:extLst>
          </p:cNvPr>
          <p:cNvSpPr txBox="1">
            <a:spLocks noChangeArrowheads="1"/>
          </p:cNvSpPr>
          <p:nvPr/>
        </p:nvSpPr>
        <p:spPr bwMode="auto">
          <a:xfrm>
            <a:off x="2209801" y="5756275"/>
            <a:ext cx="5588389"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t>Target &lt; key of midpoint? NO.</a:t>
            </a:r>
          </a:p>
        </p:txBody>
      </p:sp>
      <p:sp>
        <p:nvSpPr>
          <p:cNvPr id="4" name="Rectangle 1026">
            <a:extLst>
              <a:ext uri="{FF2B5EF4-FFF2-40B4-BE49-F238E27FC236}">
                <a16:creationId xmlns:a16="http://schemas.microsoft.com/office/drawing/2014/main" id="{280B8EBF-8421-3F93-CD1A-32231473F63F}"/>
              </a:ext>
            </a:extLst>
          </p:cNvPr>
          <p:cNvSpPr>
            <a:spLocks noGrp="1" noChangeArrowheads="1"/>
          </p:cNvSpPr>
          <p:nvPr>
            <p:ph type="title"/>
          </p:nvPr>
        </p:nvSpPr>
        <p:spPr>
          <a:xfrm>
            <a:off x="6098071" y="288855"/>
            <a:ext cx="6093929" cy="720771"/>
          </a:xfrm>
        </p:spPr>
        <p:txBody>
          <a:bodyPr>
            <a:normAutofit/>
          </a:bodyPr>
          <a:lstStyle/>
          <a:p>
            <a:r>
              <a:rPr lang="en-US" altLang="en-US" sz="4400" dirty="0"/>
              <a:t>Binary Search</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7" name="Rectangle 1027">
            <a:extLst>
              <a:ext uri="{FF2B5EF4-FFF2-40B4-BE49-F238E27FC236}">
                <a16:creationId xmlns:a16="http://schemas.microsoft.com/office/drawing/2014/main" id="{AED57A29-2258-F844-0377-2E1596BFB348}"/>
              </a:ext>
            </a:extLst>
          </p:cNvPr>
          <p:cNvSpPr>
            <a:spLocks noChangeArrowheads="1"/>
          </p:cNvSpPr>
          <p:nvPr/>
        </p:nvSpPr>
        <p:spPr bwMode="auto">
          <a:xfrm>
            <a:off x="2635250" y="2976564"/>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[ 0 ]</a:t>
            </a:r>
          </a:p>
        </p:txBody>
      </p:sp>
      <p:sp>
        <p:nvSpPr>
          <p:cNvPr id="88068" name="Rectangle 1028">
            <a:extLst>
              <a:ext uri="{FF2B5EF4-FFF2-40B4-BE49-F238E27FC236}">
                <a16:creationId xmlns:a16="http://schemas.microsoft.com/office/drawing/2014/main" id="{08668648-9B8A-BBDD-030A-A6E2E93551EF}"/>
              </a:ext>
            </a:extLst>
          </p:cNvPr>
          <p:cNvSpPr>
            <a:spLocks noChangeArrowheads="1"/>
          </p:cNvSpPr>
          <p:nvPr/>
        </p:nvSpPr>
        <p:spPr bwMode="auto">
          <a:xfrm>
            <a:off x="3411102" y="2976564"/>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[ 1 ]</a:t>
            </a:r>
          </a:p>
        </p:txBody>
      </p:sp>
      <p:sp>
        <p:nvSpPr>
          <p:cNvPr id="88069" name="Text Box 1029">
            <a:extLst>
              <a:ext uri="{FF2B5EF4-FFF2-40B4-BE49-F238E27FC236}">
                <a16:creationId xmlns:a16="http://schemas.microsoft.com/office/drawing/2014/main" id="{39199DC2-DC77-6805-8ABC-9917F6AC2467}"/>
              </a:ext>
            </a:extLst>
          </p:cNvPr>
          <p:cNvSpPr txBox="1">
            <a:spLocks noChangeArrowheads="1"/>
          </p:cNvSpPr>
          <p:nvPr/>
        </p:nvSpPr>
        <p:spPr bwMode="auto">
          <a:xfrm>
            <a:off x="2209800" y="1981201"/>
            <a:ext cx="899958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dirty="0"/>
              <a:t>Example: sorted array of integer keys.  Target=7.</a:t>
            </a:r>
          </a:p>
          <a:p>
            <a:endParaRPr lang="en-US" altLang="en-US" sz="3200" dirty="0"/>
          </a:p>
          <a:p>
            <a:endParaRPr lang="en-US" altLang="en-US" sz="3200" dirty="0"/>
          </a:p>
          <a:p>
            <a:endParaRPr lang="en-US" altLang="en-US" sz="3200" dirty="0"/>
          </a:p>
          <a:p>
            <a:endParaRPr lang="en-US" altLang="en-US" sz="3200" dirty="0"/>
          </a:p>
          <a:p>
            <a:endParaRPr lang="en-US" altLang="en-US" sz="3200" dirty="0"/>
          </a:p>
          <a:p>
            <a:endParaRPr lang="en-US" altLang="en-US" sz="3200" dirty="0"/>
          </a:p>
        </p:txBody>
      </p:sp>
      <p:sp>
        <p:nvSpPr>
          <p:cNvPr id="88070" name="Rectangle 1030">
            <a:extLst>
              <a:ext uri="{FF2B5EF4-FFF2-40B4-BE49-F238E27FC236}">
                <a16:creationId xmlns:a16="http://schemas.microsoft.com/office/drawing/2014/main" id="{4F95CC39-1BCF-E7FD-565F-5FE22325A9F8}"/>
              </a:ext>
            </a:extLst>
          </p:cNvPr>
          <p:cNvSpPr>
            <a:spLocks noChangeArrowheads="1"/>
          </p:cNvSpPr>
          <p:nvPr/>
        </p:nvSpPr>
        <p:spPr bwMode="auto">
          <a:xfrm>
            <a:off x="2514600" y="3536574"/>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a:t>
            </a:r>
          </a:p>
        </p:txBody>
      </p:sp>
      <p:sp>
        <p:nvSpPr>
          <p:cNvPr id="88071" name="Rectangle 1031">
            <a:extLst>
              <a:ext uri="{FF2B5EF4-FFF2-40B4-BE49-F238E27FC236}">
                <a16:creationId xmlns:a16="http://schemas.microsoft.com/office/drawing/2014/main" id="{088C3EDA-4437-00C3-B2D0-A75B057F37F3}"/>
              </a:ext>
            </a:extLst>
          </p:cNvPr>
          <p:cNvSpPr>
            <a:spLocks noChangeArrowheads="1"/>
          </p:cNvSpPr>
          <p:nvPr/>
        </p:nvSpPr>
        <p:spPr bwMode="auto">
          <a:xfrm>
            <a:off x="3429000" y="3536574"/>
            <a:ext cx="914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solidFill>
                  <a:srgbClr val="FFFF00"/>
                </a:solidFill>
              </a:rPr>
              <a:t>6</a:t>
            </a:r>
          </a:p>
        </p:txBody>
      </p:sp>
      <p:sp>
        <p:nvSpPr>
          <p:cNvPr id="88072" name="Rectangle 1032">
            <a:extLst>
              <a:ext uri="{FF2B5EF4-FFF2-40B4-BE49-F238E27FC236}">
                <a16:creationId xmlns:a16="http://schemas.microsoft.com/office/drawing/2014/main" id="{C8EA421E-74D0-BD89-662B-FB27B47D0AB3}"/>
              </a:ext>
            </a:extLst>
          </p:cNvPr>
          <p:cNvSpPr>
            <a:spLocks noChangeArrowheads="1"/>
          </p:cNvSpPr>
          <p:nvPr/>
        </p:nvSpPr>
        <p:spPr bwMode="auto">
          <a:xfrm>
            <a:off x="4343400" y="3536574"/>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7</a:t>
            </a:r>
          </a:p>
        </p:txBody>
      </p:sp>
      <p:sp>
        <p:nvSpPr>
          <p:cNvPr id="88073" name="Rectangle 1033">
            <a:extLst>
              <a:ext uri="{FF2B5EF4-FFF2-40B4-BE49-F238E27FC236}">
                <a16:creationId xmlns:a16="http://schemas.microsoft.com/office/drawing/2014/main" id="{D21A5BB3-2513-5D99-BB0A-406858574CAC}"/>
              </a:ext>
            </a:extLst>
          </p:cNvPr>
          <p:cNvSpPr>
            <a:spLocks noChangeArrowheads="1"/>
          </p:cNvSpPr>
          <p:nvPr/>
        </p:nvSpPr>
        <p:spPr bwMode="auto">
          <a:xfrm>
            <a:off x="5257800" y="3536574"/>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11</a:t>
            </a:r>
          </a:p>
        </p:txBody>
      </p:sp>
      <p:sp>
        <p:nvSpPr>
          <p:cNvPr id="88074" name="Rectangle 1034">
            <a:extLst>
              <a:ext uri="{FF2B5EF4-FFF2-40B4-BE49-F238E27FC236}">
                <a16:creationId xmlns:a16="http://schemas.microsoft.com/office/drawing/2014/main" id="{D3B8F831-F154-4B57-B6B6-D2E5E74D8F43}"/>
              </a:ext>
            </a:extLst>
          </p:cNvPr>
          <p:cNvSpPr>
            <a:spLocks noChangeArrowheads="1"/>
          </p:cNvSpPr>
          <p:nvPr/>
        </p:nvSpPr>
        <p:spPr bwMode="auto">
          <a:xfrm>
            <a:off x="6172200" y="3536574"/>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32</a:t>
            </a:r>
          </a:p>
        </p:txBody>
      </p:sp>
      <p:sp>
        <p:nvSpPr>
          <p:cNvPr id="88075" name="Rectangle 1035">
            <a:extLst>
              <a:ext uri="{FF2B5EF4-FFF2-40B4-BE49-F238E27FC236}">
                <a16:creationId xmlns:a16="http://schemas.microsoft.com/office/drawing/2014/main" id="{3CC6ED02-FF32-49A6-116B-87BF6109FF35}"/>
              </a:ext>
            </a:extLst>
          </p:cNvPr>
          <p:cNvSpPr>
            <a:spLocks noChangeArrowheads="1"/>
          </p:cNvSpPr>
          <p:nvPr/>
        </p:nvSpPr>
        <p:spPr bwMode="auto">
          <a:xfrm>
            <a:off x="7086600" y="3536574"/>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33</a:t>
            </a:r>
          </a:p>
        </p:txBody>
      </p:sp>
      <p:sp>
        <p:nvSpPr>
          <p:cNvPr id="88076" name="Rectangle 1036">
            <a:extLst>
              <a:ext uri="{FF2B5EF4-FFF2-40B4-BE49-F238E27FC236}">
                <a16:creationId xmlns:a16="http://schemas.microsoft.com/office/drawing/2014/main" id="{27298455-F158-7FD7-04B5-05D4517B523E}"/>
              </a:ext>
            </a:extLst>
          </p:cNvPr>
          <p:cNvSpPr>
            <a:spLocks noChangeArrowheads="1"/>
          </p:cNvSpPr>
          <p:nvPr/>
        </p:nvSpPr>
        <p:spPr bwMode="auto">
          <a:xfrm>
            <a:off x="8001000" y="3536574"/>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53</a:t>
            </a:r>
          </a:p>
        </p:txBody>
      </p:sp>
      <p:sp>
        <p:nvSpPr>
          <p:cNvPr id="88077" name="Rectangle 1037">
            <a:extLst>
              <a:ext uri="{FF2B5EF4-FFF2-40B4-BE49-F238E27FC236}">
                <a16:creationId xmlns:a16="http://schemas.microsoft.com/office/drawing/2014/main" id="{D84599AB-B1B9-5819-4DAD-55E8020F2504}"/>
              </a:ext>
            </a:extLst>
          </p:cNvPr>
          <p:cNvSpPr>
            <a:spLocks noChangeArrowheads="1"/>
          </p:cNvSpPr>
          <p:nvPr/>
        </p:nvSpPr>
        <p:spPr bwMode="auto">
          <a:xfrm>
            <a:off x="44196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[ 2 ]</a:t>
            </a:r>
          </a:p>
        </p:txBody>
      </p:sp>
      <p:sp>
        <p:nvSpPr>
          <p:cNvPr id="88078" name="Rectangle 1038">
            <a:extLst>
              <a:ext uri="{FF2B5EF4-FFF2-40B4-BE49-F238E27FC236}">
                <a16:creationId xmlns:a16="http://schemas.microsoft.com/office/drawing/2014/main" id="{8CA76DE5-1D46-91CC-D42A-CB99890AFF74}"/>
              </a:ext>
            </a:extLst>
          </p:cNvPr>
          <p:cNvSpPr>
            <a:spLocks noChangeArrowheads="1"/>
          </p:cNvSpPr>
          <p:nvPr/>
        </p:nvSpPr>
        <p:spPr bwMode="auto">
          <a:xfrm>
            <a:off x="51954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[ 3 ]</a:t>
            </a:r>
          </a:p>
        </p:txBody>
      </p:sp>
      <p:sp>
        <p:nvSpPr>
          <p:cNvPr id="88079" name="Rectangle 1039">
            <a:extLst>
              <a:ext uri="{FF2B5EF4-FFF2-40B4-BE49-F238E27FC236}">
                <a16:creationId xmlns:a16="http://schemas.microsoft.com/office/drawing/2014/main" id="{E52DF169-3689-A026-5DF0-E379D4792CD0}"/>
              </a:ext>
            </a:extLst>
          </p:cNvPr>
          <p:cNvSpPr>
            <a:spLocks noChangeArrowheads="1"/>
          </p:cNvSpPr>
          <p:nvPr/>
        </p:nvSpPr>
        <p:spPr bwMode="auto">
          <a:xfrm>
            <a:off x="62484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[ 4 ]</a:t>
            </a:r>
          </a:p>
        </p:txBody>
      </p:sp>
      <p:sp>
        <p:nvSpPr>
          <p:cNvPr id="88080" name="Rectangle 1040">
            <a:extLst>
              <a:ext uri="{FF2B5EF4-FFF2-40B4-BE49-F238E27FC236}">
                <a16:creationId xmlns:a16="http://schemas.microsoft.com/office/drawing/2014/main" id="{CC35DE92-D852-D997-3B10-AAADEA627B6B}"/>
              </a:ext>
            </a:extLst>
          </p:cNvPr>
          <p:cNvSpPr>
            <a:spLocks noChangeArrowheads="1"/>
          </p:cNvSpPr>
          <p:nvPr/>
        </p:nvSpPr>
        <p:spPr bwMode="auto">
          <a:xfrm>
            <a:off x="70242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[ 5 ]</a:t>
            </a:r>
          </a:p>
        </p:txBody>
      </p:sp>
      <p:sp>
        <p:nvSpPr>
          <p:cNvPr id="88081" name="Rectangle 1041">
            <a:extLst>
              <a:ext uri="{FF2B5EF4-FFF2-40B4-BE49-F238E27FC236}">
                <a16:creationId xmlns:a16="http://schemas.microsoft.com/office/drawing/2014/main" id="{419442EA-C0C3-D795-8F6A-F00BE01383AE}"/>
              </a:ext>
            </a:extLst>
          </p:cNvPr>
          <p:cNvSpPr>
            <a:spLocks noChangeArrowheads="1"/>
          </p:cNvSpPr>
          <p:nvPr/>
        </p:nvSpPr>
        <p:spPr bwMode="auto">
          <a:xfrm>
            <a:off x="80772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[ 6 ]</a:t>
            </a:r>
          </a:p>
        </p:txBody>
      </p:sp>
      <p:sp>
        <p:nvSpPr>
          <p:cNvPr id="88082" name="Line 1042">
            <a:extLst>
              <a:ext uri="{FF2B5EF4-FFF2-40B4-BE49-F238E27FC236}">
                <a16:creationId xmlns:a16="http://schemas.microsoft.com/office/drawing/2014/main" id="{B35276C4-5AE6-F806-A040-33853039F628}"/>
              </a:ext>
            </a:extLst>
          </p:cNvPr>
          <p:cNvSpPr>
            <a:spLocks noChangeShapeType="1"/>
          </p:cNvSpPr>
          <p:nvPr/>
        </p:nvSpPr>
        <p:spPr bwMode="auto">
          <a:xfrm>
            <a:off x="3886200" y="4495800"/>
            <a:ext cx="0" cy="12954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3200"/>
          </a:p>
        </p:txBody>
      </p:sp>
      <p:sp>
        <p:nvSpPr>
          <p:cNvPr id="88083" name="Text Box 1043">
            <a:extLst>
              <a:ext uri="{FF2B5EF4-FFF2-40B4-BE49-F238E27FC236}">
                <a16:creationId xmlns:a16="http://schemas.microsoft.com/office/drawing/2014/main" id="{18CB8CF2-F8A9-BF9B-2EAC-736E0AE7C679}"/>
              </a:ext>
            </a:extLst>
          </p:cNvPr>
          <p:cNvSpPr txBox="1">
            <a:spLocks noChangeArrowheads="1"/>
          </p:cNvSpPr>
          <p:nvPr/>
        </p:nvSpPr>
        <p:spPr bwMode="auto">
          <a:xfrm>
            <a:off x="2209800" y="5756275"/>
            <a:ext cx="57438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t>Target &gt; key of midpoint? YES.</a:t>
            </a:r>
          </a:p>
        </p:txBody>
      </p:sp>
      <p:sp>
        <p:nvSpPr>
          <p:cNvPr id="4" name="Rectangle 1026">
            <a:extLst>
              <a:ext uri="{FF2B5EF4-FFF2-40B4-BE49-F238E27FC236}">
                <a16:creationId xmlns:a16="http://schemas.microsoft.com/office/drawing/2014/main" id="{272ACE87-80A4-D3CF-80A4-3EC5EB9CF246}"/>
              </a:ext>
            </a:extLst>
          </p:cNvPr>
          <p:cNvSpPr>
            <a:spLocks noGrp="1" noChangeArrowheads="1"/>
          </p:cNvSpPr>
          <p:nvPr>
            <p:ph type="title"/>
          </p:nvPr>
        </p:nvSpPr>
        <p:spPr>
          <a:xfrm>
            <a:off x="6098071" y="288855"/>
            <a:ext cx="6093929" cy="720771"/>
          </a:xfrm>
        </p:spPr>
        <p:txBody>
          <a:bodyPr>
            <a:normAutofit/>
          </a:bodyPr>
          <a:lstStyle/>
          <a:p>
            <a:r>
              <a:rPr lang="en-US" altLang="en-US" sz="4400" dirty="0"/>
              <a:t>Binary Search</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5" name="Rectangle 1027">
            <a:extLst>
              <a:ext uri="{FF2B5EF4-FFF2-40B4-BE49-F238E27FC236}">
                <a16:creationId xmlns:a16="http://schemas.microsoft.com/office/drawing/2014/main" id="{5826F5BA-BAFA-BF6A-CA28-76FF20819A5C}"/>
              </a:ext>
            </a:extLst>
          </p:cNvPr>
          <p:cNvSpPr>
            <a:spLocks noChangeArrowheads="1"/>
          </p:cNvSpPr>
          <p:nvPr/>
        </p:nvSpPr>
        <p:spPr bwMode="auto">
          <a:xfrm>
            <a:off x="2635250" y="2976564"/>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[ 0 ]</a:t>
            </a:r>
          </a:p>
        </p:txBody>
      </p:sp>
      <p:sp>
        <p:nvSpPr>
          <p:cNvPr id="90116" name="Rectangle 1028">
            <a:extLst>
              <a:ext uri="{FF2B5EF4-FFF2-40B4-BE49-F238E27FC236}">
                <a16:creationId xmlns:a16="http://schemas.microsoft.com/office/drawing/2014/main" id="{97038741-0BA4-3516-6106-C178452DCDDE}"/>
              </a:ext>
            </a:extLst>
          </p:cNvPr>
          <p:cNvSpPr>
            <a:spLocks noChangeArrowheads="1"/>
          </p:cNvSpPr>
          <p:nvPr/>
        </p:nvSpPr>
        <p:spPr bwMode="auto">
          <a:xfrm>
            <a:off x="3411102" y="2976564"/>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[ 1 ]</a:t>
            </a:r>
          </a:p>
        </p:txBody>
      </p:sp>
      <p:sp>
        <p:nvSpPr>
          <p:cNvPr id="90117" name="Text Box 1029">
            <a:extLst>
              <a:ext uri="{FF2B5EF4-FFF2-40B4-BE49-F238E27FC236}">
                <a16:creationId xmlns:a16="http://schemas.microsoft.com/office/drawing/2014/main" id="{89F10E2D-2CA6-75E1-DD51-A05C8AEA5CC4}"/>
              </a:ext>
            </a:extLst>
          </p:cNvPr>
          <p:cNvSpPr txBox="1">
            <a:spLocks noChangeArrowheads="1"/>
          </p:cNvSpPr>
          <p:nvPr/>
        </p:nvSpPr>
        <p:spPr bwMode="auto">
          <a:xfrm>
            <a:off x="2209800" y="1981201"/>
            <a:ext cx="899958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t>Example: sorted array of integer keys.  Target=7.</a:t>
            </a:r>
          </a:p>
          <a:p>
            <a:endParaRPr lang="en-US" altLang="en-US" sz="3200"/>
          </a:p>
          <a:p>
            <a:endParaRPr lang="en-US" altLang="en-US" sz="3200"/>
          </a:p>
          <a:p>
            <a:endParaRPr lang="en-US" altLang="en-US" sz="3200"/>
          </a:p>
          <a:p>
            <a:endParaRPr lang="en-US" altLang="en-US" sz="3200"/>
          </a:p>
          <a:p>
            <a:endParaRPr lang="en-US" altLang="en-US" sz="3200"/>
          </a:p>
          <a:p>
            <a:endParaRPr lang="en-US" altLang="en-US" sz="3200"/>
          </a:p>
        </p:txBody>
      </p:sp>
      <p:sp>
        <p:nvSpPr>
          <p:cNvPr id="90118" name="Rectangle 1030">
            <a:extLst>
              <a:ext uri="{FF2B5EF4-FFF2-40B4-BE49-F238E27FC236}">
                <a16:creationId xmlns:a16="http://schemas.microsoft.com/office/drawing/2014/main" id="{34110701-B7B8-94EF-2AC8-9B61CA382B09}"/>
              </a:ext>
            </a:extLst>
          </p:cNvPr>
          <p:cNvSpPr>
            <a:spLocks noChangeArrowheads="1"/>
          </p:cNvSpPr>
          <p:nvPr/>
        </p:nvSpPr>
        <p:spPr bwMode="auto">
          <a:xfrm>
            <a:off x="2514600" y="3536574"/>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a:t>
            </a:r>
          </a:p>
        </p:txBody>
      </p:sp>
      <p:sp>
        <p:nvSpPr>
          <p:cNvPr id="90119" name="Rectangle 1031">
            <a:extLst>
              <a:ext uri="{FF2B5EF4-FFF2-40B4-BE49-F238E27FC236}">
                <a16:creationId xmlns:a16="http://schemas.microsoft.com/office/drawing/2014/main" id="{A2E3A00A-A741-0FEF-71A2-5491DD6E8D05}"/>
              </a:ext>
            </a:extLst>
          </p:cNvPr>
          <p:cNvSpPr>
            <a:spLocks noChangeArrowheads="1"/>
          </p:cNvSpPr>
          <p:nvPr/>
        </p:nvSpPr>
        <p:spPr bwMode="auto">
          <a:xfrm>
            <a:off x="3429000" y="3536574"/>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6</a:t>
            </a:r>
          </a:p>
        </p:txBody>
      </p:sp>
      <p:sp>
        <p:nvSpPr>
          <p:cNvPr id="90120" name="Rectangle 1032">
            <a:extLst>
              <a:ext uri="{FF2B5EF4-FFF2-40B4-BE49-F238E27FC236}">
                <a16:creationId xmlns:a16="http://schemas.microsoft.com/office/drawing/2014/main" id="{AF8C900D-E5F8-5A06-C5D3-A9046089E9AE}"/>
              </a:ext>
            </a:extLst>
          </p:cNvPr>
          <p:cNvSpPr>
            <a:spLocks noChangeArrowheads="1"/>
          </p:cNvSpPr>
          <p:nvPr/>
        </p:nvSpPr>
        <p:spPr bwMode="auto">
          <a:xfrm>
            <a:off x="4343400" y="3536574"/>
            <a:ext cx="914400" cy="9144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7</a:t>
            </a:r>
          </a:p>
        </p:txBody>
      </p:sp>
      <p:sp>
        <p:nvSpPr>
          <p:cNvPr id="90121" name="Rectangle 1033">
            <a:extLst>
              <a:ext uri="{FF2B5EF4-FFF2-40B4-BE49-F238E27FC236}">
                <a16:creationId xmlns:a16="http://schemas.microsoft.com/office/drawing/2014/main" id="{B34DBC0E-749D-0F2C-B245-ECEE178A494C}"/>
              </a:ext>
            </a:extLst>
          </p:cNvPr>
          <p:cNvSpPr>
            <a:spLocks noChangeArrowheads="1"/>
          </p:cNvSpPr>
          <p:nvPr/>
        </p:nvSpPr>
        <p:spPr bwMode="auto">
          <a:xfrm>
            <a:off x="5257800" y="3536574"/>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11</a:t>
            </a:r>
          </a:p>
        </p:txBody>
      </p:sp>
      <p:sp>
        <p:nvSpPr>
          <p:cNvPr id="90122" name="Rectangle 1034">
            <a:extLst>
              <a:ext uri="{FF2B5EF4-FFF2-40B4-BE49-F238E27FC236}">
                <a16:creationId xmlns:a16="http://schemas.microsoft.com/office/drawing/2014/main" id="{86A6CBC8-D61C-6FBD-370E-3B80BA69012C}"/>
              </a:ext>
            </a:extLst>
          </p:cNvPr>
          <p:cNvSpPr>
            <a:spLocks noChangeArrowheads="1"/>
          </p:cNvSpPr>
          <p:nvPr/>
        </p:nvSpPr>
        <p:spPr bwMode="auto">
          <a:xfrm>
            <a:off x="6172200" y="3536574"/>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32</a:t>
            </a:r>
          </a:p>
        </p:txBody>
      </p:sp>
      <p:sp>
        <p:nvSpPr>
          <p:cNvPr id="90123" name="Rectangle 1035">
            <a:extLst>
              <a:ext uri="{FF2B5EF4-FFF2-40B4-BE49-F238E27FC236}">
                <a16:creationId xmlns:a16="http://schemas.microsoft.com/office/drawing/2014/main" id="{4F4C362E-FFC3-971F-CAD1-C88772C3734B}"/>
              </a:ext>
            </a:extLst>
          </p:cNvPr>
          <p:cNvSpPr>
            <a:spLocks noChangeArrowheads="1"/>
          </p:cNvSpPr>
          <p:nvPr/>
        </p:nvSpPr>
        <p:spPr bwMode="auto">
          <a:xfrm>
            <a:off x="7086600" y="3536574"/>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33</a:t>
            </a:r>
          </a:p>
        </p:txBody>
      </p:sp>
      <p:sp>
        <p:nvSpPr>
          <p:cNvPr id="90124" name="Rectangle 1036">
            <a:extLst>
              <a:ext uri="{FF2B5EF4-FFF2-40B4-BE49-F238E27FC236}">
                <a16:creationId xmlns:a16="http://schemas.microsoft.com/office/drawing/2014/main" id="{3EA630E1-98B6-2196-2A61-F94B59BE5D1B}"/>
              </a:ext>
            </a:extLst>
          </p:cNvPr>
          <p:cNvSpPr>
            <a:spLocks noChangeArrowheads="1"/>
          </p:cNvSpPr>
          <p:nvPr/>
        </p:nvSpPr>
        <p:spPr bwMode="auto">
          <a:xfrm>
            <a:off x="8001000" y="3536574"/>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53</a:t>
            </a:r>
          </a:p>
        </p:txBody>
      </p:sp>
      <p:sp>
        <p:nvSpPr>
          <p:cNvPr id="90125" name="Rectangle 1037">
            <a:extLst>
              <a:ext uri="{FF2B5EF4-FFF2-40B4-BE49-F238E27FC236}">
                <a16:creationId xmlns:a16="http://schemas.microsoft.com/office/drawing/2014/main" id="{34160499-F09F-968C-654F-2F80ABDEF8BF}"/>
              </a:ext>
            </a:extLst>
          </p:cNvPr>
          <p:cNvSpPr>
            <a:spLocks noChangeArrowheads="1"/>
          </p:cNvSpPr>
          <p:nvPr/>
        </p:nvSpPr>
        <p:spPr bwMode="auto">
          <a:xfrm>
            <a:off x="44196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[ 2 ]</a:t>
            </a:r>
          </a:p>
        </p:txBody>
      </p:sp>
      <p:sp>
        <p:nvSpPr>
          <p:cNvPr id="90126" name="Rectangle 1038">
            <a:extLst>
              <a:ext uri="{FF2B5EF4-FFF2-40B4-BE49-F238E27FC236}">
                <a16:creationId xmlns:a16="http://schemas.microsoft.com/office/drawing/2014/main" id="{A883BC6A-BD1D-F244-8023-64009E1F6964}"/>
              </a:ext>
            </a:extLst>
          </p:cNvPr>
          <p:cNvSpPr>
            <a:spLocks noChangeArrowheads="1"/>
          </p:cNvSpPr>
          <p:nvPr/>
        </p:nvSpPr>
        <p:spPr bwMode="auto">
          <a:xfrm>
            <a:off x="51954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[ 3 ]</a:t>
            </a:r>
          </a:p>
        </p:txBody>
      </p:sp>
      <p:sp>
        <p:nvSpPr>
          <p:cNvPr id="90127" name="Rectangle 1039">
            <a:extLst>
              <a:ext uri="{FF2B5EF4-FFF2-40B4-BE49-F238E27FC236}">
                <a16:creationId xmlns:a16="http://schemas.microsoft.com/office/drawing/2014/main" id="{C3500FDB-6BEC-DBA6-9D43-5B1E2C5FF260}"/>
              </a:ext>
            </a:extLst>
          </p:cNvPr>
          <p:cNvSpPr>
            <a:spLocks noChangeArrowheads="1"/>
          </p:cNvSpPr>
          <p:nvPr/>
        </p:nvSpPr>
        <p:spPr bwMode="auto">
          <a:xfrm>
            <a:off x="62484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[ 4 ]</a:t>
            </a:r>
          </a:p>
        </p:txBody>
      </p:sp>
      <p:sp>
        <p:nvSpPr>
          <p:cNvPr id="90128" name="Rectangle 1040">
            <a:extLst>
              <a:ext uri="{FF2B5EF4-FFF2-40B4-BE49-F238E27FC236}">
                <a16:creationId xmlns:a16="http://schemas.microsoft.com/office/drawing/2014/main" id="{9EA96A46-796A-3450-F8E6-01C23D898C35}"/>
              </a:ext>
            </a:extLst>
          </p:cNvPr>
          <p:cNvSpPr>
            <a:spLocks noChangeArrowheads="1"/>
          </p:cNvSpPr>
          <p:nvPr/>
        </p:nvSpPr>
        <p:spPr bwMode="auto">
          <a:xfrm>
            <a:off x="70242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[ 5 ]</a:t>
            </a:r>
          </a:p>
        </p:txBody>
      </p:sp>
      <p:sp>
        <p:nvSpPr>
          <p:cNvPr id="90129" name="Rectangle 1041">
            <a:extLst>
              <a:ext uri="{FF2B5EF4-FFF2-40B4-BE49-F238E27FC236}">
                <a16:creationId xmlns:a16="http://schemas.microsoft.com/office/drawing/2014/main" id="{B574843A-33E6-4152-854E-18B678D9CD75}"/>
              </a:ext>
            </a:extLst>
          </p:cNvPr>
          <p:cNvSpPr>
            <a:spLocks noChangeArrowheads="1"/>
          </p:cNvSpPr>
          <p:nvPr/>
        </p:nvSpPr>
        <p:spPr bwMode="auto">
          <a:xfrm>
            <a:off x="80772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[ 6 ]</a:t>
            </a:r>
          </a:p>
        </p:txBody>
      </p:sp>
      <p:sp>
        <p:nvSpPr>
          <p:cNvPr id="90132" name="Text Box 1044">
            <a:extLst>
              <a:ext uri="{FF2B5EF4-FFF2-40B4-BE49-F238E27FC236}">
                <a16:creationId xmlns:a16="http://schemas.microsoft.com/office/drawing/2014/main" id="{F0C255B4-2252-A5DE-89AA-FEA9143D3335}"/>
              </a:ext>
            </a:extLst>
          </p:cNvPr>
          <p:cNvSpPr txBox="1">
            <a:spLocks noChangeArrowheads="1"/>
          </p:cNvSpPr>
          <p:nvPr/>
        </p:nvSpPr>
        <p:spPr bwMode="auto">
          <a:xfrm>
            <a:off x="1729252" y="5257801"/>
            <a:ext cx="8735085"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algn="ctr"/>
            <a:r>
              <a:rPr lang="en-US" altLang="en-US" sz="3200"/>
              <a:t>Search for the target in the area after midpoint.</a:t>
            </a:r>
          </a:p>
          <a:p>
            <a:pPr algn="ctr"/>
            <a:r>
              <a:rPr lang="en-US" altLang="en-US" sz="3200"/>
              <a:t> </a:t>
            </a:r>
          </a:p>
        </p:txBody>
      </p:sp>
      <p:sp>
        <p:nvSpPr>
          <p:cNvPr id="90133" name="AutoShape 1045">
            <a:extLst>
              <a:ext uri="{FF2B5EF4-FFF2-40B4-BE49-F238E27FC236}">
                <a16:creationId xmlns:a16="http://schemas.microsoft.com/office/drawing/2014/main" id="{8F9F29BF-8E13-35E9-C9B8-1DBFA671E8EE}"/>
              </a:ext>
            </a:extLst>
          </p:cNvPr>
          <p:cNvSpPr>
            <a:spLocks/>
          </p:cNvSpPr>
          <p:nvPr/>
        </p:nvSpPr>
        <p:spPr bwMode="auto">
          <a:xfrm rot="16200000">
            <a:off x="4533900" y="4336674"/>
            <a:ext cx="533400" cy="914400"/>
          </a:xfrm>
          <a:prstGeom prst="leftBrace">
            <a:avLst>
              <a:gd name="adj1" fmla="val 14286"/>
              <a:gd name="adj2" fmla="val 50000"/>
            </a:avLst>
          </a:prstGeom>
          <a:noFill/>
          <a:ln w="3810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3200"/>
          </a:p>
        </p:txBody>
      </p:sp>
      <p:sp>
        <p:nvSpPr>
          <p:cNvPr id="4" name="Rectangle 1026">
            <a:extLst>
              <a:ext uri="{FF2B5EF4-FFF2-40B4-BE49-F238E27FC236}">
                <a16:creationId xmlns:a16="http://schemas.microsoft.com/office/drawing/2014/main" id="{4AC920C9-A3D2-D02F-60D6-AB732CC70324}"/>
              </a:ext>
            </a:extLst>
          </p:cNvPr>
          <p:cNvSpPr>
            <a:spLocks noGrp="1" noChangeArrowheads="1"/>
          </p:cNvSpPr>
          <p:nvPr>
            <p:ph type="title"/>
          </p:nvPr>
        </p:nvSpPr>
        <p:spPr>
          <a:xfrm>
            <a:off x="6098071" y="288855"/>
            <a:ext cx="6093929" cy="720771"/>
          </a:xfrm>
        </p:spPr>
        <p:txBody>
          <a:bodyPr>
            <a:normAutofit/>
          </a:bodyPr>
          <a:lstStyle/>
          <a:p>
            <a:r>
              <a:rPr lang="en-US" altLang="en-US" sz="4400" dirty="0"/>
              <a:t>Binary Search</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9" name="Rectangle 1027">
            <a:extLst>
              <a:ext uri="{FF2B5EF4-FFF2-40B4-BE49-F238E27FC236}">
                <a16:creationId xmlns:a16="http://schemas.microsoft.com/office/drawing/2014/main" id="{6DEE0E27-B2F1-5903-FC63-686B4FCC9303}"/>
              </a:ext>
            </a:extLst>
          </p:cNvPr>
          <p:cNvSpPr>
            <a:spLocks noChangeArrowheads="1"/>
          </p:cNvSpPr>
          <p:nvPr/>
        </p:nvSpPr>
        <p:spPr bwMode="auto">
          <a:xfrm>
            <a:off x="2635250" y="2976564"/>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[ 0 ]</a:t>
            </a:r>
          </a:p>
        </p:txBody>
      </p:sp>
      <p:sp>
        <p:nvSpPr>
          <p:cNvPr id="91140" name="Rectangle 1028">
            <a:extLst>
              <a:ext uri="{FF2B5EF4-FFF2-40B4-BE49-F238E27FC236}">
                <a16:creationId xmlns:a16="http://schemas.microsoft.com/office/drawing/2014/main" id="{688221D6-72B9-4BA0-91E3-C6FE2343A577}"/>
              </a:ext>
            </a:extLst>
          </p:cNvPr>
          <p:cNvSpPr>
            <a:spLocks noChangeArrowheads="1"/>
          </p:cNvSpPr>
          <p:nvPr/>
        </p:nvSpPr>
        <p:spPr bwMode="auto">
          <a:xfrm>
            <a:off x="3411102" y="2976564"/>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[ 1 ]</a:t>
            </a:r>
          </a:p>
        </p:txBody>
      </p:sp>
      <p:sp>
        <p:nvSpPr>
          <p:cNvPr id="91141" name="Text Box 1029">
            <a:extLst>
              <a:ext uri="{FF2B5EF4-FFF2-40B4-BE49-F238E27FC236}">
                <a16:creationId xmlns:a16="http://schemas.microsoft.com/office/drawing/2014/main" id="{C539A8DB-C1D3-F55D-A5C5-79288BE67F67}"/>
              </a:ext>
            </a:extLst>
          </p:cNvPr>
          <p:cNvSpPr txBox="1">
            <a:spLocks noChangeArrowheads="1"/>
          </p:cNvSpPr>
          <p:nvPr/>
        </p:nvSpPr>
        <p:spPr bwMode="auto">
          <a:xfrm>
            <a:off x="2209800" y="1981201"/>
            <a:ext cx="8999580"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t>Example: sorted array of integer keys.  Target=7.</a:t>
            </a:r>
          </a:p>
          <a:p>
            <a:endParaRPr lang="en-US" altLang="en-US" sz="3200"/>
          </a:p>
          <a:p>
            <a:endParaRPr lang="en-US" altLang="en-US" sz="3200"/>
          </a:p>
          <a:p>
            <a:endParaRPr lang="en-US" altLang="en-US" sz="3200"/>
          </a:p>
          <a:p>
            <a:endParaRPr lang="en-US" altLang="en-US" sz="3200"/>
          </a:p>
          <a:p>
            <a:endParaRPr lang="en-US" altLang="en-US" sz="3200"/>
          </a:p>
          <a:p>
            <a:endParaRPr lang="en-US" altLang="en-US" sz="3200"/>
          </a:p>
        </p:txBody>
      </p:sp>
      <p:sp>
        <p:nvSpPr>
          <p:cNvPr id="91142" name="Rectangle 1030">
            <a:extLst>
              <a:ext uri="{FF2B5EF4-FFF2-40B4-BE49-F238E27FC236}">
                <a16:creationId xmlns:a16="http://schemas.microsoft.com/office/drawing/2014/main" id="{E91DF4FB-B0B4-9012-DB20-19954F672974}"/>
              </a:ext>
            </a:extLst>
          </p:cNvPr>
          <p:cNvSpPr>
            <a:spLocks noChangeArrowheads="1"/>
          </p:cNvSpPr>
          <p:nvPr/>
        </p:nvSpPr>
        <p:spPr bwMode="auto">
          <a:xfrm>
            <a:off x="2514600" y="3518645"/>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a:t>
            </a:r>
          </a:p>
        </p:txBody>
      </p:sp>
      <p:sp>
        <p:nvSpPr>
          <p:cNvPr id="91143" name="Rectangle 1031">
            <a:extLst>
              <a:ext uri="{FF2B5EF4-FFF2-40B4-BE49-F238E27FC236}">
                <a16:creationId xmlns:a16="http://schemas.microsoft.com/office/drawing/2014/main" id="{3FF3FD12-8F03-E1F8-2D56-0B2065699571}"/>
              </a:ext>
            </a:extLst>
          </p:cNvPr>
          <p:cNvSpPr>
            <a:spLocks noChangeArrowheads="1"/>
          </p:cNvSpPr>
          <p:nvPr/>
        </p:nvSpPr>
        <p:spPr bwMode="auto">
          <a:xfrm>
            <a:off x="3429000" y="3518645"/>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6</a:t>
            </a:r>
          </a:p>
        </p:txBody>
      </p:sp>
      <p:sp>
        <p:nvSpPr>
          <p:cNvPr id="91144" name="Rectangle 1032">
            <a:extLst>
              <a:ext uri="{FF2B5EF4-FFF2-40B4-BE49-F238E27FC236}">
                <a16:creationId xmlns:a16="http://schemas.microsoft.com/office/drawing/2014/main" id="{6D8518EC-8887-0D81-2F0B-DB827ABB46CE}"/>
              </a:ext>
            </a:extLst>
          </p:cNvPr>
          <p:cNvSpPr>
            <a:spLocks noChangeArrowheads="1"/>
          </p:cNvSpPr>
          <p:nvPr/>
        </p:nvSpPr>
        <p:spPr bwMode="auto">
          <a:xfrm>
            <a:off x="4343400" y="3518645"/>
            <a:ext cx="914400" cy="9144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solidFill>
                  <a:srgbClr val="FFFF00"/>
                </a:solidFill>
              </a:rPr>
              <a:t>7</a:t>
            </a:r>
          </a:p>
        </p:txBody>
      </p:sp>
      <p:sp>
        <p:nvSpPr>
          <p:cNvPr id="91145" name="Rectangle 1033">
            <a:extLst>
              <a:ext uri="{FF2B5EF4-FFF2-40B4-BE49-F238E27FC236}">
                <a16:creationId xmlns:a16="http://schemas.microsoft.com/office/drawing/2014/main" id="{BDF769B0-C4AD-B0B9-F6CD-06158587A55B}"/>
              </a:ext>
            </a:extLst>
          </p:cNvPr>
          <p:cNvSpPr>
            <a:spLocks noChangeArrowheads="1"/>
          </p:cNvSpPr>
          <p:nvPr/>
        </p:nvSpPr>
        <p:spPr bwMode="auto">
          <a:xfrm>
            <a:off x="5257800" y="3518645"/>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11</a:t>
            </a:r>
          </a:p>
        </p:txBody>
      </p:sp>
      <p:sp>
        <p:nvSpPr>
          <p:cNvPr id="91146" name="Rectangle 1034">
            <a:extLst>
              <a:ext uri="{FF2B5EF4-FFF2-40B4-BE49-F238E27FC236}">
                <a16:creationId xmlns:a16="http://schemas.microsoft.com/office/drawing/2014/main" id="{B532E767-91C7-6CC9-1832-3A33955F4137}"/>
              </a:ext>
            </a:extLst>
          </p:cNvPr>
          <p:cNvSpPr>
            <a:spLocks noChangeArrowheads="1"/>
          </p:cNvSpPr>
          <p:nvPr/>
        </p:nvSpPr>
        <p:spPr bwMode="auto">
          <a:xfrm>
            <a:off x="6172200" y="3518645"/>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32</a:t>
            </a:r>
          </a:p>
        </p:txBody>
      </p:sp>
      <p:sp>
        <p:nvSpPr>
          <p:cNvPr id="91147" name="Rectangle 1035">
            <a:extLst>
              <a:ext uri="{FF2B5EF4-FFF2-40B4-BE49-F238E27FC236}">
                <a16:creationId xmlns:a16="http://schemas.microsoft.com/office/drawing/2014/main" id="{A0ACFCB3-F842-5B4B-EFE4-6C9B83116DD9}"/>
              </a:ext>
            </a:extLst>
          </p:cNvPr>
          <p:cNvSpPr>
            <a:spLocks noChangeArrowheads="1"/>
          </p:cNvSpPr>
          <p:nvPr/>
        </p:nvSpPr>
        <p:spPr bwMode="auto">
          <a:xfrm>
            <a:off x="7086600" y="3518645"/>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33</a:t>
            </a:r>
          </a:p>
        </p:txBody>
      </p:sp>
      <p:sp>
        <p:nvSpPr>
          <p:cNvPr id="91148" name="Rectangle 1036">
            <a:extLst>
              <a:ext uri="{FF2B5EF4-FFF2-40B4-BE49-F238E27FC236}">
                <a16:creationId xmlns:a16="http://schemas.microsoft.com/office/drawing/2014/main" id="{31BDD401-CBA0-0F71-8FD3-7A9BDE5F167F}"/>
              </a:ext>
            </a:extLst>
          </p:cNvPr>
          <p:cNvSpPr>
            <a:spLocks noChangeArrowheads="1"/>
          </p:cNvSpPr>
          <p:nvPr/>
        </p:nvSpPr>
        <p:spPr bwMode="auto">
          <a:xfrm>
            <a:off x="8001000" y="3518645"/>
            <a:ext cx="914400" cy="91440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3200"/>
              <a:t>53</a:t>
            </a:r>
          </a:p>
        </p:txBody>
      </p:sp>
      <p:sp>
        <p:nvSpPr>
          <p:cNvPr id="91149" name="Rectangle 1037">
            <a:extLst>
              <a:ext uri="{FF2B5EF4-FFF2-40B4-BE49-F238E27FC236}">
                <a16:creationId xmlns:a16="http://schemas.microsoft.com/office/drawing/2014/main" id="{1F817ACD-820F-7E51-AE38-FAD10AFDE2A2}"/>
              </a:ext>
            </a:extLst>
          </p:cNvPr>
          <p:cNvSpPr>
            <a:spLocks noChangeArrowheads="1"/>
          </p:cNvSpPr>
          <p:nvPr/>
        </p:nvSpPr>
        <p:spPr bwMode="auto">
          <a:xfrm>
            <a:off x="44196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[ 2 ]</a:t>
            </a:r>
          </a:p>
        </p:txBody>
      </p:sp>
      <p:sp>
        <p:nvSpPr>
          <p:cNvPr id="91150" name="Rectangle 1038">
            <a:extLst>
              <a:ext uri="{FF2B5EF4-FFF2-40B4-BE49-F238E27FC236}">
                <a16:creationId xmlns:a16="http://schemas.microsoft.com/office/drawing/2014/main" id="{78F3DD45-B0E9-4287-3A5D-FED04BCD64EB}"/>
              </a:ext>
            </a:extLst>
          </p:cNvPr>
          <p:cNvSpPr>
            <a:spLocks noChangeArrowheads="1"/>
          </p:cNvSpPr>
          <p:nvPr/>
        </p:nvSpPr>
        <p:spPr bwMode="auto">
          <a:xfrm>
            <a:off x="51954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[ 3 ]</a:t>
            </a:r>
          </a:p>
        </p:txBody>
      </p:sp>
      <p:sp>
        <p:nvSpPr>
          <p:cNvPr id="91151" name="Rectangle 1039">
            <a:extLst>
              <a:ext uri="{FF2B5EF4-FFF2-40B4-BE49-F238E27FC236}">
                <a16:creationId xmlns:a16="http://schemas.microsoft.com/office/drawing/2014/main" id="{9E50FA8D-CEDC-72C3-1533-490BB28C1714}"/>
              </a:ext>
            </a:extLst>
          </p:cNvPr>
          <p:cNvSpPr>
            <a:spLocks noChangeArrowheads="1"/>
          </p:cNvSpPr>
          <p:nvPr/>
        </p:nvSpPr>
        <p:spPr bwMode="auto">
          <a:xfrm>
            <a:off x="62484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[ 4 ]</a:t>
            </a:r>
          </a:p>
        </p:txBody>
      </p:sp>
      <p:sp>
        <p:nvSpPr>
          <p:cNvPr id="91152" name="Rectangle 1040">
            <a:extLst>
              <a:ext uri="{FF2B5EF4-FFF2-40B4-BE49-F238E27FC236}">
                <a16:creationId xmlns:a16="http://schemas.microsoft.com/office/drawing/2014/main" id="{E48E9449-381C-BF6D-7FAD-60A915481895}"/>
              </a:ext>
            </a:extLst>
          </p:cNvPr>
          <p:cNvSpPr>
            <a:spLocks noChangeArrowheads="1"/>
          </p:cNvSpPr>
          <p:nvPr/>
        </p:nvSpPr>
        <p:spPr bwMode="auto">
          <a:xfrm>
            <a:off x="7024252" y="2971801"/>
            <a:ext cx="910508"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3200" b="1">
                <a:latin typeface="Arial" panose="020B0604020202020204" pitchFamily="34" charset="0"/>
              </a:rPr>
              <a:t>[ 5 ]</a:t>
            </a:r>
          </a:p>
        </p:txBody>
      </p:sp>
      <p:sp>
        <p:nvSpPr>
          <p:cNvPr id="91153" name="Rectangle 1041">
            <a:extLst>
              <a:ext uri="{FF2B5EF4-FFF2-40B4-BE49-F238E27FC236}">
                <a16:creationId xmlns:a16="http://schemas.microsoft.com/office/drawing/2014/main" id="{4EEF8178-5B03-6F00-869C-95FC930D7D08}"/>
              </a:ext>
            </a:extLst>
          </p:cNvPr>
          <p:cNvSpPr>
            <a:spLocks noChangeArrowheads="1"/>
          </p:cNvSpPr>
          <p:nvPr/>
        </p:nvSpPr>
        <p:spPr bwMode="auto">
          <a:xfrm>
            <a:off x="8077200" y="2971801"/>
            <a:ext cx="910507"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[ 6 ]</a:t>
            </a:r>
          </a:p>
        </p:txBody>
      </p:sp>
      <p:sp>
        <p:nvSpPr>
          <p:cNvPr id="91156" name="Line 1044">
            <a:extLst>
              <a:ext uri="{FF2B5EF4-FFF2-40B4-BE49-F238E27FC236}">
                <a16:creationId xmlns:a16="http://schemas.microsoft.com/office/drawing/2014/main" id="{7FB5C64E-8D96-AFF9-3F38-AE216FBEC868}"/>
              </a:ext>
            </a:extLst>
          </p:cNvPr>
          <p:cNvSpPr>
            <a:spLocks noChangeShapeType="1"/>
          </p:cNvSpPr>
          <p:nvPr/>
        </p:nvSpPr>
        <p:spPr bwMode="auto">
          <a:xfrm>
            <a:off x="4791075" y="4495800"/>
            <a:ext cx="0" cy="1295400"/>
          </a:xfrm>
          <a:prstGeom prst="line">
            <a:avLst/>
          </a:prstGeom>
          <a:noFill/>
          <a:ln w="38100">
            <a:solidFill>
              <a:schemeClr val="tx1"/>
            </a:solidFill>
            <a:round/>
            <a:headEnd type="triangle"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3200"/>
          </a:p>
        </p:txBody>
      </p:sp>
      <p:sp>
        <p:nvSpPr>
          <p:cNvPr id="91157" name="Text Box 1045">
            <a:extLst>
              <a:ext uri="{FF2B5EF4-FFF2-40B4-BE49-F238E27FC236}">
                <a16:creationId xmlns:a16="http://schemas.microsoft.com/office/drawing/2014/main" id="{0186ACA8-32A9-7995-6231-E1A7674338BE}"/>
              </a:ext>
            </a:extLst>
          </p:cNvPr>
          <p:cNvSpPr txBox="1">
            <a:spLocks noChangeArrowheads="1"/>
          </p:cNvSpPr>
          <p:nvPr/>
        </p:nvSpPr>
        <p:spPr bwMode="auto">
          <a:xfrm>
            <a:off x="3114675" y="5756276"/>
            <a:ext cx="5694188" cy="10772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t>Find approximate midpoint.</a:t>
            </a:r>
          </a:p>
          <a:p>
            <a:r>
              <a:rPr lang="en-US" altLang="en-US" sz="3200"/>
              <a:t>Is target = midpoint key?  YES.</a:t>
            </a:r>
          </a:p>
        </p:txBody>
      </p:sp>
      <p:sp>
        <p:nvSpPr>
          <p:cNvPr id="4" name="Rectangle 1026">
            <a:extLst>
              <a:ext uri="{FF2B5EF4-FFF2-40B4-BE49-F238E27FC236}">
                <a16:creationId xmlns:a16="http://schemas.microsoft.com/office/drawing/2014/main" id="{D4A7B8B2-9EC8-CEDB-9D66-67190DADBFF1}"/>
              </a:ext>
            </a:extLst>
          </p:cNvPr>
          <p:cNvSpPr>
            <a:spLocks noGrp="1" noChangeArrowheads="1"/>
          </p:cNvSpPr>
          <p:nvPr>
            <p:ph type="title"/>
          </p:nvPr>
        </p:nvSpPr>
        <p:spPr>
          <a:xfrm>
            <a:off x="6098071" y="288855"/>
            <a:ext cx="6093929" cy="720771"/>
          </a:xfrm>
        </p:spPr>
        <p:txBody>
          <a:bodyPr>
            <a:normAutofit/>
          </a:bodyPr>
          <a:lstStyle/>
          <a:p>
            <a:r>
              <a:rPr lang="en-US" altLang="en-US" sz="4400" dirty="0"/>
              <a:t>Binary Search</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916706" y="1"/>
            <a:ext cx="4751295" cy="981075"/>
          </a:xfrm>
        </p:spPr>
        <p:txBody>
          <a:bodyPr>
            <a:noAutofit/>
          </a:bodyPr>
          <a:lstStyle/>
          <a:p>
            <a:pPr eaLnBrk="1" hangingPunct="1">
              <a:defRPr/>
            </a:pPr>
            <a:r>
              <a:rPr lang="en-AU" dirty="0">
                <a:solidFill>
                  <a:srgbClr val="001A4F"/>
                </a:solidFill>
                <a:effectLst>
                  <a:outerShdw blurRad="38100" dist="38100" dir="2700000" algn="tl">
                    <a:srgbClr val="C0C0C0"/>
                  </a:outerShdw>
                </a:effectLst>
              </a:rPr>
              <a:t>CÀI ĐẶT</a:t>
            </a:r>
          </a:p>
        </p:txBody>
      </p:sp>
      <p:sp>
        <p:nvSpPr>
          <p:cNvPr id="40965"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latin typeface="Myriad Pro"/>
                <a:cs typeface="Myriad Pro"/>
              </a:rPr>
              <a:t>- </a:t>
            </a:r>
            <a:fld id="{6328DDC8-5236-46F9-81E5-4737DA82077A}" type="slidenum">
              <a:rPr lang="vi-VN" altLang="en-US">
                <a:solidFill>
                  <a:schemeClr val="bg1"/>
                </a:solidFill>
                <a:latin typeface="Myriad Pro"/>
                <a:cs typeface="Myriad Pro"/>
              </a:rPr>
              <a:pPr eaLnBrk="1" hangingPunct="1"/>
              <a:t>29</a:t>
            </a:fld>
            <a:r>
              <a:rPr lang="en-US" altLang="en-US">
                <a:solidFill>
                  <a:schemeClr val="bg1"/>
                </a:solidFill>
                <a:latin typeface="Myriad Pro"/>
                <a:cs typeface="Myriad Pro"/>
              </a:rPr>
              <a:t> -</a:t>
            </a:r>
            <a:endParaRPr lang="vi-VN" altLang="en-US">
              <a:solidFill>
                <a:schemeClr val="bg1"/>
              </a:solidFill>
              <a:latin typeface="Myriad Pro"/>
              <a:cs typeface="Myriad Pro"/>
            </a:endParaRPr>
          </a:p>
        </p:txBody>
      </p:sp>
      <p:sp>
        <p:nvSpPr>
          <p:cNvPr id="40966" name="Text Box 4"/>
          <p:cNvSpPr txBox="1">
            <a:spLocks noChangeArrowheads="1"/>
          </p:cNvSpPr>
          <p:nvPr/>
        </p:nvSpPr>
        <p:spPr bwMode="auto">
          <a:xfrm>
            <a:off x="1847851" y="1196976"/>
            <a:ext cx="8569325" cy="5078413"/>
          </a:xfrm>
          <a:prstGeom prst="rect">
            <a:avLst/>
          </a:prstGeom>
          <a:solidFill>
            <a:srgbClr val="D2D0D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spcBef>
                <a:spcPct val="20000"/>
              </a:spcBef>
              <a:buFont typeface="Arial" panose="020B0604020202020204" pitchFamily="34" charset="0"/>
              <a:buChar char="•"/>
              <a:defRPr sz="3200">
                <a:solidFill>
                  <a:schemeClr val="tx1"/>
                </a:solidFill>
                <a:latin typeface="Myriad Pro"/>
                <a:ea typeface="Myriad Pro"/>
                <a:cs typeface="Myriad Pro"/>
              </a:defRPr>
            </a:lvl1pPr>
            <a:lvl2pPr marL="742950" indent="-285750" eaLnBrk="0" hangingPunct="0">
              <a:spcBef>
                <a:spcPct val="20000"/>
              </a:spcBef>
              <a:buFont typeface="Arial" panose="020B0604020202020204" pitchFamily="34" charset="0"/>
              <a:buChar char="–"/>
              <a:defRPr sz="2800">
                <a:solidFill>
                  <a:schemeClr val="tx1"/>
                </a:solidFill>
                <a:latin typeface="Myriad Pro"/>
                <a:ea typeface="Myriad Pro"/>
                <a:cs typeface="Myriad Pro"/>
              </a:defRPr>
            </a:lvl2pPr>
            <a:lvl3pPr marL="1143000" indent="-228600" eaLnBrk="0" hangingPunct="0">
              <a:spcBef>
                <a:spcPct val="20000"/>
              </a:spcBef>
              <a:buFont typeface="Arial" panose="020B0604020202020204" pitchFamily="34" charset="0"/>
              <a:buChar char="•"/>
              <a:defRPr sz="2400">
                <a:solidFill>
                  <a:schemeClr val="tx1"/>
                </a:solidFill>
                <a:latin typeface="Myriad Pro"/>
                <a:ea typeface="Myriad Pro"/>
                <a:cs typeface="Myriad Pro"/>
              </a:defRPr>
            </a:lvl3pPr>
            <a:lvl4pPr marL="16002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4pPr>
            <a:lvl5pPr marL="2057400" indent="-228600" eaLnBrk="0" hangingPunct="0">
              <a:spcBef>
                <a:spcPct val="20000"/>
              </a:spcBef>
              <a:buFont typeface="Arial" panose="020B0604020202020204" pitchFamily="34" charset="0"/>
              <a:buChar char="»"/>
              <a:defRPr sz="2000">
                <a:solidFill>
                  <a:schemeClr val="tx1"/>
                </a:solidFill>
                <a:latin typeface="Myriad Pro"/>
                <a:ea typeface="Myriad Pro"/>
                <a:cs typeface="Myriad Pro"/>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Myriad Pro"/>
                <a:ea typeface="Myriad Pro"/>
                <a:cs typeface="Myriad Pro"/>
              </a:defRPr>
            </a:lvl9pPr>
          </a:lstStyle>
          <a:p>
            <a:pPr eaLnBrk="1" hangingPunct="1">
              <a:spcBef>
                <a:spcPct val="0"/>
              </a:spcBef>
              <a:buFontTx/>
              <a:buNone/>
            </a:pPr>
            <a:r>
              <a:rPr lang="en-US" altLang="en-US" sz="1800" b="1">
                <a:latin typeface="Courier New" panose="02070309020205020404" pitchFamily="49" charset="0"/>
                <a:cs typeface="Times New Roman" panose="02020603050405020304" pitchFamily="18" charset="0"/>
              </a:rPr>
              <a:t>int BinarySearch(int a[], int n, int x) { // không đệ qui</a:t>
            </a:r>
          </a:p>
          <a:p>
            <a:pPr eaLnBrk="1" hangingPunct="1">
              <a:spcBef>
                <a:spcPct val="0"/>
              </a:spcBef>
              <a:buFontTx/>
              <a:buNone/>
            </a:pPr>
            <a:r>
              <a:rPr lang="en-US" altLang="en-US" sz="1800" b="1">
                <a:latin typeface="Courier New" panose="02070309020205020404" pitchFamily="49" charset="0"/>
                <a:cs typeface="Times New Roman" panose="02020603050405020304" pitchFamily="18" charset="0"/>
              </a:rPr>
              <a:t>	int left = 0, right = n - 1;</a:t>
            </a:r>
          </a:p>
          <a:p>
            <a:pPr eaLnBrk="1" hangingPunct="1">
              <a:spcBef>
                <a:spcPct val="0"/>
              </a:spcBef>
              <a:buFontTx/>
              <a:buNone/>
            </a:pPr>
            <a:r>
              <a:rPr lang="en-US" altLang="en-US" sz="1800" b="1">
                <a:latin typeface="Courier New" panose="02070309020205020404" pitchFamily="49" charset="0"/>
                <a:cs typeface="Times New Roman" panose="02020603050405020304" pitchFamily="18" charset="0"/>
              </a:rPr>
              <a:t>	while (left &lt;= right)	{	</a:t>
            </a:r>
          </a:p>
          <a:p>
            <a:pPr eaLnBrk="1" hangingPunct="1">
              <a:spcBef>
                <a:spcPct val="0"/>
              </a:spcBef>
              <a:buFontTx/>
              <a:buNone/>
            </a:pPr>
            <a:r>
              <a:rPr lang="en-US" altLang="en-US" sz="1800" b="1">
                <a:latin typeface="Courier New" panose="02070309020205020404" pitchFamily="49" charset="0"/>
                <a:cs typeface="Times New Roman" panose="02020603050405020304" pitchFamily="18" charset="0"/>
              </a:rPr>
              <a:t>		int mid = (left + right) / 2;</a:t>
            </a:r>
          </a:p>
          <a:p>
            <a:pPr eaLnBrk="1" hangingPunct="1">
              <a:spcBef>
                <a:spcPct val="0"/>
              </a:spcBef>
              <a:buFontTx/>
              <a:buNone/>
            </a:pPr>
            <a:r>
              <a:rPr lang="en-US" altLang="en-US" sz="1800" b="1">
                <a:latin typeface="Courier New" panose="02070309020205020404" pitchFamily="49" charset="0"/>
                <a:cs typeface="Times New Roman" panose="02020603050405020304" pitchFamily="18" charset="0"/>
              </a:rPr>
              <a:t>		if (x == a[mid]) return mid;</a:t>
            </a:r>
          </a:p>
          <a:p>
            <a:pPr eaLnBrk="1" hangingPunct="1">
              <a:spcBef>
                <a:spcPct val="0"/>
              </a:spcBef>
              <a:buFontTx/>
              <a:buNone/>
            </a:pPr>
            <a:r>
              <a:rPr lang="en-US" altLang="en-US" sz="1800" b="1">
                <a:latin typeface="Courier New" panose="02070309020205020404" pitchFamily="49" charset="0"/>
                <a:cs typeface="Times New Roman" panose="02020603050405020304" pitchFamily="18" charset="0"/>
              </a:rPr>
              <a:t>		else if (x &lt; a[mid]) right = mid - 1;</a:t>
            </a:r>
          </a:p>
          <a:p>
            <a:pPr eaLnBrk="1" hangingPunct="1">
              <a:spcBef>
                <a:spcPct val="0"/>
              </a:spcBef>
              <a:buFontTx/>
              <a:buNone/>
            </a:pPr>
            <a:r>
              <a:rPr lang="en-US" altLang="en-US" sz="1800" b="1">
                <a:latin typeface="Courier New" panose="02070309020205020404" pitchFamily="49" charset="0"/>
                <a:cs typeface="Times New Roman" panose="02020603050405020304" pitchFamily="18" charset="0"/>
              </a:rPr>
              <a:t>		else if (x &gt; a[mid]) left  = mid + 1;</a:t>
            </a:r>
          </a:p>
          <a:p>
            <a:pPr eaLnBrk="1" hangingPunct="1">
              <a:spcBef>
                <a:spcPct val="0"/>
              </a:spcBef>
              <a:buFontTx/>
              <a:buNone/>
            </a:pPr>
            <a:r>
              <a:rPr lang="en-US" altLang="en-US" sz="1800" b="1">
                <a:latin typeface="Courier New" panose="02070309020205020404" pitchFamily="49" charset="0"/>
                <a:cs typeface="Times New Roman" panose="02020603050405020304" pitchFamily="18" charset="0"/>
              </a:rPr>
              <a:t>	}</a:t>
            </a:r>
          </a:p>
          <a:p>
            <a:pPr eaLnBrk="1" hangingPunct="1">
              <a:spcBef>
                <a:spcPct val="0"/>
              </a:spcBef>
              <a:buFontTx/>
              <a:buNone/>
            </a:pPr>
            <a:r>
              <a:rPr lang="en-US" altLang="en-US" sz="1800" b="1">
                <a:latin typeface="Courier New" panose="02070309020205020404" pitchFamily="49" charset="0"/>
                <a:cs typeface="Times New Roman" panose="02020603050405020304" pitchFamily="18" charset="0"/>
              </a:rPr>
              <a:t>	return -1;</a:t>
            </a:r>
          </a:p>
          <a:p>
            <a:pPr eaLnBrk="1" hangingPunct="1">
              <a:spcBef>
                <a:spcPct val="0"/>
              </a:spcBef>
              <a:buFontTx/>
              <a:buNone/>
            </a:pPr>
            <a:r>
              <a:rPr lang="en-US" altLang="en-US" sz="1800" b="1">
                <a:latin typeface="Courier New" panose="02070309020205020404" pitchFamily="49" charset="0"/>
                <a:cs typeface="Times New Roman" panose="02020603050405020304" pitchFamily="18" charset="0"/>
              </a:rPr>
              <a:t>}</a:t>
            </a:r>
          </a:p>
          <a:p>
            <a:pPr eaLnBrk="1" hangingPunct="1">
              <a:spcBef>
                <a:spcPct val="0"/>
              </a:spcBef>
              <a:buFontTx/>
              <a:buNone/>
            </a:pPr>
            <a:r>
              <a:rPr lang="en-US" altLang="en-US" sz="1800" b="1">
                <a:latin typeface="Courier New" panose="02070309020205020404" pitchFamily="49" charset="0"/>
                <a:cs typeface="Times New Roman" panose="02020603050405020304" pitchFamily="18" charset="0"/>
              </a:rPr>
              <a:t>int BinarySearch(int a[], int left, int right, int x) { // đệ qui</a:t>
            </a:r>
          </a:p>
          <a:p>
            <a:pPr eaLnBrk="1" hangingPunct="1">
              <a:spcBef>
                <a:spcPct val="0"/>
              </a:spcBef>
              <a:buFontTx/>
              <a:buNone/>
            </a:pPr>
            <a:r>
              <a:rPr lang="en-US" altLang="en-US" sz="1800" b="1">
                <a:latin typeface="Courier New" panose="02070309020205020404" pitchFamily="49" charset="0"/>
                <a:cs typeface="Times New Roman" panose="02020603050405020304" pitchFamily="18" charset="0"/>
              </a:rPr>
              <a:t>	if (left &gt; right) return -1;</a:t>
            </a:r>
          </a:p>
          <a:p>
            <a:pPr eaLnBrk="1" hangingPunct="1">
              <a:spcBef>
                <a:spcPct val="0"/>
              </a:spcBef>
              <a:buFontTx/>
              <a:buNone/>
            </a:pPr>
            <a:r>
              <a:rPr lang="en-US" altLang="en-US" sz="1800" b="1">
                <a:latin typeface="Courier New" panose="02070309020205020404" pitchFamily="49" charset="0"/>
                <a:cs typeface="Times New Roman" panose="02020603050405020304" pitchFamily="18" charset="0"/>
              </a:rPr>
              <a:t>	int mid = (left + right) / 2;</a:t>
            </a:r>
          </a:p>
          <a:p>
            <a:pPr eaLnBrk="1" hangingPunct="1">
              <a:spcBef>
                <a:spcPct val="0"/>
              </a:spcBef>
              <a:buFontTx/>
              <a:buNone/>
            </a:pPr>
            <a:r>
              <a:rPr lang="en-US" altLang="en-US" sz="1800" b="1">
                <a:latin typeface="Courier New" panose="02070309020205020404" pitchFamily="49" charset="0"/>
                <a:cs typeface="Times New Roman" panose="02020603050405020304" pitchFamily="18" charset="0"/>
              </a:rPr>
              <a:t>	if (x == a[mid]) return mid;</a:t>
            </a:r>
          </a:p>
          <a:p>
            <a:pPr eaLnBrk="1" hangingPunct="1">
              <a:spcBef>
                <a:spcPct val="0"/>
              </a:spcBef>
              <a:buFontTx/>
              <a:buNone/>
            </a:pPr>
            <a:r>
              <a:rPr lang="en-US" altLang="en-US" sz="1800" b="1">
                <a:latin typeface="Courier New" panose="02070309020205020404" pitchFamily="49" charset="0"/>
                <a:cs typeface="Times New Roman" panose="02020603050405020304" pitchFamily="18" charset="0"/>
              </a:rPr>
              <a:t>	if (x &lt; a[mid]) return BinarySearch(a,left,mid-1,x);</a:t>
            </a:r>
          </a:p>
          <a:p>
            <a:pPr eaLnBrk="1" hangingPunct="1">
              <a:spcBef>
                <a:spcPct val="0"/>
              </a:spcBef>
              <a:buFontTx/>
              <a:buNone/>
            </a:pPr>
            <a:r>
              <a:rPr lang="en-US" altLang="en-US" sz="1800" b="1">
                <a:latin typeface="Courier New" panose="02070309020205020404" pitchFamily="49" charset="0"/>
                <a:cs typeface="Times New Roman" panose="02020603050405020304" pitchFamily="18" charset="0"/>
              </a:rPr>
              <a:t>	if (x &gt; a[mid]) return BinarySearch(a,mid+1,right,x);</a:t>
            </a:r>
          </a:p>
          <a:p>
            <a:pPr eaLnBrk="1" hangingPunct="1">
              <a:spcBef>
                <a:spcPct val="0"/>
              </a:spcBef>
              <a:buFontTx/>
              <a:buNone/>
            </a:pPr>
            <a:r>
              <a:rPr lang="en-US" altLang="en-US" sz="1800" b="1">
                <a:latin typeface="Courier New" panose="02070309020205020404" pitchFamily="49" charset="0"/>
                <a:cs typeface="Times New Roman" panose="02020603050405020304" pitchFamily="18" charset="0"/>
              </a:rPr>
              <a:t>}</a:t>
            </a:r>
            <a:endParaRPr lang="en-US" altLang="en-US" sz="1800">
              <a:latin typeface="Courier New" panose="02070309020205020404" pitchFamily="49" charset="0"/>
              <a:cs typeface="Times New Roman" panose="02020603050405020304" pitchFamily="18" charset="0"/>
            </a:endParaRPr>
          </a:p>
        </p:txBody>
      </p:sp>
    </p:spTree>
    <p:extLst>
      <p:ext uri="{BB962C8B-B14F-4D97-AF65-F5344CB8AC3E}">
        <p14:creationId xmlns:p14="http://schemas.microsoft.com/office/powerpoint/2010/main" val="226284983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0" y="1"/>
            <a:ext cx="4572001" cy="981075"/>
          </a:xfrm>
        </p:spPr>
        <p:txBody>
          <a:bodyPr>
            <a:noAutofit/>
          </a:bodyPr>
          <a:lstStyle/>
          <a:p>
            <a:pPr eaLnBrk="1" hangingPunct="1">
              <a:defRPr/>
            </a:pPr>
            <a:r>
              <a:rPr lang="en-AU" dirty="0">
                <a:solidFill>
                  <a:srgbClr val="001A4F"/>
                </a:solidFill>
                <a:effectLst>
                  <a:outerShdw blurRad="38100" dist="38100" dir="2700000" algn="tl">
                    <a:srgbClr val="C0C0C0"/>
                  </a:outerShdw>
                </a:effectLst>
              </a:rPr>
              <a:t>ĐÁNH GIÁ</a:t>
            </a:r>
          </a:p>
        </p:txBody>
      </p:sp>
      <p:sp>
        <p:nvSpPr>
          <p:cNvPr id="41987" name="Content Placeholder 2"/>
          <p:cNvSpPr>
            <a:spLocks noGrp="1"/>
          </p:cNvSpPr>
          <p:nvPr>
            <p:ph idx="4294967295"/>
          </p:nvPr>
        </p:nvSpPr>
        <p:spPr>
          <a:xfrm>
            <a:off x="1952626" y="1357314"/>
            <a:ext cx="8715375" cy="5024437"/>
          </a:xfrm>
          <a:prstGeom prst="rect">
            <a:avLst/>
          </a:prstGeom>
        </p:spPr>
        <p:txBody>
          <a:bodyPr/>
          <a:lstStyle/>
          <a:p>
            <a:pPr eaLnBrk="1" hangingPunct="1">
              <a:buClr>
                <a:srgbClr val="002776"/>
              </a:buClr>
              <a:buFont typeface="Wingdings" panose="05000000000000000000" pitchFamily="2" charset="2"/>
              <a:buChar char="§"/>
            </a:pPr>
            <a:r>
              <a:rPr lang="en-AU" altLang="en-US" sz="2800">
                <a:solidFill>
                  <a:srgbClr val="001A4F"/>
                </a:solidFill>
              </a:rPr>
              <a:t>Trường hợp tốt nhất: phần tử giữa có giá trị X</a:t>
            </a:r>
          </a:p>
          <a:p>
            <a:pPr lvl="1" eaLnBrk="1" hangingPunct="1">
              <a:buClr>
                <a:srgbClr val="002776"/>
              </a:buClr>
              <a:buFont typeface="Wingdings" panose="05000000000000000000" pitchFamily="2" charset="2"/>
              <a:buChar char="§"/>
            </a:pPr>
            <a:r>
              <a:rPr lang="en-AU" altLang="en-US" sz="2400">
                <a:solidFill>
                  <a:srgbClr val="001A4F"/>
                </a:solidFill>
              </a:rPr>
              <a:t>Số lần so sánh: 1</a:t>
            </a:r>
          </a:p>
          <a:p>
            <a:pPr eaLnBrk="1" hangingPunct="1">
              <a:buClr>
                <a:srgbClr val="002776"/>
              </a:buClr>
              <a:buFont typeface="Wingdings" panose="05000000000000000000" pitchFamily="2" charset="2"/>
              <a:buChar char="§"/>
            </a:pPr>
            <a:r>
              <a:rPr lang="en-AU" altLang="en-US" sz="2800">
                <a:solidFill>
                  <a:srgbClr val="001A4F"/>
                </a:solidFill>
              </a:rPr>
              <a:t>Trường hợp xấu nhất: không có phần tử có giá trị X</a:t>
            </a:r>
          </a:p>
          <a:p>
            <a:pPr lvl="1" eaLnBrk="1" hangingPunct="1">
              <a:buClr>
                <a:srgbClr val="002776"/>
              </a:buClr>
              <a:buFont typeface="Wingdings" panose="05000000000000000000" pitchFamily="2" charset="2"/>
              <a:buChar char="§"/>
            </a:pPr>
            <a:r>
              <a:rPr lang="en-AU" altLang="en-US" sz="2400">
                <a:solidFill>
                  <a:srgbClr val="001A4F"/>
                </a:solidFill>
              </a:rPr>
              <a:t>Số lần so sánh: log(n)</a:t>
            </a:r>
          </a:p>
          <a:p>
            <a:pPr eaLnBrk="1" hangingPunct="1">
              <a:buClr>
                <a:srgbClr val="002776"/>
              </a:buClr>
              <a:buFont typeface="Wingdings" panose="05000000000000000000" pitchFamily="2" charset="2"/>
              <a:buChar char="§"/>
            </a:pPr>
            <a:r>
              <a:rPr lang="en-AU" altLang="en-US" sz="2800">
                <a:solidFill>
                  <a:srgbClr val="001A4F"/>
                </a:solidFill>
              </a:rPr>
              <a:t>Trường hợp trung bình: giả sử xác suất các phần tử có giá trị X là như nhau</a:t>
            </a:r>
          </a:p>
          <a:p>
            <a:pPr lvl="1" eaLnBrk="1" hangingPunct="1">
              <a:buClr>
                <a:srgbClr val="002776"/>
              </a:buClr>
              <a:buFont typeface="Wingdings" panose="05000000000000000000" pitchFamily="2" charset="2"/>
              <a:buChar char="§"/>
            </a:pPr>
            <a:r>
              <a:rPr lang="en-AU" altLang="en-US" sz="2400">
                <a:solidFill>
                  <a:srgbClr val="001A4F"/>
                </a:solidFill>
              </a:rPr>
              <a:t>Số lần so sánh: log(n/2)</a:t>
            </a:r>
          </a:p>
          <a:p>
            <a:pPr eaLnBrk="1" hangingPunct="1">
              <a:buClr>
                <a:srgbClr val="002776"/>
              </a:buClr>
              <a:buFont typeface="Wingdings" panose="05000000000000000000" pitchFamily="2" charset="2"/>
              <a:buChar char="§"/>
            </a:pPr>
            <a:r>
              <a:rPr lang="en-AU" altLang="en-US" sz="2800">
                <a:solidFill>
                  <a:srgbClr val="001A4F"/>
                </a:solidFill>
              </a:rPr>
              <a:t>Độ phức tạp: T(n) = O(log(n))</a:t>
            </a:r>
          </a:p>
        </p:txBody>
      </p:sp>
      <p:sp>
        <p:nvSpPr>
          <p:cNvPr id="41990" name="Slide Number Placeholder 5"/>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r>
              <a:rPr lang="en-US" altLang="en-US">
                <a:solidFill>
                  <a:schemeClr val="bg1"/>
                </a:solidFill>
                <a:latin typeface="Myriad Pro"/>
                <a:cs typeface="Myriad Pro"/>
              </a:rPr>
              <a:t>- </a:t>
            </a:r>
            <a:fld id="{B3898EB1-DCCC-47CD-975D-B06AFDA25482}" type="slidenum">
              <a:rPr lang="vi-VN" altLang="en-US">
                <a:solidFill>
                  <a:schemeClr val="bg1"/>
                </a:solidFill>
                <a:latin typeface="Myriad Pro"/>
                <a:cs typeface="Myriad Pro"/>
              </a:rPr>
              <a:pPr eaLnBrk="1" hangingPunct="1"/>
              <a:t>30</a:t>
            </a:fld>
            <a:r>
              <a:rPr lang="en-US" altLang="en-US">
                <a:solidFill>
                  <a:schemeClr val="bg1"/>
                </a:solidFill>
                <a:latin typeface="Myriad Pro"/>
                <a:cs typeface="Myriad Pro"/>
              </a:rPr>
              <a:t> -</a:t>
            </a:r>
            <a:endParaRPr lang="vi-VN" altLang="en-US">
              <a:solidFill>
                <a:schemeClr val="bg1"/>
              </a:solidFill>
              <a:latin typeface="Myriad Pro"/>
              <a:cs typeface="Myriad Pro"/>
            </a:endParaRPr>
          </a:p>
        </p:txBody>
      </p:sp>
    </p:spTree>
    <p:extLst>
      <p:ext uri="{BB962C8B-B14F-4D97-AF65-F5344CB8AC3E}">
        <p14:creationId xmlns:p14="http://schemas.microsoft.com/office/powerpoint/2010/main" val="95671084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1026">
            <a:extLst>
              <a:ext uri="{FF2B5EF4-FFF2-40B4-BE49-F238E27FC236}">
                <a16:creationId xmlns:a16="http://schemas.microsoft.com/office/drawing/2014/main" id="{239FD923-7FAB-FC38-9010-7017A60DB840}"/>
              </a:ext>
            </a:extLst>
          </p:cNvPr>
          <p:cNvSpPr>
            <a:spLocks noGrp="1" noChangeArrowheads="1"/>
          </p:cNvSpPr>
          <p:nvPr>
            <p:ph type="title"/>
          </p:nvPr>
        </p:nvSpPr>
        <p:spPr/>
        <p:txBody>
          <a:bodyPr/>
          <a:lstStyle/>
          <a:p>
            <a:r>
              <a:rPr lang="en-US" altLang="en-US" dirty="0"/>
              <a:t>Relation to Binary Search Tree</a:t>
            </a:r>
          </a:p>
        </p:txBody>
      </p:sp>
      <p:sp>
        <p:nvSpPr>
          <p:cNvPr id="79916" name="Text Box 1068">
            <a:extLst>
              <a:ext uri="{FF2B5EF4-FFF2-40B4-BE49-F238E27FC236}">
                <a16:creationId xmlns:a16="http://schemas.microsoft.com/office/drawing/2014/main" id="{19ECC8C2-53B4-4AAD-BB5A-9BE1BF751BC0}"/>
              </a:ext>
            </a:extLst>
          </p:cNvPr>
          <p:cNvSpPr txBox="1">
            <a:spLocks noChangeArrowheads="1"/>
          </p:cNvSpPr>
          <p:nvPr/>
        </p:nvSpPr>
        <p:spPr bwMode="auto">
          <a:xfrm>
            <a:off x="1905000" y="3395664"/>
            <a:ext cx="705994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t>Corresponding complete binary search tree</a:t>
            </a:r>
          </a:p>
          <a:p>
            <a:endParaRPr lang="en-US" altLang="en-US" sz="2800"/>
          </a:p>
          <a:p>
            <a:endParaRPr lang="en-US" altLang="en-US" sz="2800"/>
          </a:p>
          <a:p>
            <a:endParaRPr lang="en-US" altLang="en-US" sz="2800"/>
          </a:p>
          <a:p>
            <a:endParaRPr lang="en-US" altLang="en-US" sz="2800"/>
          </a:p>
          <a:p>
            <a:endParaRPr lang="en-US" altLang="en-US" sz="2800"/>
          </a:p>
          <a:p>
            <a:endParaRPr lang="en-US" altLang="en-US" sz="2800"/>
          </a:p>
        </p:txBody>
      </p:sp>
      <p:sp>
        <p:nvSpPr>
          <p:cNvPr id="79921" name="Rectangle 1073">
            <a:extLst>
              <a:ext uri="{FF2B5EF4-FFF2-40B4-BE49-F238E27FC236}">
                <a16:creationId xmlns:a16="http://schemas.microsoft.com/office/drawing/2014/main" id="{C21F907A-1465-C80E-D1C5-63E8B61AFFCA}"/>
              </a:ext>
            </a:extLst>
          </p:cNvPr>
          <p:cNvSpPr>
            <a:spLocks noChangeArrowheads="1"/>
          </p:cNvSpPr>
          <p:nvPr/>
        </p:nvSpPr>
        <p:spPr bwMode="auto">
          <a:xfrm>
            <a:off x="19812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a:t>
            </a:r>
          </a:p>
        </p:txBody>
      </p:sp>
      <p:sp>
        <p:nvSpPr>
          <p:cNvPr id="79922" name="Rectangle 1074">
            <a:extLst>
              <a:ext uri="{FF2B5EF4-FFF2-40B4-BE49-F238E27FC236}">
                <a16:creationId xmlns:a16="http://schemas.microsoft.com/office/drawing/2014/main" id="{3B909545-B200-D868-1509-F00EA61274DE}"/>
              </a:ext>
            </a:extLst>
          </p:cNvPr>
          <p:cNvSpPr>
            <a:spLocks noChangeArrowheads="1"/>
          </p:cNvSpPr>
          <p:nvPr/>
        </p:nvSpPr>
        <p:spPr bwMode="auto">
          <a:xfrm>
            <a:off x="26670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6</a:t>
            </a:r>
          </a:p>
        </p:txBody>
      </p:sp>
      <p:sp>
        <p:nvSpPr>
          <p:cNvPr id="79925" name="Rectangle 1077">
            <a:extLst>
              <a:ext uri="{FF2B5EF4-FFF2-40B4-BE49-F238E27FC236}">
                <a16:creationId xmlns:a16="http://schemas.microsoft.com/office/drawing/2014/main" id="{E42C0A3F-89C0-E809-A449-9A8111F1BF1D}"/>
              </a:ext>
            </a:extLst>
          </p:cNvPr>
          <p:cNvSpPr>
            <a:spLocks noChangeArrowheads="1"/>
          </p:cNvSpPr>
          <p:nvPr/>
        </p:nvSpPr>
        <p:spPr bwMode="auto">
          <a:xfrm>
            <a:off x="33528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7</a:t>
            </a:r>
          </a:p>
        </p:txBody>
      </p:sp>
      <p:sp>
        <p:nvSpPr>
          <p:cNvPr id="79926" name="Rectangle 1078">
            <a:extLst>
              <a:ext uri="{FF2B5EF4-FFF2-40B4-BE49-F238E27FC236}">
                <a16:creationId xmlns:a16="http://schemas.microsoft.com/office/drawing/2014/main" id="{6A1EC6F9-251B-B639-CBF8-D14C75F50B59}"/>
              </a:ext>
            </a:extLst>
          </p:cNvPr>
          <p:cNvSpPr>
            <a:spLocks noChangeArrowheads="1"/>
          </p:cNvSpPr>
          <p:nvPr/>
        </p:nvSpPr>
        <p:spPr bwMode="auto">
          <a:xfrm>
            <a:off x="40386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11</a:t>
            </a:r>
          </a:p>
        </p:txBody>
      </p:sp>
      <p:sp>
        <p:nvSpPr>
          <p:cNvPr id="79927" name="Rectangle 1079">
            <a:extLst>
              <a:ext uri="{FF2B5EF4-FFF2-40B4-BE49-F238E27FC236}">
                <a16:creationId xmlns:a16="http://schemas.microsoft.com/office/drawing/2014/main" id="{45CE42ED-7C03-298E-E756-F798B10FEC39}"/>
              </a:ext>
            </a:extLst>
          </p:cNvPr>
          <p:cNvSpPr>
            <a:spLocks noChangeArrowheads="1"/>
          </p:cNvSpPr>
          <p:nvPr/>
        </p:nvSpPr>
        <p:spPr bwMode="auto">
          <a:xfrm>
            <a:off x="47244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32</a:t>
            </a:r>
          </a:p>
        </p:txBody>
      </p:sp>
      <p:sp>
        <p:nvSpPr>
          <p:cNvPr id="79928" name="Rectangle 1080">
            <a:extLst>
              <a:ext uri="{FF2B5EF4-FFF2-40B4-BE49-F238E27FC236}">
                <a16:creationId xmlns:a16="http://schemas.microsoft.com/office/drawing/2014/main" id="{1DAFD5AB-DC0E-F62D-2357-8488A6314FB7}"/>
              </a:ext>
            </a:extLst>
          </p:cNvPr>
          <p:cNvSpPr>
            <a:spLocks noChangeArrowheads="1"/>
          </p:cNvSpPr>
          <p:nvPr/>
        </p:nvSpPr>
        <p:spPr bwMode="auto">
          <a:xfrm>
            <a:off x="54102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33</a:t>
            </a:r>
          </a:p>
        </p:txBody>
      </p:sp>
      <p:sp>
        <p:nvSpPr>
          <p:cNvPr id="79929" name="Rectangle 1081">
            <a:extLst>
              <a:ext uri="{FF2B5EF4-FFF2-40B4-BE49-F238E27FC236}">
                <a16:creationId xmlns:a16="http://schemas.microsoft.com/office/drawing/2014/main" id="{2E224DEA-7E43-5510-6344-1C42FA644CCE}"/>
              </a:ext>
            </a:extLst>
          </p:cNvPr>
          <p:cNvSpPr>
            <a:spLocks noChangeArrowheads="1"/>
          </p:cNvSpPr>
          <p:nvPr/>
        </p:nvSpPr>
        <p:spPr bwMode="auto">
          <a:xfrm>
            <a:off x="60960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53</a:t>
            </a:r>
          </a:p>
        </p:txBody>
      </p:sp>
      <p:sp>
        <p:nvSpPr>
          <p:cNvPr id="79948" name="Line 1100">
            <a:extLst>
              <a:ext uri="{FF2B5EF4-FFF2-40B4-BE49-F238E27FC236}">
                <a16:creationId xmlns:a16="http://schemas.microsoft.com/office/drawing/2014/main" id="{8A52AF37-5020-6DC7-0696-0A1FD83ED31D}"/>
              </a:ext>
            </a:extLst>
          </p:cNvPr>
          <p:cNvSpPr>
            <a:spLocks noChangeShapeType="1"/>
          </p:cNvSpPr>
          <p:nvPr/>
        </p:nvSpPr>
        <p:spPr bwMode="auto">
          <a:xfrm flipH="1">
            <a:off x="3690939" y="4519614"/>
            <a:ext cx="966787" cy="365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79949" name="Line 1101">
            <a:extLst>
              <a:ext uri="{FF2B5EF4-FFF2-40B4-BE49-F238E27FC236}">
                <a16:creationId xmlns:a16="http://schemas.microsoft.com/office/drawing/2014/main" id="{E89E45DB-C169-A7D0-1157-CC93424F8347}"/>
              </a:ext>
            </a:extLst>
          </p:cNvPr>
          <p:cNvSpPr>
            <a:spLocks noChangeShapeType="1"/>
          </p:cNvSpPr>
          <p:nvPr/>
        </p:nvSpPr>
        <p:spPr bwMode="auto">
          <a:xfrm>
            <a:off x="4943475" y="4519614"/>
            <a:ext cx="966788" cy="4270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79950" name="Line 1102">
            <a:extLst>
              <a:ext uri="{FF2B5EF4-FFF2-40B4-BE49-F238E27FC236}">
                <a16:creationId xmlns:a16="http://schemas.microsoft.com/office/drawing/2014/main" id="{C58E3213-EC98-7565-F6F9-3BA8BAA4CDBB}"/>
              </a:ext>
            </a:extLst>
          </p:cNvPr>
          <p:cNvSpPr>
            <a:spLocks noChangeShapeType="1"/>
          </p:cNvSpPr>
          <p:nvPr/>
        </p:nvSpPr>
        <p:spPr bwMode="auto">
          <a:xfrm flipH="1">
            <a:off x="3065463" y="5006976"/>
            <a:ext cx="398462" cy="608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79951" name="Line 1103">
            <a:extLst>
              <a:ext uri="{FF2B5EF4-FFF2-40B4-BE49-F238E27FC236}">
                <a16:creationId xmlns:a16="http://schemas.microsoft.com/office/drawing/2014/main" id="{86CED713-37D5-A592-50BA-E2F48B864EBF}"/>
              </a:ext>
            </a:extLst>
          </p:cNvPr>
          <p:cNvSpPr>
            <a:spLocks noChangeShapeType="1"/>
          </p:cNvSpPr>
          <p:nvPr/>
        </p:nvSpPr>
        <p:spPr bwMode="auto">
          <a:xfrm>
            <a:off x="3633788" y="5006975"/>
            <a:ext cx="569912" cy="668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79952" name="Line 1104">
            <a:extLst>
              <a:ext uri="{FF2B5EF4-FFF2-40B4-BE49-F238E27FC236}">
                <a16:creationId xmlns:a16="http://schemas.microsoft.com/office/drawing/2014/main" id="{D55E9F50-105D-5EBC-510B-689E8422A564}"/>
              </a:ext>
            </a:extLst>
          </p:cNvPr>
          <p:cNvSpPr>
            <a:spLocks noChangeShapeType="1"/>
          </p:cNvSpPr>
          <p:nvPr/>
        </p:nvSpPr>
        <p:spPr bwMode="auto">
          <a:xfrm flipH="1">
            <a:off x="5397501" y="4824414"/>
            <a:ext cx="627063" cy="9112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79953" name="Line 1105">
            <a:extLst>
              <a:ext uri="{FF2B5EF4-FFF2-40B4-BE49-F238E27FC236}">
                <a16:creationId xmlns:a16="http://schemas.microsoft.com/office/drawing/2014/main" id="{F6A2A0E3-BA95-0448-035B-28008CDCE6EC}"/>
              </a:ext>
            </a:extLst>
          </p:cNvPr>
          <p:cNvSpPr>
            <a:spLocks noChangeShapeType="1"/>
          </p:cNvSpPr>
          <p:nvPr/>
        </p:nvSpPr>
        <p:spPr bwMode="auto">
          <a:xfrm>
            <a:off x="6024564" y="4824413"/>
            <a:ext cx="625475" cy="850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79941" name="Rectangle 1093">
            <a:extLst>
              <a:ext uri="{FF2B5EF4-FFF2-40B4-BE49-F238E27FC236}">
                <a16:creationId xmlns:a16="http://schemas.microsoft.com/office/drawing/2014/main" id="{49292378-44CC-62FF-3C38-47154AC58137}"/>
              </a:ext>
            </a:extLst>
          </p:cNvPr>
          <p:cNvSpPr>
            <a:spLocks noChangeArrowheads="1"/>
          </p:cNvSpPr>
          <p:nvPr/>
        </p:nvSpPr>
        <p:spPr bwMode="auto">
          <a:xfrm>
            <a:off x="26670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a:t>
            </a:r>
          </a:p>
        </p:txBody>
      </p:sp>
      <p:sp>
        <p:nvSpPr>
          <p:cNvPr id="79942" name="Rectangle 1094">
            <a:extLst>
              <a:ext uri="{FF2B5EF4-FFF2-40B4-BE49-F238E27FC236}">
                <a16:creationId xmlns:a16="http://schemas.microsoft.com/office/drawing/2014/main" id="{E6B96373-B4E0-EC6C-A354-6365D8957D81}"/>
              </a:ext>
            </a:extLst>
          </p:cNvPr>
          <p:cNvSpPr>
            <a:spLocks noChangeArrowheads="1"/>
          </p:cNvSpPr>
          <p:nvPr/>
        </p:nvSpPr>
        <p:spPr bwMode="auto">
          <a:xfrm>
            <a:off x="3276600" y="46021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6</a:t>
            </a:r>
          </a:p>
        </p:txBody>
      </p:sp>
      <p:sp>
        <p:nvSpPr>
          <p:cNvPr id="79943" name="Rectangle 1095">
            <a:extLst>
              <a:ext uri="{FF2B5EF4-FFF2-40B4-BE49-F238E27FC236}">
                <a16:creationId xmlns:a16="http://schemas.microsoft.com/office/drawing/2014/main" id="{0352F54F-13AD-D4E1-21AD-7428BFA301B8}"/>
              </a:ext>
            </a:extLst>
          </p:cNvPr>
          <p:cNvSpPr>
            <a:spLocks noChangeArrowheads="1"/>
          </p:cNvSpPr>
          <p:nvPr/>
        </p:nvSpPr>
        <p:spPr bwMode="auto">
          <a:xfrm>
            <a:off x="38862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7</a:t>
            </a:r>
          </a:p>
        </p:txBody>
      </p:sp>
      <p:sp>
        <p:nvSpPr>
          <p:cNvPr id="79944" name="Rectangle 1096">
            <a:extLst>
              <a:ext uri="{FF2B5EF4-FFF2-40B4-BE49-F238E27FC236}">
                <a16:creationId xmlns:a16="http://schemas.microsoft.com/office/drawing/2014/main" id="{BDFAC0BC-B8DB-F9DE-604A-EA0C392D8C53}"/>
              </a:ext>
            </a:extLst>
          </p:cNvPr>
          <p:cNvSpPr>
            <a:spLocks noChangeArrowheads="1"/>
          </p:cNvSpPr>
          <p:nvPr/>
        </p:nvSpPr>
        <p:spPr bwMode="auto">
          <a:xfrm>
            <a:off x="4495800" y="421640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11</a:t>
            </a:r>
          </a:p>
        </p:txBody>
      </p:sp>
      <p:sp>
        <p:nvSpPr>
          <p:cNvPr id="79945" name="Rectangle 1097">
            <a:extLst>
              <a:ext uri="{FF2B5EF4-FFF2-40B4-BE49-F238E27FC236}">
                <a16:creationId xmlns:a16="http://schemas.microsoft.com/office/drawing/2014/main" id="{E2B4A7F9-EE5A-118E-D834-00623FF55F59}"/>
              </a:ext>
            </a:extLst>
          </p:cNvPr>
          <p:cNvSpPr>
            <a:spLocks noChangeArrowheads="1"/>
          </p:cNvSpPr>
          <p:nvPr/>
        </p:nvSpPr>
        <p:spPr bwMode="auto">
          <a:xfrm>
            <a:off x="5105400" y="54530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32</a:t>
            </a:r>
          </a:p>
        </p:txBody>
      </p:sp>
      <p:sp>
        <p:nvSpPr>
          <p:cNvPr id="79946" name="Rectangle 1098">
            <a:extLst>
              <a:ext uri="{FF2B5EF4-FFF2-40B4-BE49-F238E27FC236}">
                <a16:creationId xmlns:a16="http://schemas.microsoft.com/office/drawing/2014/main" id="{94C3B47A-AEFE-C1D8-7ADD-2811EF759C73}"/>
              </a:ext>
            </a:extLst>
          </p:cNvPr>
          <p:cNvSpPr>
            <a:spLocks noChangeArrowheads="1"/>
          </p:cNvSpPr>
          <p:nvPr/>
        </p:nvSpPr>
        <p:spPr bwMode="auto">
          <a:xfrm>
            <a:off x="5715000" y="46021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33</a:t>
            </a:r>
          </a:p>
        </p:txBody>
      </p:sp>
      <p:sp>
        <p:nvSpPr>
          <p:cNvPr id="79947" name="Rectangle 1099">
            <a:extLst>
              <a:ext uri="{FF2B5EF4-FFF2-40B4-BE49-F238E27FC236}">
                <a16:creationId xmlns:a16="http://schemas.microsoft.com/office/drawing/2014/main" id="{0B0ECCAE-D1DA-C459-7110-29518E06BB43}"/>
              </a:ext>
            </a:extLst>
          </p:cNvPr>
          <p:cNvSpPr>
            <a:spLocks noChangeArrowheads="1"/>
          </p:cNvSpPr>
          <p:nvPr/>
        </p:nvSpPr>
        <p:spPr bwMode="auto">
          <a:xfrm>
            <a:off x="6324600" y="54530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53</a:t>
            </a:r>
          </a:p>
        </p:txBody>
      </p:sp>
      <p:sp>
        <p:nvSpPr>
          <p:cNvPr id="79959" name="Text Box 1111">
            <a:extLst>
              <a:ext uri="{FF2B5EF4-FFF2-40B4-BE49-F238E27FC236}">
                <a16:creationId xmlns:a16="http://schemas.microsoft.com/office/drawing/2014/main" id="{64F7752A-1164-5676-E0A9-0395B526396F}"/>
              </a:ext>
            </a:extLst>
          </p:cNvPr>
          <p:cNvSpPr txBox="1">
            <a:spLocks noChangeArrowheads="1"/>
          </p:cNvSpPr>
          <p:nvPr/>
        </p:nvSpPr>
        <p:spPr bwMode="auto">
          <a:xfrm>
            <a:off x="1905000" y="1719264"/>
            <a:ext cx="6324600" cy="308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Array of previous example:</a:t>
            </a:r>
          </a:p>
          <a:p>
            <a:endParaRPr lang="en-US" altLang="en-US" sz="2800"/>
          </a:p>
          <a:p>
            <a:endParaRPr lang="en-US" altLang="en-US" sz="2800"/>
          </a:p>
          <a:p>
            <a:endParaRPr lang="en-US" altLang="en-US" sz="2800"/>
          </a:p>
          <a:p>
            <a:endParaRPr lang="en-US" altLang="en-US" sz="2800"/>
          </a:p>
          <a:p>
            <a:endParaRPr lang="en-US" altLang="en-US" sz="2800"/>
          </a:p>
          <a:p>
            <a:endParaRPr lang="en-US" altLang="en-US" sz="28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E171C2B0-9EBC-C046-0A67-6D97BE437F35}"/>
              </a:ext>
            </a:extLst>
          </p:cNvPr>
          <p:cNvSpPr>
            <a:spLocks noGrp="1" noChangeArrowheads="1"/>
          </p:cNvSpPr>
          <p:nvPr>
            <p:ph type="title"/>
          </p:nvPr>
        </p:nvSpPr>
        <p:spPr>
          <a:xfrm>
            <a:off x="6268847" y="291355"/>
            <a:ext cx="4071937" cy="646115"/>
          </a:xfrm>
        </p:spPr>
        <p:txBody>
          <a:bodyPr/>
          <a:lstStyle/>
          <a:p>
            <a:r>
              <a:rPr lang="en-US" altLang="en-US" dirty="0"/>
              <a:t>Search for target = 7</a:t>
            </a:r>
          </a:p>
        </p:txBody>
      </p:sp>
      <p:sp>
        <p:nvSpPr>
          <p:cNvPr id="94211" name="Text Box 3">
            <a:extLst>
              <a:ext uri="{FF2B5EF4-FFF2-40B4-BE49-F238E27FC236}">
                <a16:creationId xmlns:a16="http://schemas.microsoft.com/office/drawing/2014/main" id="{4D3A9AF6-72F8-4302-ABC1-D723C24AE4B8}"/>
              </a:ext>
            </a:extLst>
          </p:cNvPr>
          <p:cNvSpPr txBox="1">
            <a:spLocks noChangeArrowheads="1"/>
          </p:cNvSpPr>
          <p:nvPr/>
        </p:nvSpPr>
        <p:spPr bwMode="auto">
          <a:xfrm>
            <a:off x="1905000" y="3395664"/>
            <a:ext cx="2182008"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t>Start at root:</a:t>
            </a:r>
          </a:p>
          <a:p>
            <a:endParaRPr lang="en-US" altLang="en-US" sz="2800"/>
          </a:p>
          <a:p>
            <a:endParaRPr lang="en-US" altLang="en-US" sz="2800"/>
          </a:p>
          <a:p>
            <a:endParaRPr lang="en-US" altLang="en-US" sz="2800"/>
          </a:p>
          <a:p>
            <a:endParaRPr lang="en-US" altLang="en-US" sz="2800"/>
          </a:p>
          <a:p>
            <a:endParaRPr lang="en-US" altLang="en-US" sz="2800"/>
          </a:p>
          <a:p>
            <a:endParaRPr lang="en-US" altLang="en-US" sz="2800"/>
          </a:p>
        </p:txBody>
      </p:sp>
      <p:sp>
        <p:nvSpPr>
          <p:cNvPr id="94232" name="Text Box 24">
            <a:extLst>
              <a:ext uri="{FF2B5EF4-FFF2-40B4-BE49-F238E27FC236}">
                <a16:creationId xmlns:a16="http://schemas.microsoft.com/office/drawing/2014/main" id="{1B9AE2F4-DBD2-A4D5-05BB-0CCD1AE7E562}"/>
              </a:ext>
            </a:extLst>
          </p:cNvPr>
          <p:cNvSpPr txBox="1">
            <a:spLocks noChangeArrowheads="1"/>
          </p:cNvSpPr>
          <p:nvPr/>
        </p:nvSpPr>
        <p:spPr bwMode="auto">
          <a:xfrm>
            <a:off x="1905000" y="1719264"/>
            <a:ext cx="6324600" cy="308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dirty="0"/>
              <a:t>Find midpoint:</a:t>
            </a:r>
          </a:p>
          <a:p>
            <a:endParaRPr lang="en-US" altLang="en-US" sz="2800" dirty="0"/>
          </a:p>
          <a:p>
            <a:endParaRPr lang="en-US" altLang="en-US" sz="2800" dirty="0"/>
          </a:p>
          <a:p>
            <a:endParaRPr lang="en-US" altLang="en-US" sz="2800" dirty="0"/>
          </a:p>
          <a:p>
            <a:endParaRPr lang="en-US" altLang="en-US" sz="2800" dirty="0"/>
          </a:p>
          <a:p>
            <a:endParaRPr lang="en-US" altLang="en-US" sz="2800" dirty="0"/>
          </a:p>
          <a:p>
            <a:endParaRPr lang="en-US" altLang="en-US" sz="2800" dirty="0"/>
          </a:p>
        </p:txBody>
      </p:sp>
      <p:sp>
        <p:nvSpPr>
          <p:cNvPr id="94212" name="Rectangle 4">
            <a:extLst>
              <a:ext uri="{FF2B5EF4-FFF2-40B4-BE49-F238E27FC236}">
                <a16:creationId xmlns:a16="http://schemas.microsoft.com/office/drawing/2014/main" id="{9CC3D5EF-F830-B9A7-0C54-5D8EF6AE4E07}"/>
              </a:ext>
            </a:extLst>
          </p:cNvPr>
          <p:cNvSpPr>
            <a:spLocks noChangeArrowheads="1"/>
          </p:cNvSpPr>
          <p:nvPr/>
        </p:nvSpPr>
        <p:spPr bwMode="auto">
          <a:xfrm>
            <a:off x="19812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a:t>
            </a:r>
          </a:p>
        </p:txBody>
      </p:sp>
      <p:sp>
        <p:nvSpPr>
          <p:cNvPr id="94213" name="Rectangle 5">
            <a:extLst>
              <a:ext uri="{FF2B5EF4-FFF2-40B4-BE49-F238E27FC236}">
                <a16:creationId xmlns:a16="http://schemas.microsoft.com/office/drawing/2014/main" id="{C17CF046-3CC4-10B8-36DB-A80FD5A1D3F3}"/>
              </a:ext>
            </a:extLst>
          </p:cNvPr>
          <p:cNvSpPr>
            <a:spLocks noChangeArrowheads="1"/>
          </p:cNvSpPr>
          <p:nvPr/>
        </p:nvSpPr>
        <p:spPr bwMode="auto">
          <a:xfrm>
            <a:off x="26670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6</a:t>
            </a:r>
          </a:p>
        </p:txBody>
      </p:sp>
      <p:sp>
        <p:nvSpPr>
          <p:cNvPr id="94214" name="Rectangle 6">
            <a:extLst>
              <a:ext uri="{FF2B5EF4-FFF2-40B4-BE49-F238E27FC236}">
                <a16:creationId xmlns:a16="http://schemas.microsoft.com/office/drawing/2014/main" id="{6FF07B77-2897-53A0-0C16-CF6BB8D9EAB6}"/>
              </a:ext>
            </a:extLst>
          </p:cNvPr>
          <p:cNvSpPr>
            <a:spLocks noChangeArrowheads="1"/>
          </p:cNvSpPr>
          <p:nvPr/>
        </p:nvSpPr>
        <p:spPr bwMode="auto">
          <a:xfrm>
            <a:off x="33528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7</a:t>
            </a:r>
          </a:p>
        </p:txBody>
      </p:sp>
      <p:sp>
        <p:nvSpPr>
          <p:cNvPr id="94215" name="Rectangle 7">
            <a:extLst>
              <a:ext uri="{FF2B5EF4-FFF2-40B4-BE49-F238E27FC236}">
                <a16:creationId xmlns:a16="http://schemas.microsoft.com/office/drawing/2014/main" id="{0EFB36B9-F76C-7CEB-5A33-514CAA523EFA}"/>
              </a:ext>
            </a:extLst>
          </p:cNvPr>
          <p:cNvSpPr>
            <a:spLocks noChangeArrowheads="1"/>
          </p:cNvSpPr>
          <p:nvPr/>
        </p:nvSpPr>
        <p:spPr bwMode="auto">
          <a:xfrm>
            <a:off x="4038600" y="2322514"/>
            <a:ext cx="685800" cy="57308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dirty="0">
                <a:solidFill>
                  <a:srgbClr val="FFFF00"/>
                </a:solidFill>
              </a:rPr>
              <a:t>11</a:t>
            </a:r>
          </a:p>
        </p:txBody>
      </p:sp>
      <p:sp>
        <p:nvSpPr>
          <p:cNvPr id="94216" name="Rectangle 8">
            <a:extLst>
              <a:ext uri="{FF2B5EF4-FFF2-40B4-BE49-F238E27FC236}">
                <a16:creationId xmlns:a16="http://schemas.microsoft.com/office/drawing/2014/main" id="{07C6739F-602C-699F-2016-B0F442507817}"/>
              </a:ext>
            </a:extLst>
          </p:cNvPr>
          <p:cNvSpPr>
            <a:spLocks noChangeArrowheads="1"/>
          </p:cNvSpPr>
          <p:nvPr/>
        </p:nvSpPr>
        <p:spPr bwMode="auto">
          <a:xfrm>
            <a:off x="47244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32</a:t>
            </a:r>
          </a:p>
        </p:txBody>
      </p:sp>
      <p:sp>
        <p:nvSpPr>
          <p:cNvPr id="94217" name="Rectangle 9">
            <a:extLst>
              <a:ext uri="{FF2B5EF4-FFF2-40B4-BE49-F238E27FC236}">
                <a16:creationId xmlns:a16="http://schemas.microsoft.com/office/drawing/2014/main" id="{A406573A-4FC4-6311-BBB2-1F385AE1BD75}"/>
              </a:ext>
            </a:extLst>
          </p:cNvPr>
          <p:cNvSpPr>
            <a:spLocks noChangeArrowheads="1"/>
          </p:cNvSpPr>
          <p:nvPr/>
        </p:nvSpPr>
        <p:spPr bwMode="auto">
          <a:xfrm>
            <a:off x="54102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33</a:t>
            </a:r>
          </a:p>
        </p:txBody>
      </p:sp>
      <p:sp>
        <p:nvSpPr>
          <p:cNvPr id="94218" name="Rectangle 10">
            <a:extLst>
              <a:ext uri="{FF2B5EF4-FFF2-40B4-BE49-F238E27FC236}">
                <a16:creationId xmlns:a16="http://schemas.microsoft.com/office/drawing/2014/main" id="{95BDBFD5-F1F8-070A-D14B-166E1FCD8FF5}"/>
              </a:ext>
            </a:extLst>
          </p:cNvPr>
          <p:cNvSpPr>
            <a:spLocks noChangeArrowheads="1"/>
          </p:cNvSpPr>
          <p:nvPr/>
        </p:nvSpPr>
        <p:spPr bwMode="auto">
          <a:xfrm>
            <a:off x="60960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53</a:t>
            </a:r>
          </a:p>
        </p:txBody>
      </p:sp>
      <p:sp>
        <p:nvSpPr>
          <p:cNvPr id="94219" name="Line 11">
            <a:extLst>
              <a:ext uri="{FF2B5EF4-FFF2-40B4-BE49-F238E27FC236}">
                <a16:creationId xmlns:a16="http://schemas.microsoft.com/office/drawing/2014/main" id="{C98B65FB-2C02-AA32-309B-6505D8594F2D}"/>
              </a:ext>
            </a:extLst>
          </p:cNvPr>
          <p:cNvSpPr>
            <a:spLocks noChangeShapeType="1"/>
          </p:cNvSpPr>
          <p:nvPr/>
        </p:nvSpPr>
        <p:spPr bwMode="auto">
          <a:xfrm flipH="1">
            <a:off x="3690939" y="4519614"/>
            <a:ext cx="966787" cy="365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4220" name="Line 12">
            <a:extLst>
              <a:ext uri="{FF2B5EF4-FFF2-40B4-BE49-F238E27FC236}">
                <a16:creationId xmlns:a16="http://schemas.microsoft.com/office/drawing/2014/main" id="{E7FC5E9C-81CD-6BC1-1098-4D568A6ECA67}"/>
              </a:ext>
            </a:extLst>
          </p:cNvPr>
          <p:cNvSpPr>
            <a:spLocks noChangeShapeType="1"/>
          </p:cNvSpPr>
          <p:nvPr/>
        </p:nvSpPr>
        <p:spPr bwMode="auto">
          <a:xfrm>
            <a:off x="4943475" y="4519614"/>
            <a:ext cx="966788" cy="4270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4221" name="Line 13">
            <a:extLst>
              <a:ext uri="{FF2B5EF4-FFF2-40B4-BE49-F238E27FC236}">
                <a16:creationId xmlns:a16="http://schemas.microsoft.com/office/drawing/2014/main" id="{E311C6C3-F1AC-9409-FD56-4ACFBC1829C1}"/>
              </a:ext>
            </a:extLst>
          </p:cNvPr>
          <p:cNvSpPr>
            <a:spLocks noChangeShapeType="1"/>
          </p:cNvSpPr>
          <p:nvPr/>
        </p:nvSpPr>
        <p:spPr bwMode="auto">
          <a:xfrm flipH="1">
            <a:off x="3065463" y="5006976"/>
            <a:ext cx="398462" cy="608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4222" name="Line 14">
            <a:extLst>
              <a:ext uri="{FF2B5EF4-FFF2-40B4-BE49-F238E27FC236}">
                <a16:creationId xmlns:a16="http://schemas.microsoft.com/office/drawing/2014/main" id="{79DB5271-E25C-04B0-6541-0C30BA9419B3}"/>
              </a:ext>
            </a:extLst>
          </p:cNvPr>
          <p:cNvSpPr>
            <a:spLocks noChangeShapeType="1"/>
          </p:cNvSpPr>
          <p:nvPr/>
        </p:nvSpPr>
        <p:spPr bwMode="auto">
          <a:xfrm>
            <a:off x="3633788" y="5006975"/>
            <a:ext cx="569912" cy="668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4223" name="Line 15">
            <a:extLst>
              <a:ext uri="{FF2B5EF4-FFF2-40B4-BE49-F238E27FC236}">
                <a16:creationId xmlns:a16="http://schemas.microsoft.com/office/drawing/2014/main" id="{824E4BE3-9785-2941-83B5-85BC411FFE72}"/>
              </a:ext>
            </a:extLst>
          </p:cNvPr>
          <p:cNvSpPr>
            <a:spLocks noChangeShapeType="1"/>
          </p:cNvSpPr>
          <p:nvPr/>
        </p:nvSpPr>
        <p:spPr bwMode="auto">
          <a:xfrm flipH="1">
            <a:off x="5397501" y="4824414"/>
            <a:ext cx="627063" cy="9112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4224" name="Line 16">
            <a:extLst>
              <a:ext uri="{FF2B5EF4-FFF2-40B4-BE49-F238E27FC236}">
                <a16:creationId xmlns:a16="http://schemas.microsoft.com/office/drawing/2014/main" id="{595C7919-9321-D7FA-5323-B8786C221A8B}"/>
              </a:ext>
            </a:extLst>
          </p:cNvPr>
          <p:cNvSpPr>
            <a:spLocks noChangeShapeType="1"/>
          </p:cNvSpPr>
          <p:nvPr/>
        </p:nvSpPr>
        <p:spPr bwMode="auto">
          <a:xfrm>
            <a:off x="6024564" y="4824413"/>
            <a:ext cx="625475" cy="850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4225" name="Rectangle 17">
            <a:extLst>
              <a:ext uri="{FF2B5EF4-FFF2-40B4-BE49-F238E27FC236}">
                <a16:creationId xmlns:a16="http://schemas.microsoft.com/office/drawing/2014/main" id="{5C3E095B-F7B5-4924-5BA8-892D4E3B6905}"/>
              </a:ext>
            </a:extLst>
          </p:cNvPr>
          <p:cNvSpPr>
            <a:spLocks noChangeArrowheads="1"/>
          </p:cNvSpPr>
          <p:nvPr/>
        </p:nvSpPr>
        <p:spPr bwMode="auto">
          <a:xfrm>
            <a:off x="26670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a:t>
            </a:r>
          </a:p>
        </p:txBody>
      </p:sp>
      <p:sp>
        <p:nvSpPr>
          <p:cNvPr id="94226" name="Rectangle 18">
            <a:extLst>
              <a:ext uri="{FF2B5EF4-FFF2-40B4-BE49-F238E27FC236}">
                <a16:creationId xmlns:a16="http://schemas.microsoft.com/office/drawing/2014/main" id="{8CF03EE4-C8FE-1C5A-6449-B49371B01D32}"/>
              </a:ext>
            </a:extLst>
          </p:cNvPr>
          <p:cNvSpPr>
            <a:spLocks noChangeArrowheads="1"/>
          </p:cNvSpPr>
          <p:nvPr/>
        </p:nvSpPr>
        <p:spPr bwMode="auto">
          <a:xfrm>
            <a:off x="3276600" y="46021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6</a:t>
            </a:r>
          </a:p>
        </p:txBody>
      </p:sp>
      <p:sp>
        <p:nvSpPr>
          <p:cNvPr id="94227" name="Rectangle 19">
            <a:extLst>
              <a:ext uri="{FF2B5EF4-FFF2-40B4-BE49-F238E27FC236}">
                <a16:creationId xmlns:a16="http://schemas.microsoft.com/office/drawing/2014/main" id="{ACF51E63-045C-963A-E427-1FAB6DB23E74}"/>
              </a:ext>
            </a:extLst>
          </p:cNvPr>
          <p:cNvSpPr>
            <a:spLocks noChangeArrowheads="1"/>
          </p:cNvSpPr>
          <p:nvPr/>
        </p:nvSpPr>
        <p:spPr bwMode="auto">
          <a:xfrm>
            <a:off x="38862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7</a:t>
            </a:r>
          </a:p>
        </p:txBody>
      </p:sp>
      <p:sp>
        <p:nvSpPr>
          <p:cNvPr id="94228" name="Rectangle 20">
            <a:extLst>
              <a:ext uri="{FF2B5EF4-FFF2-40B4-BE49-F238E27FC236}">
                <a16:creationId xmlns:a16="http://schemas.microsoft.com/office/drawing/2014/main" id="{CBCC0F0D-6507-4064-543E-73B4F16132CC}"/>
              </a:ext>
            </a:extLst>
          </p:cNvPr>
          <p:cNvSpPr>
            <a:spLocks noChangeArrowheads="1"/>
          </p:cNvSpPr>
          <p:nvPr/>
        </p:nvSpPr>
        <p:spPr bwMode="auto">
          <a:xfrm>
            <a:off x="4495800" y="4216400"/>
            <a:ext cx="609600" cy="52705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dirty="0">
                <a:solidFill>
                  <a:srgbClr val="FFFF00"/>
                </a:solidFill>
              </a:rPr>
              <a:t>11</a:t>
            </a:r>
          </a:p>
        </p:txBody>
      </p:sp>
      <p:sp>
        <p:nvSpPr>
          <p:cNvPr id="94229" name="Rectangle 21">
            <a:extLst>
              <a:ext uri="{FF2B5EF4-FFF2-40B4-BE49-F238E27FC236}">
                <a16:creationId xmlns:a16="http://schemas.microsoft.com/office/drawing/2014/main" id="{1184225F-03C6-9FC5-33AC-D0B14FADB59D}"/>
              </a:ext>
            </a:extLst>
          </p:cNvPr>
          <p:cNvSpPr>
            <a:spLocks noChangeArrowheads="1"/>
          </p:cNvSpPr>
          <p:nvPr/>
        </p:nvSpPr>
        <p:spPr bwMode="auto">
          <a:xfrm>
            <a:off x="5105400" y="54530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32</a:t>
            </a:r>
          </a:p>
        </p:txBody>
      </p:sp>
      <p:sp>
        <p:nvSpPr>
          <p:cNvPr id="94230" name="Rectangle 22">
            <a:extLst>
              <a:ext uri="{FF2B5EF4-FFF2-40B4-BE49-F238E27FC236}">
                <a16:creationId xmlns:a16="http://schemas.microsoft.com/office/drawing/2014/main" id="{6FF13512-EFEA-6D38-A707-5D4D183EE91D}"/>
              </a:ext>
            </a:extLst>
          </p:cNvPr>
          <p:cNvSpPr>
            <a:spLocks noChangeArrowheads="1"/>
          </p:cNvSpPr>
          <p:nvPr/>
        </p:nvSpPr>
        <p:spPr bwMode="auto">
          <a:xfrm>
            <a:off x="5715000" y="46021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33</a:t>
            </a:r>
          </a:p>
        </p:txBody>
      </p:sp>
      <p:sp>
        <p:nvSpPr>
          <p:cNvPr id="94231" name="Rectangle 23">
            <a:extLst>
              <a:ext uri="{FF2B5EF4-FFF2-40B4-BE49-F238E27FC236}">
                <a16:creationId xmlns:a16="http://schemas.microsoft.com/office/drawing/2014/main" id="{5F4BBA4F-1FE1-11C4-7FE5-E86E0E792BF8}"/>
              </a:ext>
            </a:extLst>
          </p:cNvPr>
          <p:cNvSpPr>
            <a:spLocks noChangeArrowheads="1"/>
          </p:cNvSpPr>
          <p:nvPr/>
        </p:nvSpPr>
        <p:spPr bwMode="auto">
          <a:xfrm>
            <a:off x="6324600" y="54530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53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6" name="Text Box 4">
            <a:extLst>
              <a:ext uri="{FF2B5EF4-FFF2-40B4-BE49-F238E27FC236}">
                <a16:creationId xmlns:a16="http://schemas.microsoft.com/office/drawing/2014/main" id="{59110411-DFAE-3D98-3F3A-4572E2FCFE87}"/>
              </a:ext>
            </a:extLst>
          </p:cNvPr>
          <p:cNvSpPr txBox="1">
            <a:spLocks noChangeArrowheads="1"/>
          </p:cNvSpPr>
          <p:nvPr/>
        </p:nvSpPr>
        <p:spPr bwMode="auto">
          <a:xfrm>
            <a:off x="1905000" y="1719264"/>
            <a:ext cx="6324600" cy="308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Search left subarray:</a:t>
            </a:r>
          </a:p>
          <a:p>
            <a:endParaRPr lang="en-US" altLang="en-US" sz="2800"/>
          </a:p>
          <a:p>
            <a:endParaRPr lang="en-US" altLang="en-US" sz="2800"/>
          </a:p>
          <a:p>
            <a:endParaRPr lang="en-US" altLang="en-US" sz="2800"/>
          </a:p>
          <a:p>
            <a:endParaRPr lang="en-US" altLang="en-US" sz="2800"/>
          </a:p>
          <a:p>
            <a:endParaRPr lang="en-US" altLang="en-US" sz="2800"/>
          </a:p>
          <a:p>
            <a:endParaRPr lang="en-US" altLang="en-US" sz="2800"/>
          </a:p>
        </p:txBody>
      </p:sp>
      <p:sp>
        <p:nvSpPr>
          <p:cNvPr id="95234" name="Rectangle 2">
            <a:extLst>
              <a:ext uri="{FF2B5EF4-FFF2-40B4-BE49-F238E27FC236}">
                <a16:creationId xmlns:a16="http://schemas.microsoft.com/office/drawing/2014/main" id="{1E1872A8-DF00-D593-409C-D9C2FB9E4ACD}"/>
              </a:ext>
            </a:extLst>
          </p:cNvPr>
          <p:cNvSpPr>
            <a:spLocks noGrp="1" noChangeArrowheads="1"/>
          </p:cNvSpPr>
          <p:nvPr>
            <p:ph type="title"/>
          </p:nvPr>
        </p:nvSpPr>
        <p:spPr>
          <a:xfrm>
            <a:off x="6934200" y="216694"/>
            <a:ext cx="4194175" cy="662781"/>
          </a:xfrm>
        </p:spPr>
        <p:txBody>
          <a:bodyPr/>
          <a:lstStyle/>
          <a:p>
            <a:r>
              <a:rPr lang="en-US" altLang="en-US" dirty="0"/>
              <a:t>Search for target = 7</a:t>
            </a:r>
          </a:p>
        </p:txBody>
      </p:sp>
      <p:sp>
        <p:nvSpPr>
          <p:cNvPr id="95235" name="Text Box 3">
            <a:extLst>
              <a:ext uri="{FF2B5EF4-FFF2-40B4-BE49-F238E27FC236}">
                <a16:creationId xmlns:a16="http://schemas.microsoft.com/office/drawing/2014/main" id="{271402D7-57F9-8B7A-2FA6-51DBD6C94336}"/>
              </a:ext>
            </a:extLst>
          </p:cNvPr>
          <p:cNvSpPr txBox="1">
            <a:spLocks noChangeArrowheads="1"/>
          </p:cNvSpPr>
          <p:nvPr/>
        </p:nvSpPr>
        <p:spPr bwMode="auto">
          <a:xfrm>
            <a:off x="1905000" y="3700464"/>
            <a:ext cx="3275256"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t>Search left subtree:</a:t>
            </a:r>
          </a:p>
          <a:p>
            <a:endParaRPr lang="en-US" altLang="en-US" sz="2800"/>
          </a:p>
          <a:p>
            <a:endParaRPr lang="en-US" altLang="en-US" sz="2800"/>
          </a:p>
          <a:p>
            <a:endParaRPr lang="en-US" altLang="en-US" sz="2800"/>
          </a:p>
          <a:p>
            <a:endParaRPr lang="en-US" altLang="en-US" sz="2800"/>
          </a:p>
          <a:p>
            <a:endParaRPr lang="en-US" altLang="en-US" sz="2800"/>
          </a:p>
          <a:p>
            <a:endParaRPr lang="en-US" altLang="en-US" sz="2800"/>
          </a:p>
        </p:txBody>
      </p:sp>
      <p:sp>
        <p:nvSpPr>
          <p:cNvPr id="95237" name="Rectangle 5">
            <a:extLst>
              <a:ext uri="{FF2B5EF4-FFF2-40B4-BE49-F238E27FC236}">
                <a16:creationId xmlns:a16="http://schemas.microsoft.com/office/drawing/2014/main" id="{C134E420-15B9-8B3D-C3A5-CF93EA15DE25}"/>
              </a:ext>
            </a:extLst>
          </p:cNvPr>
          <p:cNvSpPr>
            <a:spLocks noChangeArrowheads="1"/>
          </p:cNvSpPr>
          <p:nvPr/>
        </p:nvSpPr>
        <p:spPr bwMode="auto">
          <a:xfrm>
            <a:off x="19812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a:t>
            </a:r>
          </a:p>
        </p:txBody>
      </p:sp>
      <p:sp>
        <p:nvSpPr>
          <p:cNvPr id="95238" name="Rectangle 6">
            <a:extLst>
              <a:ext uri="{FF2B5EF4-FFF2-40B4-BE49-F238E27FC236}">
                <a16:creationId xmlns:a16="http://schemas.microsoft.com/office/drawing/2014/main" id="{0FBF2639-0D12-3F9B-59FB-21301FD3089B}"/>
              </a:ext>
            </a:extLst>
          </p:cNvPr>
          <p:cNvSpPr>
            <a:spLocks noChangeArrowheads="1"/>
          </p:cNvSpPr>
          <p:nvPr/>
        </p:nvSpPr>
        <p:spPr bwMode="auto">
          <a:xfrm>
            <a:off x="26670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6</a:t>
            </a:r>
          </a:p>
        </p:txBody>
      </p:sp>
      <p:sp>
        <p:nvSpPr>
          <p:cNvPr id="95239" name="Rectangle 7">
            <a:extLst>
              <a:ext uri="{FF2B5EF4-FFF2-40B4-BE49-F238E27FC236}">
                <a16:creationId xmlns:a16="http://schemas.microsoft.com/office/drawing/2014/main" id="{F11DCEB4-64A9-FB79-13CD-1BC9706ED13C}"/>
              </a:ext>
            </a:extLst>
          </p:cNvPr>
          <p:cNvSpPr>
            <a:spLocks noChangeArrowheads="1"/>
          </p:cNvSpPr>
          <p:nvPr/>
        </p:nvSpPr>
        <p:spPr bwMode="auto">
          <a:xfrm>
            <a:off x="33528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7</a:t>
            </a:r>
          </a:p>
        </p:txBody>
      </p:sp>
      <p:sp>
        <p:nvSpPr>
          <p:cNvPr id="95240" name="Rectangle 8">
            <a:extLst>
              <a:ext uri="{FF2B5EF4-FFF2-40B4-BE49-F238E27FC236}">
                <a16:creationId xmlns:a16="http://schemas.microsoft.com/office/drawing/2014/main" id="{C1F00B42-2C32-9062-2825-FD7BB5133FF6}"/>
              </a:ext>
            </a:extLst>
          </p:cNvPr>
          <p:cNvSpPr>
            <a:spLocks noChangeArrowheads="1"/>
          </p:cNvSpPr>
          <p:nvPr/>
        </p:nvSpPr>
        <p:spPr bwMode="auto">
          <a:xfrm>
            <a:off x="4038600" y="2322514"/>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11</a:t>
            </a:r>
          </a:p>
        </p:txBody>
      </p:sp>
      <p:sp>
        <p:nvSpPr>
          <p:cNvPr id="95241" name="Rectangle 9">
            <a:extLst>
              <a:ext uri="{FF2B5EF4-FFF2-40B4-BE49-F238E27FC236}">
                <a16:creationId xmlns:a16="http://schemas.microsoft.com/office/drawing/2014/main" id="{A07E6144-40BF-EF20-2260-D60ED07DFD06}"/>
              </a:ext>
            </a:extLst>
          </p:cNvPr>
          <p:cNvSpPr>
            <a:spLocks noChangeArrowheads="1"/>
          </p:cNvSpPr>
          <p:nvPr/>
        </p:nvSpPr>
        <p:spPr bwMode="auto">
          <a:xfrm>
            <a:off x="4724400" y="2322514"/>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32</a:t>
            </a:r>
          </a:p>
        </p:txBody>
      </p:sp>
      <p:sp>
        <p:nvSpPr>
          <p:cNvPr id="95242" name="Rectangle 10">
            <a:extLst>
              <a:ext uri="{FF2B5EF4-FFF2-40B4-BE49-F238E27FC236}">
                <a16:creationId xmlns:a16="http://schemas.microsoft.com/office/drawing/2014/main" id="{D4253A75-6CE7-04FC-5912-EBF0FF49D9D9}"/>
              </a:ext>
            </a:extLst>
          </p:cNvPr>
          <p:cNvSpPr>
            <a:spLocks noChangeArrowheads="1"/>
          </p:cNvSpPr>
          <p:nvPr/>
        </p:nvSpPr>
        <p:spPr bwMode="auto">
          <a:xfrm>
            <a:off x="5410200" y="2322514"/>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33</a:t>
            </a:r>
          </a:p>
        </p:txBody>
      </p:sp>
      <p:sp>
        <p:nvSpPr>
          <p:cNvPr id="95243" name="Rectangle 11">
            <a:extLst>
              <a:ext uri="{FF2B5EF4-FFF2-40B4-BE49-F238E27FC236}">
                <a16:creationId xmlns:a16="http://schemas.microsoft.com/office/drawing/2014/main" id="{40F7FDEA-F028-C5DB-BC5C-AAAD23EF3C64}"/>
              </a:ext>
            </a:extLst>
          </p:cNvPr>
          <p:cNvSpPr>
            <a:spLocks noChangeArrowheads="1"/>
          </p:cNvSpPr>
          <p:nvPr/>
        </p:nvSpPr>
        <p:spPr bwMode="auto">
          <a:xfrm>
            <a:off x="6096000" y="2322514"/>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53</a:t>
            </a:r>
          </a:p>
        </p:txBody>
      </p:sp>
      <p:sp>
        <p:nvSpPr>
          <p:cNvPr id="95244" name="Line 12">
            <a:extLst>
              <a:ext uri="{FF2B5EF4-FFF2-40B4-BE49-F238E27FC236}">
                <a16:creationId xmlns:a16="http://schemas.microsoft.com/office/drawing/2014/main" id="{73A57E25-1920-1578-A8B5-565CE6BFED52}"/>
              </a:ext>
            </a:extLst>
          </p:cNvPr>
          <p:cNvSpPr>
            <a:spLocks noChangeShapeType="1"/>
          </p:cNvSpPr>
          <p:nvPr/>
        </p:nvSpPr>
        <p:spPr bwMode="auto">
          <a:xfrm flipH="1">
            <a:off x="3690939" y="4519614"/>
            <a:ext cx="966787" cy="365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5245" name="Line 13">
            <a:extLst>
              <a:ext uri="{FF2B5EF4-FFF2-40B4-BE49-F238E27FC236}">
                <a16:creationId xmlns:a16="http://schemas.microsoft.com/office/drawing/2014/main" id="{A1883DC2-72C6-123C-3E34-52785881CF89}"/>
              </a:ext>
            </a:extLst>
          </p:cNvPr>
          <p:cNvSpPr>
            <a:spLocks noChangeShapeType="1"/>
          </p:cNvSpPr>
          <p:nvPr/>
        </p:nvSpPr>
        <p:spPr bwMode="auto">
          <a:xfrm>
            <a:off x="4943475" y="4519614"/>
            <a:ext cx="966788" cy="4270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5246" name="Line 14">
            <a:extLst>
              <a:ext uri="{FF2B5EF4-FFF2-40B4-BE49-F238E27FC236}">
                <a16:creationId xmlns:a16="http://schemas.microsoft.com/office/drawing/2014/main" id="{79EEE154-B48A-830C-11B0-FAD5990DF41F}"/>
              </a:ext>
            </a:extLst>
          </p:cNvPr>
          <p:cNvSpPr>
            <a:spLocks noChangeShapeType="1"/>
          </p:cNvSpPr>
          <p:nvPr/>
        </p:nvSpPr>
        <p:spPr bwMode="auto">
          <a:xfrm flipH="1">
            <a:off x="3065463" y="5006976"/>
            <a:ext cx="398462" cy="608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5247" name="Line 15">
            <a:extLst>
              <a:ext uri="{FF2B5EF4-FFF2-40B4-BE49-F238E27FC236}">
                <a16:creationId xmlns:a16="http://schemas.microsoft.com/office/drawing/2014/main" id="{06396CE8-0F44-F465-8026-17BF4FA744E9}"/>
              </a:ext>
            </a:extLst>
          </p:cNvPr>
          <p:cNvSpPr>
            <a:spLocks noChangeShapeType="1"/>
          </p:cNvSpPr>
          <p:nvPr/>
        </p:nvSpPr>
        <p:spPr bwMode="auto">
          <a:xfrm>
            <a:off x="3633788" y="5006975"/>
            <a:ext cx="569912" cy="668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5248" name="Line 16">
            <a:extLst>
              <a:ext uri="{FF2B5EF4-FFF2-40B4-BE49-F238E27FC236}">
                <a16:creationId xmlns:a16="http://schemas.microsoft.com/office/drawing/2014/main" id="{3D7CEB21-090A-4433-2451-9769BBAC5B18}"/>
              </a:ext>
            </a:extLst>
          </p:cNvPr>
          <p:cNvSpPr>
            <a:spLocks noChangeShapeType="1"/>
          </p:cNvSpPr>
          <p:nvPr/>
        </p:nvSpPr>
        <p:spPr bwMode="auto">
          <a:xfrm flipH="1">
            <a:off x="5397501" y="4824414"/>
            <a:ext cx="627063" cy="9112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5249" name="Line 17">
            <a:extLst>
              <a:ext uri="{FF2B5EF4-FFF2-40B4-BE49-F238E27FC236}">
                <a16:creationId xmlns:a16="http://schemas.microsoft.com/office/drawing/2014/main" id="{964A8349-9C77-4568-C940-95DB57F9FB77}"/>
              </a:ext>
            </a:extLst>
          </p:cNvPr>
          <p:cNvSpPr>
            <a:spLocks noChangeShapeType="1"/>
          </p:cNvSpPr>
          <p:nvPr/>
        </p:nvSpPr>
        <p:spPr bwMode="auto">
          <a:xfrm>
            <a:off x="6024564" y="4824413"/>
            <a:ext cx="625475" cy="850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5250" name="Rectangle 18">
            <a:extLst>
              <a:ext uri="{FF2B5EF4-FFF2-40B4-BE49-F238E27FC236}">
                <a16:creationId xmlns:a16="http://schemas.microsoft.com/office/drawing/2014/main" id="{6DD25426-6FBC-CFF0-AFDA-4112D703C29A}"/>
              </a:ext>
            </a:extLst>
          </p:cNvPr>
          <p:cNvSpPr>
            <a:spLocks noChangeArrowheads="1"/>
          </p:cNvSpPr>
          <p:nvPr/>
        </p:nvSpPr>
        <p:spPr bwMode="auto">
          <a:xfrm>
            <a:off x="26670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a:t>
            </a:r>
          </a:p>
        </p:txBody>
      </p:sp>
      <p:sp>
        <p:nvSpPr>
          <p:cNvPr id="95251" name="Rectangle 19">
            <a:extLst>
              <a:ext uri="{FF2B5EF4-FFF2-40B4-BE49-F238E27FC236}">
                <a16:creationId xmlns:a16="http://schemas.microsoft.com/office/drawing/2014/main" id="{1D3E1885-DD71-5591-7B27-03D91A00475E}"/>
              </a:ext>
            </a:extLst>
          </p:cNvPr>
          <p:cNvSpPr>
            <a:spLocks noChangeArrowheads="1"/>
          </p:cNvSpPr>
          <p:nvPr/>
        </p:nvSpPr>
        <p:spPr bwMode="auto">
          <a:xfrm>
            <a:off x="3276600" y="4602163"/>
            <a:ext cx="609600" cy="525462"/>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6</a:t>
            </a:r>
          </a:p>
        </p:txBody>
      </p:sp>
      <p:sp>
        <p:nvSpPr>
          <p:cNvPr id="95252" name="Rectangle 20">
            <a:extLst>
              <a:ext uri="{FF2B5EF4-FFF2-40B4-BE49-F238E27FC236}">
                <a16:creationId xmlns:a16="http://schemas.microsoft.com/office/drawing/2014/main" id="{35987456-5505-9823-CDC9-721506A41CD6}"/>
              </a:ext>
            </a:extLst>
          </p:cNvPr>
          <p:cNvSpPr>
            <a:spLocks noChangeArrowheads="1"/>
          </p:cNvSpPr>
          <p:nvPr/>
        </p:nvSpPr>
        <p:spPr bwMode="auto">
          <a:xfrm>
            <a:off x="38862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7</a:t>
            </a:r>
          </a:p>
        </p:txBody>
      </p:sp>
      <p:sp>
        <p:nvSpPr>
          <p:cNvPr id="95253" name="Rectangle 21">
            <a:extLst>
              <a:ext uri="{FF2B5EF4-FFF2-40B4-BE49-F238E27FC236}">
                <a16:creationId xmlns:a16="http://schemas.microsoft.com/office/drawing/2014/main" id="{E910F21C-1C2E-38C6-07F0-84620FEA41C2}"/>
              </a:ext>
            </a:extLst>
          </p:cNvPr>
          <p:cNvSpPr>
            <a:spLocks noChangeArrowheads="1"/>
          </p:cNvSpPr>
          <p:nvPr/>
        </p:nvSpPr>
        <p:spPr bwMode="auto">
          <a:xfrm>
            <a:off x="4495800" y="4216400"/>
            <a:ext cx="609600" cy="52705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11</a:t>
            </a:r>
          </a:p>
        </p:txBody>
      </p:sp>
      <p:sp>
        <p:nvSpPr>
          <p:cNvPr id="95254" name="Rectangle 22">
            <a:extLst>
              <a:ext uri="{FF2B5EF4-FFF2-40B4-BE49-F238E27FC236}">
                <a16:creationId xmlns:a16="http://schemas.microsoft.com/office/drawing/2014/main" id="{BCF37971-29DA-EE1E-C9EC-5F4ABBDDD39B}"/>
              </a:ext>
            </a:extLst>
          </p:cNvPr>
          <p:cNvSpPr>
            <a:spLocks noChangeArrowheads="1"/>
          </p:cNvSpPr>
          <p:nvPr/>
        </p:nvSpPr>
        <p:spPr bwMode="auto">
          <a:xfrm>
            <a:off x="5105400" y="54530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32</a:t>
            </a:r>
          </a:p>
        </p:txBody>
      </p:sp>
      <p:sp>
        <p:nvSpPr>
          <p:cNvPr id="95255" name="Rectangle 23">
            <a:extLst>
              <a:ext uri="{FF2B5EF4-FFF2-40B4-BE49-F238E27FC236}">
                <a16:creationId xmlns:a16="http://schemas.microsoft.com/office/drawing/2014/main" id="{09C522FA-F78D-D9A9-8090-9A4369A8113B}"/>
              </a:ext>
            </a:extLst>
          </p:cNvPr>
          <p:cNvSpPr>
            <a:spLocks noChangeArrowheads="1"/>
          </p:cNvSpPr>
          <p:nvPr/>
        </p:nvSpPr>
        <p:spPr bwMode="auto">
          <a:xfrm>
            <a:off x="5715000" y="46021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33</a:t>
            </a:r>
          </a:p>
        </p:txBody>
      </p:sp>
      <p:sp>
        <p:nvSpPr>
          <p:cNvPr id="95256" name="Rectangle 24">
            <a:extLst>
              <a:ext uri="{FF2B5EF4-FFF2-40B4-BE49-F238E27FC236}">
                <a16:creationId xmlns:a16="http://schemas.microsoft.com/office/drawing/2014/main" id="{5EA7824C-689D-63D6-2A82-75145045DFE8}"/>
              </a:ext>
            </a:extLst>
          </p:cNvPr>
          <p:cNvSpPr>
            <a:spLocks noChangeArrowheads="1"/>
          </p:cNvSpPr>
          <p:nvPr/>
        </p:nvSpPr>
        <p:spPr bwMode="auto">
          <a:xfrm>
            <a:off x="6324600" y="54530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53</a:t>
            </a:r>
          </a:p>
        </p:txBody>
      </p:sp>
      <p:sp>
        <p:nvSpPr>
          <p:cNvPr id="95257" name="AutoShape 25">
            <a:extLst>
              <a:ext uri="{FF2B5EF4-FFF2-40B4-BE49-F238E27FC236}">
                <a16:creationId xmlns:a16="http://schemas.microsoft.com/office/drawing/2014/main" id="{6A5D1BC7-D4D8-A5D4-EBE6-2B607341FB35}"/>
              </a:ext>
            </a:extLst>
          </p:cNvPr>
          <p:cNvSpPr>
            <a:spLocks/>
          </p:cNvSpPr>
          <p:nvPr/>
        </p:nvSpPr>
        <p:spPr bwMode="auto">
          <a:xfrm rot="16200000">
            <a:off x="2743200" y="2209800"/>
            <a:ext cx="533400" cy="2057400"/>
          </a:xfrm>
          <a:prstGeom prst="leftBrace">
            <a:avLst>
              <a:gd name="adj1" fmla="val 32143"/>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a:extLst>
              <a:ext uri="{FF2B5EF4-FFF2-40B4-BE49-F238E27FC236}">
                <a16:creationId xmlns:a16="http://schemas.microsoft.com/office/drawing/2014/main" id="{23561109-B8F8-FEF5-A763-7BADA9A0D524}"/>
              </a:ext>
            </a:extLst>
          </p:cNvPr>
          <p:cNvSpPr txBox="1">
            <a:spLocks noChangeArrowheads="1"/>
          </p:cNvSpPr>
          <p:nvPr/>
        </p:nvSpPr>
        <p:spPr bwMode="auto">
          <a:xfrm>
            <a:off x="1905000" y="1719262"/>
            <a:ext cx="8834718"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800"/>
              <a:t>Find approximate midpoint of subarray:</a:t>
            </a:r>
          </a:p>
          <a:p>
            <a:endParaRPr lang="en-US" altLang="en-US" sz="2800"/>
          </a:p>
          <a:p>
            <a:endParaRPr lang="en-US" altLang="en-US" sz="2800"/>
          </a:p>
          <a:p>
            <a:endParaRPr lang="en-US" altLang="en-US" sz="2800"/>
          </a:p>
          <a:p>
            <a:endParaRPr lang="en-US" altLang="en-US" sz="2800"/>
          </a:p>
          <a:p>
            <a:endParaRPr lang="en-US" altLang="en-US" sz="2800"/>
          </a:p>
          <a:p>
            <a:endParaRPr lang="en-US" altLang="en-US" sz="2800"/>
          </a:p>
        </p:txBody>
      </p:sp>
      <p:sp>
        <p:nvSpPr>
          <p:cNvPr id="96259" name="Rectangle 3">
            <a:extLst>
              <a:ext uri="{FF2B5EF4-FFF2-40B4-BE49-F238E27FC236}">
                <a16:creationId xmlns:a16="http://schemas.microsoft.com/office/drawing/2014/main" id="{C41FC850-75DD-6592-12DC-1A07FE44A09D}"/>
              </a:ext>
            </a:extLst>
          </p:cNvPr>
          <p:cNvSpPr>
            <a:spLocks noGrp="1" noChangeArrowheads="1"/>
          </p:cNvSpPr>
          <p:nvPr>
            <p:ph type="title"/>
          </p:nvPr>
        </p:nvSpPr>
        <p:spPr>
          <a:xfrm>
            <a:off x="6934200" y="193675"/>
            <a:ext cx="4406153" cy="685800"/>
          </a:xfrm>
        </p:spPr>
        <p:txBody>
          <a:bodyPr/>
          <a:lstStyle/>
          <a:p>
            <a:r>
              <a:rPr lang="en-US" altLang="en-US" dirty="0"/>
              <a:t>Search for target = 7</a:t>
            </a:r>
          </a:p>
        </p:txBody>
      </p:sp>
      <p:sp>
        <p:nvSpPr>
          <p:cNvPr id="96260" name="Text Box 4">
            <a:extLst>
              <a:ext uri="{FF2B5EF4-FFF2-40B4-BE49-F238E27FC236}">
                <a16:creationId xmlns:a16="http://schemas.microsoft.com/office/drawing/2014/main" id="{C9C37DAB-AFC4-6532-EFF3-28B745D7D179}"/>
              </a:ext>
            </a:extLst>
          </p:cNvPr>
          <p:cNvSpPr txBox="1">
            <a:spLocks noChangeArrowheads="1"/>
          </p:cNvSpPr>
          <p:nvPr/>
        </p:nvSpPr>
        <p:spPr bwMode="auto">
          <a:xfrm>
            <a:off x="1905001" y="3657601"/>
            <a:ext cx="3424335"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t>Visit root of subtree:</a:t>
            </a:r>
          </a:p>
          <a:p>
            <a:endParaRPr lang="en-US" altLang="en-US" sz="2800"/>
          </a:p>
          <a:p>
            <a:endParaRPr lang="en-US" altLang="en-US" sz="2800"/>
          </a:p>
          <a:p>
            <a:endParaRPr lang="en-US" altLang="en-US" sz="2800"/>
          </a:p>
          <a:p>
            <a:endParaRPr lang="en-US" altLang="en-US" sz="2800"/>
          </a:p>
          <a:p>
            <a:endParaRPr lang="en-US" altLang="en-US" sz="2800"/>
          </a:p>
          <a:p>
            <a:endParaRPr lang="en-US" altLang="en-US" sz="2800"/>
          </a:p>
        </p:txBody>
      </p:sp>
      <p:sp>
        <p:nvSpPr>
          <p:cNvPr id="96261" name="Rectangle 5">
            <a:extLst>
              <a:ext uri="{FF2B5EF4-FFF2-40B4-BE49-F238E27FC236}">
                <a16:creationId xmlns:a16="http://schemas.microsoft.com/office/drawing/2014/main" id="{8755B715-D7EB-8C6E-D050-14D8A7DEAD85}"/>
              </a:ext>
            </a:extLst>
          </p:cNvPr>
          <p:cNvSpPr>
            <a:spLocks noChangeArrowheads="1"/>
          </p:cNvSpPr>
          <p:nvPr/>
        </p:nvSpPr>
        <p:spPr bwMode="auto">
          <a:xfrm>
            <a:off x="19812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a:t>
            </a:r>
          </a:p>
        </p:txBody>
      </p:sp>
      <p:sp>
        <p:nvSpPr>
          <p:cNvPr id="96262" name="Rectangle 6">
            <a:extLst>
              <a:ext uri="{FF2B5EF4-FFF2-40B4-BE49-F238E27FC236}">
                <a16:creationId xmlns:a16="http://schemas.microsoft.com/office/drawing/2014/main" id="{932CD179-E98A-AD29-7280-17FAF8620081}"/>
              </a:ext>
            </a:extLst>
          </p:cNvPr>
          <p:cNvSpPr>
            <a:spLocks noChangeArrowheads="1"/>
          </p:cNvSpPr>
          <p:nvPr/>
        </p:nvSpPr>
        <p:spPr bwMode="auto">
          <a:xfrm>
            <a:off x="2667000" y="2322514"/>
            <a:ext cx="685800" cy="573087"/>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solidFill>
                  <a:srgbClr val="FFFF00"/>
                </a:solidFill>
              </a:rPr>
              <a:t>6</a:t>
            </a:r>
          </a:p>
        </p:txBody>
      </p:sp>
      <p:sp>
        <p:nvSpPr>
          <p:cNvPr id="96263" name="Rectangle 7">
            <a:extLst>
              <a:ext uri="{FF2B5EF4-FFF2-40B4-BE49-F238E27FC236}">
                <a16:creationId xmlns:a16="http://schemas.microsoft.com/office/drawing/2014/main" id="{74719FC4-ABE0-4EE2-16A0-2408302DF166}"/>
              </a:ext>
            </a:extLst>
          </p:cNvPr>
          <p:cNvSpPr>
            <a:spLocks noChangeArrowheads="1"/>
          </p:cNvSpPr>
          <p:nvPr/>
        </p:nvSpPr>
        <p:spPr bwMode="auto">
          <a:xfrm>
            <a:off x="33528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7</a:t>
            </a:r>
          </a:p>
        </p:txBody>
      </p:sp>
      <p:sp>
        <p:nvSpPr>
          <p:cNvPr id="96264" name="Rectangle 8">
            <a:extLst>
              <a:ext uri="{FF2B5EF4-FFF2-40B4-BE49-F238E27FC236}">
                <a16:creationId xmlns:a16="http://schemas.microsoft.com/office/drawing/2014/main" id="{A25A176E-3116-3B9C-50DD-BB2AF038F820}"/>
              </a:ext>
            </a:extLst>
          </p:cNvPr>
          <p:cNvSpPr>
            <a:spLocks noChangeArrowheads="1"/>
          </p:cNvSpPr>
          <p:nvPr/>
        </p:nvSpPr>
        <p:spPr bwMode="auto">
          <a:xfrm>
            <a:off x="4038600" y="2322514"/>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11</a:t>
            </a:r>
          </a:p>
        </p:txBody>
      </p:sp>
      <p:sp>
        <p:nvSpPr>
          <p:cNvPr id="96265" name="Rectangle 9">
            <a:extLst>
              <a:ext uri="{FF2B5EF4-FFF2-40B4-BE49-F238E27FC236}">
                <a16:creationId xmlns:a16="http://schemas.microsoft.com/office/drawing/2014/main" id="{54BB1C7B-94D6-615B-1DC1-5AED914A11A8}"/>
              </a:ext>
            </a:extLst>
          </p:cNvPr>
          <p:cNvSpPr>
            <a:spLocks noChangeArrowheads="1"/>
          </p:cNvSpPr>
          <p:nvPr/>
        </p:nvSpPr>
        <p:spPr bwMode="auto">
          <a:xfrm>
            <a:off x="4724400" y="2322514"/>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32</a:t>
            </a:r>
          </a:p>
        </p:txBody>
      </p:sp>
      <p:sp>
        <p:nvSpPr>
          <p:cNvPr id="96266" name="Rectangle 10">
            <a:extLst>
              <a:ext uri="{FF2B5EF4-FFF2-40B4-BE49-F238E27FC236}">
                <a16:creationId xmlns:a16="http://schemas.microsoft.com/office/drawing/2014/main" id="{1B10EC23-3E98-1C62-12E2-8E9AFFEC928F}"/>
              </a:ext>
            </a:extLst>
          </p:cNvPr>
          <p:cNvSpPr>
            <a:spLocks noChangeArrowheads="1"/>
          </p:cNvSpPr>
          <p:nvPr/>
        </p:nvSpPr>
        <p:spPr bwMode="auto">
          <a:xfrm>
            <a:off x="5410200" y="2322514"/>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33</a:t>
            </a:r>
          </a:p>
        </p:txBody>
      </p:sp>
      <p:sp>
        <p:nvSpPr>
          <p:cNvPr id="96267" name="Rectangle 11">
            <a:extLst>
              <a:ext uri="{FF2B5EF4-FFF2-40B4-BE49-F238E27FC236}">
                <a16:creationId xmlns:a16="http://schemas.microsoft.com/office/drawing/2014/main" id="{9A0665BD-8D67-7506-D1C6-4F9B1E496F58}"/>
              </a:ext>
            </a:extLst>
          </p:cNvPr>
          <p:cNvSpPr>
            <a:spLocks noChangeArrowheads="1"/>
          </p:cNvSpPr>
          <p:nvPr/>
        </p:nvSpPr>
        <p:spPr bwMode="auto">
          <a:xfrm>
            <a:off x="6096000" y="2322514"/>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53</a:t>
            </a:r>
          </a:p>
        </p:txBody>
      </p:sp>
      <p:sp>
        <p:nvSpPr>
          <p:cNvPr id="96268" name="Line 12">
            <a:extLst>
              <a:ext uri="{FF2B5EF4-FFF2-40B4-BE49-F238E27FC236}">
                <a16:creationId xmlns:a16="http://schemas.microsoft.com/office/drawing/2014/main" id="{62A2371F-4F61-6DBC-EADC-779D3F7222FD}"/>
              </a:ext>
            </a:extLst>
          </p:cNvPr>
          <p:cNvSpPr>
            <a:spLocks noChangeShapeType="1"/>
          </p:cNvSpPr>
          <p:nvPr/>
        </p:nvSpPr>
        <p:spPr bwMode="auto">
          <a:xfrm flipH="1">
            <a:off x="3690939" y="4519614"/>
            <a:ext cx="966787" cy="365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6269" name="Line 13">
            <a:extLst>
              <a:ext uri="{FF2B5EF4-FFF2-40B4-BE49-F238E27FC236}">
                <a16:creationId xmlns:a16="http://schemas.microsoft.com/office/drawing/2014/main" id="{D9E6764F-EFB7-64CF-7398-66B5E1B4D934}"/>
              </a:ext>
            </a:extLst>
          </p:cNvPr>
          <p:cNvSpPr>
            <a:spLocks noChangeShapeType="1"/>
          </p:cNvSpPr>
          <p:nvPr/>
        </p:nvSpPr>
        <p:spPr bwMode="auto">
          <a:xfrm>
            <a:off x="4943475" y="4519614"/>
            <a:ext cx="966788" cy="4270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6270" name="Line 14">
            <a:extLst>
              <a:ext uri="{FF2B5EF4-FFF2-40B4-BE49-F238E27FC236}">
                <a16:creationId xmlns:a16="http://schemas.microsoft.com/office/drawing/2014/main" id="{38018A94-1353-8926-18D2-D9B7C07F31C1}"/>
              </a:ext>
            </a:extLst>
          </p:cNvPr>
          <p:cNvSpPr>
            <a:spLocks noChangeShapeType="1"/>
          </p:cNvSpPr>
          <p:nvPr/>
        </p:nvSpPr>
        <p:spPr bwMode="auto">
          <a:xfrm flipH="1">
            <a:off x="3065463" y="5006976"/>
            <a:ext cx="398462" cy="608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6271" name="Line 15">
            <a:extLst>
              <a:ext uri="{FF2B5EF4-FFF2-40B4-BE49-F238E27FC236}">
                <a16:creationId xmlns:a16="http://schemas.microsoft.com/office/drawing/2014/main" id="{1715D795-FFD2-10CB-64EA-16C5EB64856C}"/>
              </a:ext>
            </a:extLst>
          </p:cNvPr>
          <p:cNvSpPr>
            <a:spLocks noChangeShapeType="1"/>
          </p:cNvSpPr>
          <p:nvPr/>
        </p:nvSpPr>
        <p:spPr bwMode="auto">
          <a:xfrm>
            <a:off x="3633788" y="5006975"/>
            <a:ext cx="569912" cy="668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6272" name="Line 16">
            <a:extLst>
              <a:ext uri="{FF2B5EF4-FFF2-40B4-BE49-F238E27FC236}">
                <a16:creationId xmlns:a16="http://schemas.microsoft.com/office/drawing/2014/main" id="{2F80AEAC-06E9-2577-D33C-C84CB1DCB4FF}"/>
              </a:ext>
            </a:extLst>
          </p:cNvPr>
          <p:cNvSpPr>
            <a:spLocks noChangeShapeType="1"/>
          </p:cNvSpPr>
          <p:nvPr/>
        </p:nvSpPr>
        <p:spPr bwMode="auto">
          <a:xfrm flipH="1">
            <a:off x="5397501" y="4824414"/>
            <a:ext cx="627063" cy="9112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6273" name="Line 17">
            <a:extLst>
              <a:ext uri="{FF2B5EF4-FFF2-40B4-BE49-F238E27FC236}">
                <a16:creationId xmlns:a16="http://schemas.microsoft.com/office/drawing/2014/main" id="{C33FFD94-6BF8-3284-DD5A-0CC18E4F323D}"/>
              </a:ext>
            </a:extLst>
          </p:cNvPr>
          <p:cNvSpPr>
            <a:spLocks noChangeShapeType="1"/>
          </p:cNvSpPr>
          <p:nvPr/>
        </p:nvSpPr>
        <p:spPr bwMode="auto">
          <a:xfrm>
            <a:off x="6024564" y="4824413"/>
            <a:ext cx="625475" cy="850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6274" name="Rectangle 18">
            <a:extLst>
              <a:ext uri="{FF2B5EF4-FFF2-40B4-BE49-F238E27FC236}">
                <a16:creationId xmlns:a16="http://schemas.microsoft.com/office/drawing/2014/main" id="{43E1789A-00C8-D296-138D-BB5F22E1A8CA}"/>
              </a:ext>
            </a:extLst>
          </p:cNvPr>
          <p:cNvSpPr>
            <a:spLocks noChangeArrowheads="1"/>
          </p:cNvSpPr>
          <p:nvPr/>
        </p:nvSpPr>
        <p:spPr bwMode="auto">
          <a:xfrm>
            <a:off x="26670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a:t>
            </a:r>
          </a:p>
        </p:txBody>
      </p:sp>
      <p:sp>
        <p:nvSpPr>
          <p:cNvPr id="96275" name="Rectangle 19">
            <a:extLst>
              <a:ext uri="{FF2B5EF4-FFF2-40B4-BE49-F238E27FC236}">
                <a16:creationId xmlns:a16="http://schemas.microsoft.com/office/drawing/2014/main" id="{ADE7DFF3-4A18-12D9-421C-6CCFC0C8ADD4}"/>
              </a:ext>
            </a:extLst>
          </p:cNvPr>
          <p:cNvSpPr>
            <a:spLocks noChangeArrowheads="1"/>
          </p:cNvSpPr>
          <p:nvPr/>
        </p:nvSpPr>
        <p:spPr bwMode="auto">
          <a:xfrm>
            <a:off x="3276600" y="4602163"/>
            <a:ext cx="609600" cy="525462"/>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solidFill>
                  <a:srgbClr val="FFFF00"/>
                </a:solidFill>
              </a:rPr>
              <a:t>6</a:t>
            </a:r>
          </a:p>
        </p:txBody>
      </p:sp>
      <p:sp>
        <p:nvSpPr>
          <p:cNvPr id="96276" name="Rectangle 20">
            <a:extLst>
              <a:ext uri="{FF2B5EF4-FFF2-40B4-BE49-F238E27FC236}">
                <a16:creationId xmlns:a16="http://schemas.microsoft.com/office/drawing/2014/main" id="{CC7FA4DA-567E-7214-B5B2-7F8107E02C72}"/>
              </a:ext>
            </a:extLst>
          </p:cNvPr>
          <p:cNvSpPr>
            <a:spLocks noChangeArrowheads="1"/>
          </p:cNvSpPr>
          <p:nvPr/>
        </p:nvSpPr>
        <p:spPr bwMode="auto">
          <a:xfrm>
            <a:off x="38862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7</a:t>
            </a:r>
          </a:p>
        </p:txBody>
      </p:sp>
      <p:sp>
        <p:nvSpPr>
          <p:cNvPr id="96277" name="Rectangle 21">
            <a:extLst>
              <a:ext uri="{FF2B5EF4-FFF2-40B4-BE49-F238E27FC236}">
                <a16:creationId xmlns:a16="http://schemas.microsoft.com/office/drawing/2014/main" id="{3F8831A4-32E3-131C-879B-7FE492CFAEA2}"/>
              </a:ext>
            </a:extLst>
          </p:cNvPr>
          <p:cNvSpPr>
            <a:spLocks noChangeArrowheads="1"/>
          </p:cNvSpPr>
          <p:nvPr/>
        </p:nvSpPr>
        <p:spPr bwMode="auto">
          <a:xfrm>
            <a:off x="4495800" y="4216400"/>
            <a:ext cx="609600" cy="52705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11</a:t>
            </a:r>
          </a:p>
        </p:txBody>
      </p:sp>
      <p:sp>
        <p:nvSpPr>
          <p:cNvPr id="96278" name="Rectangle 22">
            <a:extLst>
              <a:ext uri="{FF2B5EF4-FFF2-40B4-BE49-F238E27FC236}">
                <a16:creationId xmlns:a16="http://schemas.microsoft.com/office/drawing/2014/main" id="{1D5F7844-9C77-6D96-9D85-E53B215B2EFB}"/>
              </a:ext>
            </a:extLst>
          </p:cNvPr>
          <p:cNvSpPr>
            <a:spLocks noChangeArrowheads="1"/>
          </p:cNvSpPr>
          <p:nvPr/>
        </p:nvSpPr>
        <p:spPr bwMode="auto">
          <a:xfrm>
            <a:off x="5105400" y="54530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32</a:t>
            </a:r>
          </a:p>
        </p:txBody>
      </p:sp>
      <p:sp>
        <p:nvSpPr>
          <p:cNvPr id="96279" name="Rectangle 23">
            <a:extLst>
              <a:ext uri="{FF2B5EF4-FFF2-40B4-BE49-F238E27FC236}">
                <a16:creationId xmlns:a16="http://schemas.microsoft.com/office/drawing/2014/main" id="{4406DD60-8F68-B826-08C8-41C6DEB865DD}"/>
              </a:ext>
            </a:extLst>
          </p:cNvPr>
          <p:cNvSpPr>
            <a:spLocks noChangeArrowheads="1"/>
          </p:cNvSpPr>
          <p:nvPr/>
        </p:nvSpPr>
        <p:spPr bwMode="auto">
          <a:xfrm>
            <a:off x="5715000" y="46021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33</a:t>
            </a:r>
          </a:p>
        </p:txBody>
      </p:sp>
      <p:sp>
        <p:nvSpPr>
          <p:cNvPr id="96280" name="Rectangle 24">
            <a:extLst>
              <a:ext uri="{FF2B5EF4-FFF2-40B4-BE49-F238E27FC236}">
                <a16:creationId xmlns:a16="http://schemas.microsoft.com/office/drawing/2014/main" id="{897ACBC1-BBDE-6636-9BDA-E79D579B4D06}"/>
              </a:ext>
            </a:extLst>
          </p:cNvPr>
          <p:cNvSpPr>
            <a:spLocks noChangeArrowheads="1"/>
          </p:cNvSpPr>
          <p:nvPr/>
        </p:nvSpPr>
        <p:spPr bwMode="auto">
          <a:xfrm>
            <a:off x="6324600" y="54530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53</a:t>
            </a:r>
          </a:p>
        </p:txBody>
      </p:sp>
      <p:sp>
        <p:nvSpPr>
          <p:cNvPr id="96281" name="AutoShape 25">
            <a:extLst>
              <a:ext uri="{FF2B5EF4-FFF2-40B4-BE49-F238E27FC236}">
                <a16:creationId xmlns:a16="http://schemas.microsoft.com/office/drawing/2014/main" id="{A29E08A2-BC44-F822-493F-7D874BCF1EFF}"/>
              </a:ext>
            </a:extLst>
          </p:cNvPr>
          <p:cNvSpPr>
            <a:spLocks/>
          </p:cNvSpPr>
          <p:nvPr/>
        </p:nvSpPr>
        <p:spPr bwMode="auto">
          <a:xfrm rot="16200000">
            <a:off x="2743200" y="2209800"/>
            <a:ext cx="533400" cy="2057400"/>
          </a:xfrm>
          <a:prstGeom prst="leftBrace">
            <a:avLst>
              <a:gd name="adj1" fmla="val 32143"/>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Text Box 2">
            <a:extLst>
              <a:ext uri="{FF2B5EF4-FFF2-40B4-BE49-F238E27FC236}">
                <a16:creationId xmlns:a16="http://schemas.microsoft.com/office/drawing/2014/main" id="{2952BE01-58FC-B8B1-A119-F93CBA1BF98C}"/>
              </a:ext>
            </a:extLst>
          </p:cNvPr>
          <p:cNvSpPr txBox="1">
            <a:spLocks noChangeArrowheads="1"/>
          </p:cNvSpPr>
          <p:nvPr/>
        </p:nvSpPr>
        <p:spPr bwMode="auto">
          <a:xfrm>
            <a:off x="1905000" y="1719264"/>
            <a:ext cx="6324600" cy="30813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800"/>
              <a:t>Search right subarray:</a:t>
            </a:r>
          </a:p>
          <a:p>
            <a:endParaRPr lang="en-US" altLang="en-US" sz="2800"/>
          </a:p>
          <a:p>
            <a:endParaRPr lang="en-US" altLang="en-US" sz="2800"/>
          </a:p>
          <a:p>
            <a:endParaRPr lang="en-US" altLang="en-US" sz="2800"/>
          </a:p>
          <a:p>
            <a:endParaRPr lang="en-US" altLang="en-US" sz="2800"/>
          </a:p>
          <a:p>
            <a:endParaRPr lang="en-US" altLang="en-US" sz="2800"/>
          </a:p>
          <a:p>
            <a:endParaRPr lang="en-US" altLang="en-US" sz="2800"/>
          </a:p>
        </p:txBody>
      </p:sp>
      <p:sp>
        <p:nvSpPr>
          <p:cNvPr id="97283" name="Rectangle 3">
            <a:extLst>
              <a:ext uri="{FF2B5EF4-FFF2-40B4-BE49-F238E27FC236}">
                <a16:creationId xmlns:a16="http://schemas.microsoft.com/office/drawing/2014/main" id="{EDFDB567-94E4-F0BD-EDA4-8E2DF91167CB}"/>
              </a:ext>
            </a:extLst>
          </p:cNvPr>
          <p:cNvSpPr>
            <a:spLocks noGrp="1" noChangeArrowheads="1"/>
          </p:cNvSpPr>
          <p:nvPr>
            <p:ph type="title"/>
          </p:nvPr>
        </p:nvSpPr>
        <p:spPr>
          <a:xfrm>
            <a:off x="6934200" y="230468"/>
            <a:ext cx="4267200" cy="685800"/>
          </a:xfrm>
        </p:spPr>
        <p:txBody>
          <a:bodyPr/>
          <a:lstStyle/>
          <a:p>
            <a:r>
              <a:rPr lang="en-US" altLang="en-US" dirty="0"/>
              <a:t>Search for target = 7</a:t>
            </a:r>
          </a:p>
        </p:txBody>
      </p:sp>
      <p:sp>
        <p:nvSpPr>
          <p:cNvPr id="97284" name="Text Box 4">
            <a:extLst>
              <a:ext uri="{FF2B5EF4-FFF2-40B4-BE49-F238E27FC236}">
                <a16:creationId xmlns:a16="http://schemas.microsoft.com/office/drawing/2014/main" id="{BCD5DA44-3D8B-8F33-59E8-D114A033F73E}"/>
              </a:ext>
            </a:extLst>
          </p:cNvPr>
          <p:cNvSpPr txBox="1">
            <a:spLocks noChangeArrowheads="1"/>
          </p:cNvSpPr>
          <p:nvPr/>
        </p:nvSpPr>
        <p:spPr bwMode="auto">
          <a:xfrm>
            <a:off x="1905000" y="3657601"/>
            <a:ext cx="3480440" cy="31085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800"/>
              <a:t>Search right subtree:</a:t>
            </a:r>
          </a:p>
          <a:p>
            <a:endParaRPr lang="en-US" altLang="en-US" sz="2800"/>
          </a:p>
          <a:p>
            <a:endParaRPr lang="en-US" altLang="en-US" sz="2800"/>
          </a:p>
          <a:p>
            <a:endParaRPr lang="en-US" altLang="en-US" sz="2800"/>
          </a:p>
          <a:p>
            <a:endParaRPr lang="en-US" altLang="en-US" sz="2800"/>
          </a:p>
          <a:p>
            <a:endParaRPr lang="en-US" altLang="en-US" sz="2800"/>
          </a:p>
          <a:p>
            <a:endParaRPr lang="en-US" altLang="en-US" sz="2800"/>
          </a:p>
        </p:txBody>
      </p:sp>
      <p:sp>
        <p:nvSpPr>
          <p:cNvPr id="97285" name="Rectangle 5">
            <a:extLst>
              <a:ext uri="{FF2B5EF4-FFF2-40B4-BE49-F238E27FC236}">
                <a16:creationId xmlns:a16="http://schemas.microsoft.com/office/drawing/2014/main" id="{D31D07A4-7A56-898D-CD6B-620EE0C7F508}"/>
              </a:ext>
            </a:extLst>
          </p:cNvPr>
          <p:cNvSpPr>
            <a:spLocks noChangeArrowheads="1"/>
          </p:cNvSpPr>
          <p:nvPr/>
        </p:nvSpPr>
        <p:spPr bwMode="auto">
          <a:xfrm>
            <a:off x="1981200" y="2322514"/>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a:t>
            </a:r>
          </a:p>
        </p:txBody>
      </p:sp>
      <p:sp>
        <p:nvSpPr>
          <p:cNvPr id="97286" name="Rectangle 6">
            <a:extLst>
              <a:ext uri="{FF2B5EF4-FFF2-40B4-BE49-F238E27FC236}">
                <a16:creationId xmlns:a16="http://schemas.microsoft.com/office/drawing/2014/main" id="{C298313B-298A-B825-1085-13EF38CF4CCD}"/>
              </a:ext>
            </a:extLst>
          </p:cNvPr>
          <p:cNvSpPr>
            <a:spLocks noChangeArrowheads="1"/>
          </p:cNvSpPr>
          <p:nvPr/>
        </p:nvSpPr>
        <p:spPr bwMode="auto">
          <a:xfrm>
            <a:off x="2667000" y="2322514"/>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6</a:t>
            </a:r>
          </a:p>
        </p:txBody>
      </p:sp>
      <p:sp>
        <p:nvSpPr>
          <p:cNvPr id="97287" name="Rectangle 7">
            <a:extLst>
              <a:ext uri="{FF2B5EF4-FFF2-40B4-BE49-F238E27FC236}">
                <a16:creationId xmlns:a16="http://schemas.microsoft.com/office/drawing/2014/main" id="{1ED3FD89-6C54-34E8-5080-1F366B07A98E}"/>
              </a:ext>
            </a:extLst>
          </p:cNvPr>
          <p:cNvSpPr>
            <a:spLocks noChangeArrowheads="1"/>
          </p:cNvSpPr>
          <p:nvPr/>
        </p:nvSpPr>
        <p:spPr bwMode="auto">
          <a:xfrm>
            <a:off x="3352800" y="2322514"/>
            <a:ext cx="685800" cy="573087"/>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7</a:t>
            </a:r>
          </a:p>
        </p:txBody>
      </p:sp>
      <p:sp>
        <p:nvSpPr>
          <p:cNvPr id="97288" name="Rectangle 8">
            <a:extLst>
              <a:ext uri="{FF2B5EF4-FFF2-40B4-BE49-F238E27FC236}">
                <a16:creationId xmlns:a16="http://schemas.microsoft.com/office/drawing/2014/main" id="{60468860-B666-B46E-0EEE-AE74CE4160A9}"/>
              </a:ext>
            </a:extLst>
          </p:cNvPr>
          <p:cNvSpPr>
            <a:spLocks noChangeArrowheads="1"/>
          </p:cNvSpPr>
          <p:nvPr/>
        </p:nvSpPr>
        <p:spPr bwMode="auto">
          <a:xfrm>
            <a:off x="4038600" y="2322514"/>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11</a:t>
            </a:r>
          </a:p>
        </p:txBody>
      </p:sp>
      <p:sp>
        <p:nvSpPr>
          <p:cNvPr id="97289" name="Rectangle 9">
            <a:extLst>
              <a:ext uri="{FF2B5EF4-FFF2-40B4-BE49-F238E27FC236}">
                <a16:creationId xmlns:a16="http://schemas.microsoft.com/office/drawing/2014/main" id="{27BE1306-3C61-ED3A-7408-E398739239DB}"/>
              </a:ext>
            </a:extLst>
          </p:cNvPr>
          <p:cNvSpPr>
            <a:spLocks noChangeArrowheads="1"/>
          </p:cNvSpPr>
          <p:nvPr/>
        </p:nvSpPr>
        <p:spPr bwMode="auto">
          <a:xfrm>
            <a:off x="4724400" y="2322514"/>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32</a:t>
            </a:r>
          </a:p>
        </p:txBody>
      </p:sp>
      <p:sp>
        <p:nvSpPr>
          <p:cNvPr id="97290" name="Rectangle 10">
            <a:extLst>
              <a:ext uri="{FF2B5EF4-FFF2-40B4-BE49-F238E27FC236}">
                <a16:creationId xmlns:a16="http://schemas.microsoft.com/office/drawing/2014/main" id="{AC341DC2-9541-6891-F6F1-E7E8A1A0CE35}"/>
              </a:ext>
            </a:extLst>
          </p:cNvPr>
          <p:cNvSpPr>
            <a:spLocks noChangeArrowheads="1"/>
          </p:cNvSpPr>
          <p:nvPr/>
        </p:nvSpPr>
        <p:spPr bwMode="auto">
          <a:xfrm>
            <a:off x="5410200" y="2322514"/>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33</a:t>
            </a:r>
          </a:p>
        </p:txBody>
      </p:sp>
      <p:sp>
        <p:nvSpPr>
          <p:cNvPr id="97291" name="Rectangle 11">
            <a:extLst>
              <a:ext uri="{FF2B5EF4-FFF2-40B4-BE49-F238E27FC236}">
                <a16:creationId xmlns:a16="http://schemas.microsoft.com/office/drawing/2014/main" id="{0DE49B47-6E75-9D41-4FED-EDF75664161E}"/>
              </a:ext>
            </a:extLst>
          </p:cNvPr>
          <p:cNvSpPr>
            <a:spLocks noChangeArrowheads="1"/>
          </p:cNvSpPr>
          <p:nvPr/>
        </p:nvSpPr>
        <p:spPr bwMode="auto">
          <a:xfrm>
            <a:off x="6096000" y="2322514"/>
            <a:ext cx="685800" cy="573087"/>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53</a:t>
            </a:r>
          </a:p>
        </p:txBody>
      </p:sp>
      <p:sp>
        <p:nvSpPr>
          <p:cNvPr id="97292" name="Line 12">
            <a:extLst>
              <a:ext uri="{FF2B5EF4-FFF2-40B4-BE49-F238E27FC236}">
                <a16:creationId xmlns:a16="http://schemas.microsoft.com/office/drawing/2014/main" id="{15A638BC-42CD-BE0C-A0FF-9517912A2C51}"/>
              </a:ext>
            </a:extLst>
          </p:cNvPr>
          <p:cNvSpPr>
            <a:spLocks noChangeShapeType="1"/>
          </p:cNvSpPr>
          <p:nvPr/>
        </p:nvSpPr>
        <p:spPr bwMode="auto">
          <a:xfrm flipH="1">
            <a:off x="3690939" y="4519614"/>
            <a:ext cx="966787" cy="3651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7293" name="Line 13">
            <a:extLst>
              <a:ext uri="{FF2B5EF4-FFF2-40B4-BE49-F238E27FC236}">
                <a16:creationId xmlns:a16="http://schemas.microsoft.com/office/drawing/2014/main" id="{EF1628F7-20FA-8864-6EF1-2BC1B9349D58}"/>
              </a:ext>
            </a:extLst>
          </p:cNvPr>
          <p:cNvSpPr>
            <a:spLocks noChangeShapeType="1"/>
          </p:cNvSpPr>
          <p:nvPr/>
        </p:nvSpPr>
        <p:spPr bwMode="auto">
          <a:xfrm>
            <a:off x="4943475" y="4519614"/>
            <a:ext cx="966788" cy="42703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7294" name="Line 14">
            <a:extLst>
              <a:ext uri="{FF2B5EF4-FFF2-40B4-BE49-F238E27FC236}">
                <a16:creationId xmlns:a16="http://schemas.microsoft.com/office/drawing/2014/main" id="{AB9A2E74-4466-D644-1407-167353BA3DDD}"/>
              </a:ext>
            </a:extLst>
          </p:cNvPr>
          <p:cNvSpPr>
            <a:spLocks noChangeShapeType="1"/>
          </p:cNvSpPr>
          <p:nvPr/>
        </p:nvSpPr>
        <p:spPr bwMode="auto">
          <a:xfrm flipH="1">
            <a:off x="3065463" y="5006976"/>
            <a:ext cx="398462" cy="60801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7295" name="Line 15">
            <a:extLst>
              <a:ext uri="{FF2B5EF4-FFF2-40B4-BE49-F238E27FC236}">
                <a16:creationId xmlns:a16="http://schemas.microsoft.com/office/drawing/2014/main" id="{0F2A167C-83C8-F808-47D8-AFEF75BF3640}"/>
              </a:ext>
            </a:extLst>
          </p:cNvPr>
          <p:cNvSpPr>
            <a:spLocks noChangeShapeType="1"/>
          </p:cNvSpPr>
          <p:nvPr/>
        </p:nvSpPr>
        <p:spPr bwMode="auto">
          <a:xfrm>
            <a:off x="3633788" y="5006975"/>
            <a:ext cx="569912" cy="668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7296" name="Line 16">
            <a:extLst>
              <a:ext uri="{FF2B5EF4-FFF2-40B4-BE49-F238E27FC236}">
                <a16:creationId xmlns:a16="http://schemas.microsoft.com/office/drawing/2014/main" id="{AABCFBF3-02B9-02D4-EAA8-C7E5EEC46A40}"/>
              </a:ext>
            </a:extLst>
          </p:cNvPr>
          <p:cNvSpPr>
            <a:spLocks noChangeShapeType="1"/>
          </p:cNvSpPr>
          <p:nvPr/>
        </p:nvSpPr>
        <p:spPr bwMode="auto">
          <a:xfrm flipH="1">
            <a:off x="5397501" y="4824414"/>
            <a:ext cx="627063" cy="91122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7297" name="Line 17">
            <a:extLst>
              <a:ext uri="{FF2B5EF4-FFF2-40B4-BE49-F238E27FC236}">
                <a16:creationId xmlns:a16="http://schemas.microsoft.com/office/drawing/2014/main" id="{FC0A1E09-6116-39E0-8B99-D13704A65A08}"/>
              </a:ext>
            </a:extLst>
          </p:cNvPr>
          <p:cNvSpPr>
            <a:spLocks noChangeShapeType="1"/>
          </p:cNvSpPr>
          <p:nvPr/>
        </p:nvSpPr>
        <p:spPr bwMode="auto">
          <a:xfrm>
            <a:off x="6024564" y="4824413"/>
            <a:ext cx="625475" cy="850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97298" name="Rectangle 18">
            <a:extLst>
              <a:ext uri="{FF2B5EF4-FFF2-40B4-BE49-F238E27FC236}">
                <a16:creationId xmlns:a16="http://schemas.microsoft.com/office/drawing/2014/main" id="{5D3B0A1E-72A1-1AC4-4B6D-CD011A7CF639}"/>
              </a:ext>
            </a:extLst>
          </p:cNvPr>
          <p:cNvSpPr>
            <a:spLocks noChangeArrowheads="1"/>
          </p:cNvSpPr>
          <p:nvPr/>
        </p:nvSpPr>
        <p:spPr bwMode="auto">
          <a:xfrm>
            <a:off x="2667000" y="5492750"/>
            <a:ext cx="609600" cy="52705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a:t>
            </a:r>
          </a:p>
        </p:txBody>
      </p:sp>
      <p:sp>
        <p:nvSpPr>
          <p:cNvPr id="97299" name="Rectangle 19">
            <a:extLst>
              <a:ext uri="{FF2B5EF4-FFF2-40B4-BE49-F238E27FC236}">
                <a16:creationId xmlns:a16="http://schemas.microsoft.com/office/drawing/2014/main" id="{66B9AD48-5D07-6EEF-23A5-21DAE0D5BC18}"/>
              </a:ext>
            </a:extLst>
          </p:cNvPr>
          <p:cNvSpPr>
            <a:spLocks noChangeArrowheads="1"/>
          </p:cNvSpPr>
          <p:nvPr/>
        </p:nvSpPr>
        <p:spPr bwMode="auto">
          <a:xfrm>
            <a:off x="3276600" y="46021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6</a:t>
            </a:r>
          </a:p>
        </p:txBody>
      </p:sp>
      <p:sp>
        <p:nvSpPr>
          <p:cNvPr id="97300" name="Rectangle 20">
            <a:extLst>
              <a:ext uri="{FF2B5EF4-FFF2-40B4-BE49-F238E27FC236}">
                <a16:creationId xmlns:a16="http://schemas.microsoft.com/office/drawing/2014/main" id="{A9025DCF-1DD4-9D84-C5F4-185010A374B8}"/>
              </a:ext>
            </a:extLst>
          </p:cNvPr>
          <p:cNvSpPr>
            <a:spLocks noChangeArrowheads="1"/>
          </p:cNvSpPr>
          <p:nvPr/>
        </p:nvSpPr>
        <p:spPr bwMode="auto">
          <a:xfrm>
            <a:off x="3886200" y="5492750"/>
            <a:ext cx="609600" cy="52705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7</a:t>
            </a:r>
          </a:p>
        </p:txBody>
      </p:sp>
      <p:sp>
        <p:nvSpPr>
          <p:cNvPr id="97301" name="Rectangle 21">
            <a:extLst>
              <a:ext uri="{FF2B5EF4-FFF2-40B4-BE49-F238E27FC236}">
                <a16:creationId xmlns:a16="http://schemas.microsoft.com/office/drawing/2014/main" id="{3334A3A6-56F0-D5C6-F7B9-2D508A40EF12}"/>
              </a:ext>
            </a:extLst>
          </p:cNvPr>
          <p:cNvSpPr>
            <a:spLocks noChangeArrowheads="1"/>
          </p:cNvSpPr>
          <p:nvPr/>
        </p:nvSpPr>
        <p:spPr bwMode="auto">
          <a:xfrm>
            <a:off x="4495800" y="4216400"/>
            <a:ext cx="609600" cy="527050"/>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11</a:t>
            </a:r>
          </a:p>
        </p:txBody>
      </p:sp>
      <p:sp>
        <p:nvSpPr>
          <p:cNvPr id="97302" name="Rectangle 22">
            <a:extLst>
              <a:ext uri="{FF2B5EF4-FFF2-40B4-BE49-F238E27FC236}">
                <a16:creationId xmlns:a16="http://schemas.microsoft.com/office/drawing/2014/main" id="{EEC891A1-2B31-5DA0-C187-D0C2C13299C6}"/>
              </a:ext>
            </a:extLst>
          </p:cNvPr>
          <p:cNvSpPr>
            <a:spLocks noChangeArrowheads="1"/>
          </p:cNvSpPr>
          <p:nvPr/>
        </p:nvSpPr>
        <p:spPr bwMode="auto">
          <a:xfrm>
            <a:off x="5105400" y="54530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32</a:t>
            </a:r>
          </a:p>
        </p:txBody>
      </p:sp>
      <p:sp>
        <p:nvSpPr>
          <p:cNvPr id="97303" name="Rectangle 23">
            <a:extLst>
              <a:ext uri="{FF2B5EF4-FFF2-40B4-BE49-F238E27FC236}">
                <a16:creationId xmlns:a16="http://schemas.microsoft.com/office/drawing/2014/main" id="{CBE14701-6B53-1D2B-38F8-94C470EB869A}"/>
              </a:ext>
            </a:extLst>
          </p:cNvPr>
          <p:cNvSpPr>
            <a:spLocks noChangeArrowheads="1"/>
          </p:cNvSpPr>
          <p:nvPr/>
        </p:nvSpPr>
        <p:spPr bwMode="auto">
          <a:xfrm>
            <a:off x="5715000" y="46021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33</a:t>
            </a:r>
          </a:p>
        </p:txBody>
      </p:sp>
      <p:sp>
        <p:nvSpPr>
          <p:cNvPr id="97304" name="Rectangle 24">
            <a:extLst>
              <a:ext uri="{FF2B5EF4-FFF2-40B4-BE49-F238E27FC236}">
                <a16:creationId xmlns:a16="http://schemas.microsoft.com/office/drawing/2014/main" id="{7D4ADC05-2683-0BF2-3B88-08AA0333542C}"/>
              </a:ext>
            </a:extLst>
          </p:cNvPr>
          <p:cNvSpPr>
            <a:spLocks noChangeArrowheads="1"/>
          </p:cNvSpPr>
          <p:nvPr/>
        </p:nvSpPr>
        <p:spPr bwMode="auto">
          <a:xfrm>
            <a:off x="6324600" y="5453063"/>
            <a:ext cx="609600" cy="525462"/>
          </a:xfrm>
          <a:prstGeom prst="rect">
            <a:avLst/>
          </a:prstGeom>
          <a:solidFill>
            <a:schemeClr val="bg2"/>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2800"/>
              <a:t>53</a:t>
            </a:r>
          </a:p>
        </p:txBody>
      </p:sp>
      <p:sp>
        <p:nvSpPr>
          <p:cNvPr id="97305" name="AutoShape 25">
            <a:extLst>
              <a:ext uri="{FF2B5EF4-FFF2-40B4-BE49-F238E27FC236}">
                <a16:creationId xmlns:a16="http://schemas.microsoft.com/office/drawing/2014/main" id="{1AB6194E-BEFB-54E7-F693-A77BD0773585}"/>
              </a:ext>
            </a:extLst>
          </p:cNvPr>
          <p:cNvSpPr>
            <a:spLocks/>
          </p:cNvSpPr>
          <p:nvPr/>
        </p:nvSpPr>
        <p:spPr bwMode="auto">
          <a:xfrm rot="16200000">
            <a:off x="3429000" y="2895600"/>
            <a:ext cx="533400" cy="685800"/>
          </a:xfrm>
          <a:prstGeom prst="leftBrace">
            <a:avLst>
              <a:gd name="adj1" fmla="val 10714"/>
              <a:gd name="adj2" fmla="val 50000"/>
            </a:avLst>
          </a:prstGeom>
          <a:noFill/>
          <a:ln w="2857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2">
            <a:extLst>
              <a:ext uri="{FF2B5EF4-FFF2-40B4-BE49-F238E27FC236}">
                <a16:creationId xmlns:a16="http://schemas.microsoft.com/office/drawing/2014/main" id="{1FC8794A-5C7F-ABDD-DA02-2DB09FA1D9BF}"/>
              </a:ext>
            </a:extLst>
          </p:cNvPr>
          <p:cNvSpPr>
            <a:spLocks noGrp="1" noChangeArrowheads="1"/>
          </p:cNvSpPr>
          <p:nvPr>
            <p:ph type="title"/>
          </p:nvPr>
        </p:nvSpPr>
        <p:spPr/>
        <p:txBody>
          <a:bodyPr/>
          <a:lstStyle/>
          <a:p>
            <a:r>
              <a:rPr lang="en-US" altLang="en-US" dirty="0"/>
              <a:t>Binary Search: Analysis</a:t>
            </a:r>
          </a:p>
        </p:txBody>
      </p:sp>
      <p:sp>
        <p:nvSpPr>
          <p:cNvPr id="98307" name="Rectangle 3">
            <a:extLst>
              <a:ext uri="{FF2B5EF4-FFF2-40B4-BE49-F238E27FC236}">
                <a16:creationId xmlns:a16="http://schemas.microsoft.com/office/drawing/2014/main" id="{7417CA70-EC3C-1F43-7C14-6449C4582A7A}"/>
              </a:ext>
            </a:extLst>
          </p:cNvPr>
          <p:cNvSpPr>
            <a:spLocks noGrp="1" noChangeArrowheads="1"/>
          </p:cNvSpPr>
          <p:nvPr>
            <p:ph type="body" idx="1"/>
          </p:nvPr>
        </p:nvSpPr>
        <p:spPr/>
        <p:txBody>
          <a:bodyPr>
            <a:normAutofit/>
          </a:bodyPr>
          <a:lstStyle/>
          <a:p>
            <a:pPr>
              <a:lnSpc>
                <a:spcPct val="90000"/>
              </a:lnSpc>
            </a:pPr>
            <a:r>
              <a:rPr lang="en-US" altLang="en-US" sz="3600" dirty="0"/>
              <a:t>Worst case complexity? </a:t>
            </a:r>
          </a:p>
          <a:p>
            <a:pPr>
              <a:lnSpc>
                <a:spcPct val="90000"/>
              </a:lnSpc>
            </a:pPr>
            <a:r>
              <a:rPr lang="en-US" altLang="en-US" sz="3600" dirty="0"/>
              <a:t>What is the maximum depth of recursive calls in binary search as function of </a:t>
            </a:r>
            <a:r>
              <a:rPr lang="en-US" altLang="en-US" sz="3600" i="1" dirty="0"/>
              <a:t>n</a:t>
            </a:r>
            <a:r>
              <a:rPr lang="en-US" altLang="en-US" sz="3600" dirty="0"/>
              <a:t>?</a:t>
            </a:r>
          </a:p>
          <a:p>
            <a:pPr>
              <a:lnSpc>
                <a:spcPct val="90000"/>
              </a:lnSpc>
            </a:pPr>
            <a:r>
              <a:rPr lang="en-US" altLang="en-US" sz="3600" dirty="0"/>
              <a:t>Each level in the recursion, we split the array in half (divide by two). </a:t>
            </a:r>
          </a:p>
          <a:p>
            <a:pPr>
              <a:lnSpc>
                <a:spcPct val="90000"/>
              </a:lnSpc>
            </a:pPr>
            <a:r>
              <a:rPr lang="en-US" altLang="en-US" sz="3600" dirty="0"/>
              <a:t>Therefore maximum recursion depth is floor(log</a:t>
            </a:r>
            <a:r>
              <a:rPr lang="en-US" altLang="en-US" sz="3600" baseline="-25000" dirty="0"/>
              <a:t>2</a:t>
            </a:r>
            <a:r>
              <a:rPr lang="en-US" altLang="en-US" sz="3600" i="1" dirty="0"/>
              <a:t>n</a:t>
            </a:r>
            <a:r>
              <a:rPr lang="en-US" altLang="en-US" sz="3600" dirty="0"/>
              <a:t>) and worst case = O(log</a:t>
            </a:r>
            <a:r>
              <a:rPr lang="en-US" altLang="en-US" sz="3600" baseline="-25000" dirty="0"/>
              <a:t>2</a:t>
            </a:r>
            <a:r>
              <a:rPr lang="en-US" altLang="en-US" sz="3600" i="1" dirty="0"/>
              <a:t>n</a:t>
            </a:r>
            <a:r>
              <a:rPr lang="en-US" altLang="en-US" sz="3600" dirty="0"/>
              <a:t>).</a:t>
            </a:r>
          </a:p>
          <a:p>
            <a:pPr>
              <a:lnSpc>
                <a:spcPct val="90000"/>
              </a:lnSpc>
            </a:pPr>
            <a:r>
              <a:rPr lang="en-US" altLang="en-US" sz="3600" dirty="0"/>
              <a:t>Average case is also = O(log</a:t>
            </a:r>
            <a:r>
              <a:rPr lang="en-US" altLang="en-US" sz="3600" baseline="-25000" dirty="0"/>
              <a:t>2</a:t>
            </a:r>
            <a:r>
              <a:rPr lang="en-US" altLang="en-US" sz="3600" i="1" dirty="0"/>
              <a:t>n</a:t>
            </a:r>
            <a:r>
              <a:rPr lang="en-US" altLang="en-US" sz="3600" dirty="0"/>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Rectangle 2">
            <a:extLst>
              <a:ext uri="{FF2B5EF4-FFF2-40B4-BE49-F238E27FC236}">
                <a16:creationId xmlns:a16="http://schemas.microsoft.com/office/drawing/2014/main" id="{55B27D29-FA5A-9548-9A16-867ED3096C28}"/>
              </a:ext>
            </a:extLst>
          </p:cNvPr>
          <p:cNvSpPr>
            <a:spLocks noGrp="1" noChangeArrowheads="1"/>
          </p:cNvSpPr>
          <p:nvPr>
            <p:ph type="title"/>
          </p:nvPr>
        </p:nvSpPr>
        <p:spPr/>
        <p:txBody>
          <a:bodyPr>
            <a:normAutofit fontScale="90000"/>
          </a:bodyPr>
          <a:lstStyle/>
          <a:p>
            <a:r>
              <a:rPr lang="en-US" altLang="en-US"/>
              <a:t>Can we do better than O(log</a:t>
            </a:r>
            <a:r>
              <a:rPr lang="en-US" altLang="en-US" baseline="-25000"/>
              <a:t>2</a:t>
            </a:r>
            <a:r>
              <a:rPr lang="en-US" altLang="en-US"/>
              <a:t>n)?</a:t>
            </a:r>
          </a:p>
        </p:txBody>
      </p:sp>
      <p:sp>
        <p:nvSpPr>
          <p:cNvPr id="99331" name="Rectangle 3">
            <a:extLst>
              <a:ext uri="{FF2B5EF4-FFF2-40B4-BE49-F238E27FC236}">
                <a16:creationId xmlns:a16="http://schemas.microsoft.com/office/drawing/2014/main" id="{9655B5BC-B761-E605-3041-4BF80B7B18BA}"/>
              </a:ext>
            </a:extLst>
          </p:cNvPr>
          <p:cNvSpPr>
            <a:spLocks noGrp="1" noChangeArrowheads="1"/>
          </p:cNvSpPr>
          <p:nvPr>
            <p:ph type="body" idx="1"/>
          </p:nvPr>
        </p:nvSpPr>
        <p:spPr>
          <a:xfrm>
            <a:off x="502025" y="1613647"/>
            <a:ext cx="11062446" cy="4482353"/>
          </a:xfrm>
        </p:spPr>
        <p:txBody>
          <a:bodyPr>
            <a:normAutofit/>
          </a:bodyPr>
          <a:lstStyle/>
          <a:p>
            <a:r>
              <a:rPr lang="en-US" altLang="en-US" sz="3600" dirty="0"/>
              <a:t>Average and worst case of serial search = O(n)</a:t>
            </a:r>
          </a:p>
          <a:p>
            <a:r>
              <a:rPr lang="en-US" altLang="en-US" sz="3600" dirty="0"/>
              <a:t>Average and worst case of binary search = O(log</a:t>
            </a:r>
            <a:r>
              <a:rPr lang="en-US" altLang="en-US" sz="3600" baseline="-25000" dirty="0"/>
              <a:t>2</a:t>
            </a:r>
            <a:r>
              <a:rPr lang="en-US" altLang="en-US" sz="3600" dirty="0"/>
              <a:t>n)</a:t>
            </a:r>
          </a:p>
          <a:p>
            <a:endParaRPr lang="en-US" altLang="en-US" sz="3600" dirty="0"/>
          </a:p>
          <a:p>
            <a:r>
              <a:rPr lang="en-US" altLang="en-US" sz="3600" dirty="0"/>
              <a:t>Can we do better than this? </a:t>
            </a:r>
          </a:p>
          <a:p>
            <a:pPr lvl="1">
              <a:buFontTx/>
              <a:buNone/>
            </a:pPr>
            <a:endParaRPr lang="en-US" altLang="en-US" sz="3200" dirty="0"/>
          </a:p>
          <a:p>
            <a:pPr lvl="1">
              <a:buFontTx/>
              <a:buNone/>
            </a:pPr>
            <a:r>
              <a:rPr lang="en-US" altLang="en-US" sz="4000" dirty="0">
                <a:solidFill>
                  <a:schemeClr val="tx2"/>
                </a:solidFill>
              </a:rPr>
              <a:t>YES.  Use a hash table!</a:t>
            </a:r>
            <a:endParaRPr lang="en-US" altLang="en-US" sz="40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a:extLst>
              <a:ext uri="{FF2B5EF4-FFF2-40B4-BE49-F238E27FC236}">
                <a16:creationId xmlns:a16="http://schemas.microsoft.com/office/drawing/2014/main" id="{903C2F53-7457-7E94-0040-CE13C988636F}"/>
              </a:ext>
            </a:extLst>
          </p:cNvPr>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altLang="en-US"/>
              <a:t>What is a Hash Table ?</a:t>
            </a:r>
          </a:p>
        </p:txBody>
      </p:sp>
      <p:sp>
        <p:nvSpPr>
          <p:cNvPr id="8195" name="Rectangle 3">
            <a:extLst>
              <a:ext uri="{FF2B5EF4-FFF2-40B4-BE49-F238E27FC236}">
                <a16:creationId xmlns:a16="http://schemas.microsoft.com/office/drawing/2014/main" id="{D4445F00-3EA2-D30B-0CB9-C0B86F2DFA96}"/>
              </a:ext>
            </a:extLst>
          </p:cNvPr>
          <p:cNvSpPr>
            <a:spLocks noGrp="1" noChangeArrowheads="1"/>
          </p:cNvSpPr>
          <p:nvPr>
            <p:ph type="body" sz="half" idx="1"/>
          </p:nvPr>
        </p:nvSpPr>
        <p:spPr>
          <a:xfrm>
            <a:off x="770965" y="1385886"/>
            <a:ext cx="11421035" cy="4710114"/>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sz="3200" dirty="0"/>
              <a:t>The simplest kind of hash table is an array of records.</a:t>
            </a:r>
          </a:p>
          <a:p>
            <a:r>
              <a:rPr lang="en-US" altLang="en-US" sz="3200" dirty="0"/>
              <a:t>This example has 701 records.</a:t>
            </a:r>
          </a:p>
        </p:txBody>
      </p:sp>
      <p:sp>
        <p:nvSpPr>
          <p:cNvPr id="8196" name="Rectangle 4">
            <a:extLst>
              <a:ext uri="{FF2B5EF4-FFF2-40B4-BE49-F238E27FC236}">
                <a16:creationId xmlns:a16="http://schemas.microsoft.com/office/drawing/2014/main" id="{D41605C7-3C64-354A-447D-803AE38BAE70}"/>
              </a:ext>
            </a:extLst>
          </p:cNvPr>
          <p:cNvSpPr>
            <a:spLocks noChangeArrowheads="1"/>
          </p:cNvSpPr>
          <p:nvPr/>
        </p:nvSpPr>
        <p:spPr bwMode="auto">
          <a:xfrm>
            <a:off x="2101946" y="3768731"/>
            <a:ext cx="6046787" cy="785813"/>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p>
        </p:txBody>
      </p:sp>
      <p:sp>
        <p:nvSpPr>
          <p:cNvPr id="8197" name="Line 5">
            <a:extLst>
              <a:ext uri="{FF2B5EF4-FFF2-40B4-BE49-F238E27FC236}">
                <a16:creationId xmlns:a16="http://schemas.microsoft.com/office/drawing/2014/main" id="{DA34BE90-F80A-F9BF-39D6-1AB7E40ADA90}"/>
              </a:ext>
            </a:extLst>
          </p:cNvPr>
          <p:cNvSpPr>
            <a:spLocks noChangeShapeType="1"/>
          </p:cNvSpPr>
          <p:nvPr/>
        </p:nvSpPr>
        <p:spPr bwMode="auto">
          <a:xfrm>
            <a:off x="3014757" y="3765556"/>
            <a:ext cx="0"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8198" name="Line 6">
            <a:extLst>
              <a:ext uri="{FF2B5EF4-FFF2-40B4-BE49-F238E27FC236}">
                <a16:creationId xmlns:a16="http://schemas.microsoft.com/office/drawing/2014/main" id="{E5FD17DD-1C59-65C3-EA7A-61F2672A680C}"/>
              </a:ext>
            </a:extLst>
          </p:cNvPr>
          <p:cNvSpPr>
            <a:spLocks noChangeShapeType="1"/>
          </p:cNvSpPr>
          <p:nvPr/>
        </p:nvSpPr>
        <p:spPr bwMode="auto">
          <a:xfrm>
            <a:off x="3929157" y="3765556"/>
            <a:ext cx="0"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8199" name="Line 7">
            <a:extLst>
              <a:ext uri="{FF2B5EF4-FFF2-40B4-BE49-F238E27FC236}">
                <a16:creationId xmlns:a16="http://schemas.microsoft.com/office/drawing/2014/main" id="{66791482-17ED-1A0F-F88D-F69EE686D2DB}"/>
              </a:ext>
            </a:extLst>
          </p:cNvPr>
          <p:cNvSpPr>
            <a:spLocks noChangeShapeType="1"/>
          </p:cNvSpPr>
          <p:nvPr/>
        </p:nvSpPr>
        <p:spPr bwMode="auto">
          <a:xfrm>
            <a:off x="4841971" y="3765556"/>
            <a:ext cx="1587"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8200" name="Line 8">
            <a:extLst>
              <a:ext uri="{FF2B5EF4-FFF2-40B4-BE49-F238E27FC236}">
                <a16:creationId xmlns:a16="http://schemas.microsoft.com/office/drawing/2014/main" id="{16692737-5A39-32AC-E406-227FDCA4AE9E}"/>
              </a:ext>
            </a:extLst>
          </p:cNvPr>
          <p:cNvSpPr>
            <a:spLocks noChangeShapeType="1"/>
          </p:cNvSpPr>
          <p:nvPr/>
        </p:nvSpPr>
        <p:spPr bwMode="auto">
          <a:xfrm>
            <a:off x="5757957" y="3768731"/>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8201" name="Line 9">
            <a:extLst>
              <a:ext uri="{FF2B5EF4-FFF2-40B4-BE49-F238E27FC236}">
                <a16:creationId xmlns:a16="http://schemas.microsoft.com/office/drawing/2014/main" id="{DE3D6B25-9D4A-53AC-19C9-FAC1EB2D12C7}"/>
              </a:ext>
            </a:extLst>
          </p:cNvPr>
          <p:cNvSpPr>
            <a:spLocks noChangeShapeType="1"/>
          </p:cNvSpPr>
          <p:nvPr/>
        </p:nvSpPr>
        <p:spPr bwMode="auto">
          <a:xfrm>
            <a:off x="6672357" y="3768731"/>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8202" name="Line 10">
            <a:extLst>
              <a:ext uri="{FF2B5EF4-FFF2-40B4-BE49-F238E27FC236}">
                <a16:creationId xmlns:a16="http://schemas.microsoft.com/office/drawing/2014/main" id="{24775725-6767-085F-1656-4A3607B5868F}"/>
              </a:ext>
            </a:extLst>
          </p:cNvPr>
          <p:cNvSpPr>
            <a:spLocks noChangeShapeType="1"/>
          </p:cNvSpPr>
          <p:nvPr/>
        </p:nvSpPr>
        <p:spPr bwMode="auto">
          <a:xfrm>
            <a:off x="7586757" y="3763968"/>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sz="2800"/>
          </a:p>
        </p:txBody>
      </p:sp>
      <p:sp>
        <p:nvSpPr>
          <p:cNvPr id="8203" name="Rectangle 11">
            <a:extLst>
              <a:ext uri="{FF2B5EF4-FFF2-40B4-BE49-F238E27FC236}">
                <a16:creationId xmlns:a16="http://schemas.microsoft.com/office/drawing/2014/main" id="{E72A8B43-46F2-C4E2-D462-47A34589C9C0}"/>
              </a:ext>
            </a:extLst>
          </p:cNvPr>
          <p:cNvSpPr>
            <a:spLocks noChangeArrowheads="1"/>
          </p:cNvSpPr>
          <p:nvPr/>
        </p:nvSpPr>
        <p:spPr bwMode="auto">
          <a:xfrm>
            <a:off x="2224182" y="3269323"/>
            <a:ext cx="822342" cy="5206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2800" b="1">
                <a:latin typeface="Arial" panose="020B0604020202020204" pitchFamily="34" charset="0"/>
              </a:rPr>
              <a:t>[ 0 ]</a:t>
            </a:r>
          </a:p>
        </p:txBody>
      </p:sp>
      <p:sp>
        <p:nvSpPr>
          <p:cNvPr id="8204" name="Rectangle 12">
            <a:extLst>
              <a:ext uri="{FF2B5EF4-FFF2-40B4-BE49-F238E27FC236}">
                <a16:creationId xmlns:a16="http://schemas.microsoft.com/office/drawing/2014/main" id="{0AB1AF5E-75BB-4E9B-22D9-11597D249C9E}"/>
              </a:ext>
            </a:extLst>
          </p:cNvPr>
          <p:cNvSpPr>
            <a:spLocks noChangeArrowheads="1"/>
          </p:cNvSpPr>
          <p:nvPr/>
        </p:nvSpPr>
        <p:spPr bwMode="auto">
          <a:xfrm>
            <a:off x="3034592" y="3269323"/>
            <a:ext cx="822342" cy="5206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2800" b="1">
                <a:latin typeface="Arial" panose="020B0604020202020204" pitchFamily="34" charset="0"/>
              </a:rPr>
              <a:t>[ 1 ]</a:t>
            </a:r>
          </a:p>
        </p:txBody>
      </p:sp>
      <p:sp>
        <p:nvSpPr>
          <p:cNvPr id="8205" name="Rectangle 13">
            <a:extLst>
              <a:ext uri="{FF2B5EF4-FFF2-40B4-BE49-F238E27FC236}">
                <a16:creationId xmlns:a16="http://schemas.microsoft.com/office/drawing/2014/main" id="{84771086-257A-F33C-F215-D4C14211D5D8}"/>
              </a:ext>
            </a:extLst>
          </p:cNvPr>
          <p:cNvSpPr>
            <a:spLocks noChangeArrowheads="1"/>
          </p:cNvSpPr>
          <p:nvPr/>
        </p:nvSpPr>
        <p:spPr bwMode="auto">
          <a:xfrm>
            <a:off x="3948992" y="3269323"/>
            <a:ext cx="822342" cy="5206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2800" b="1">
                <a:latin typeface="Arial" panose="020B0604020202020204" pitchFamily="34" charset="0"/>
              </a:rPr>
              <a:t>[ 2 ]</a:t>
            </a:r>
          </a:p>
        </p:txBody>
      </p:sp>
      <p:sp>
        <p:nvSpPr>
          <p:cNvPr id="8206" name="Rectangle 14">
            <a:extLst>
              <a:ext uri="{FF2B5EF4-FFF2-40B4-BE49-F238E27FC236}">
                <a16:creationId xmlns:a16="http://schemas.microsoft.com/office/drawing/2014/main" id="{46269EA4-AF0F-408C-12B1-31DC07C791BF}"/>
              </a:ext>
            </a:extLst>
          </p:cNvPr>
          <p:cNvSpPr>
            <a:spLocks noChangeArrowheads="1"/>
          </p:cNvSpPr>
          <p:nvPr/>
        </p:nvSpPr>
        <p:spPr bwMode="auto">
          <a:xfrm>
            <a:off x="4830055" y="3269323"/>
            <a:ext cx="822342" cy="5206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2800" b="1">
                <a:latin typeface="Arial" panose="020B0604020202020204" pitchFamily="34" charset="0"/>
              </a:rPr>
              <a:t>[ 3 ]</a:t>
            </a:r>
          </a:p>
        </p:txBody>
      </p:sp>
      <p:sp>
        <p:nvSpPr>
          <p:cNvPr id="8207" name="Rectangle 15">
            <a:extLst>
              <a:ext uri="{FF2B5EF4-FFF2-40B4-BE49-F238E27FC236}">
                <a16:creationId xmlns:a16="http://schemas.microsoft.com/office/drawing/2014/main" id="{97B0A3BF-1B15-A19A-9F57-36947076C506}"/>
              </a:ext>
            </a:extLst>
          </p:cNvPr>
          <p:cNvSpPr>
            <a:spLocks noChangeArrowheads="1"/>
          </p:cNvSpPr>
          <p:nvPr/>
        </p:nvSpPr>
        <p:spPr bwMode="auto">
          <a:xfrm>
            <a:off x="5744455" y="3269323"/>
            <a:ext cx="822342" cy="5206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2800" b="1">
                <a:latin typeface="Arial" panose="020B0604020202020204" pitchFamily="34" charset="0"/>
              </a:rPr>
              <a:t>[ 4 ]</a:t>
            </a:r>
          </a:p>
        </p:txBody>
      </p:sp>
      <p:sp>
        <p:nvSpPr>
          <p:cNvPr id="8208" name="Rectangle 16">
            <a:extLst>
              <a:ext uri="{FF2B5EF4-FFF2-40B4-BE49-F238E27FC236}">
                <a16:creationId xmlns:a16="http://schemas.microsoft.com/office/drawing/2014/main" id="{43B38F11-2109-4DAE-9EE8-F7A73F4DD16B}"/>
              </a:ext>
            </a:extLst>
          </p:cNvPr>
          <p:cNvSpPr>
            <a:spLocks noChangeArrowheads="1"/>
          </p:cNvSpPr>
          <p:nvPr/>
        </p:nvSpPr>
        <p:spPr bwMode="auto">
          <a:xfrm>
            <a:off x="6716005" y="3269323"/>
            <a:ext cx="822342" cy="5206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sz="2800" b="1">
                <a:latin typeface="Arial" panose="020B0604020202020204" pitchFamily="34" charset="0"/>
              </a:rPr>
              <a:t>[ 5 ]</a:t>
            </a:r>
          </a:p>
        </p:txBody>
      </p:sp>
      <p:sp>
        <p:nvSpPr>
          <p:cNvPr id="8210" name="Rectangle 18">
            <a:extLst>
              <a:ext uri="{FF2B5EF4-FFF2-40B4-BE49-F238E27FC236}">
                <a16:creationId xmlns:a16="http://schemas.microsoft.com/office/drawing/2014/main" id="{1FDF59EA-0534-68A2-45AD-CBAF050F3DAE}"/>
              </a:ext>
            </a:extLst>
          </p:cNvPr>
          <p:cNvSpPr>
            <a:spLocks noChangeArrowheads="1"/>
          </p:cNvSpPr>
          <p:nvPr/>
        </p:nvSpPr>
        <p:spPr bwMode="auto">
          <a:xfrm>
            <a:off x="8931370" y="3768731"/>
            <a:ext cx="901700" cy="785813"/>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sz="2800"/>
          </a:p>
        </p:txBody>
      </p:sp>
      <p:sp useBgFill="1">
        <p:nvSpPr>
          <p:cNvPr id="8211" name="Freeform 19">
            <a:extLst>
              <a:ext uri="{FF2B5EF4-FFF2-40B4-BE49-F238E27FC236}">
                <a16:creationId xmlns:a16="http://schemas.microsoft.com/office/drawing/2014/main" id="{5C6A9B6C-6CC4-1FBC-0691-35C5AF2DDF3B}"/>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8212" name="Rectangle 20">
            <a:extLst>
              <a:ext uri="{FF2B5EF4-FFF2-40B4-BE49-F238E27FC236}">
                <a16:creationId xmlns:a16="http://schemas.microsoft.com/office/drawing/2014/main" id="{D81CBCAF-DB0D-09D8-9F58-2416C2B25A32}"/>
              </a:ext>
            </a:extLst>
          </p:cNvPr>
          <p:cNvSpPr>
            <a:spLocks noChangeArrowheads="1"/>
          </p:cNvSpPr>
          <p:nvPr/>
        </p:nvSpPr>
        <p:spPr bwMode="auto">
          <a:xfrm>
            <a:off x="8174132" y="3933831"/>
            <a:ext cx="679674" cy="5206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2800" b="1">
                <a:latin typeface="Arial" panose="020B0604020202020204" pitchFamily="34" charset="0"/>
              </a:rPr>
              <a:t>. . .</a:t>
            </a:r>
          </a:p>
        </p:txBody>
      </p:sp>
      <p:sp>
        <p:nvSpPr>
          <p:cNvPr id="8213" name="Rectangle 21">
            <a:extLst>
              <a:ext uri="{FF2B5EF4-FFF2-40B4-BE49-F238E27FC236}">
                <a16:creationId xmlns:a16="http://schemas.microsoft.com/office/drawing/2014/main" id="{5E1A810F-F85D-48DE-265A-13B0679CAE8C}"/>
              </a:ext>
            </a:extLst>
          </p:cNvPr>
          <p:cNvSpPr>
            <a:spLocks noChangeArrowheads="1"/>
          </p:cNvSpPr>
          <p:nvPr/>
        </p:nvSpPr>
        <p:spPr bwMode="auto">
          <a:xfrm>
            <a:off x="9088532" y="3272498"/>
            <a:ext cx="1123707" cy="520655"/>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2800" b="1">
                <a:latin typeface="Arial" panose="020B0604020202020204" pitchFamily="34" charset="0"/>
              </a:rPr>
              <a:t>[ 700]</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EDB33946-BCED-B0BF-95B2-7A63B9C52952}"/>
              </a:ext>
            </a:extLst>
          </p:cNvPr>
          <p:cNvSpPr>
            <a:spLocks noGrp="1" noChangeArrowheads="1"/>
          </p:cNvSpPr>
          <p:nvPr>
            <p:ph type="title"/>
          </p:nvPr>
        </p:nvSpPr>
        <p:spPr>
          <a:xfrm>
            <a:off x="167723" y="868947"/>
            <a:ext cx="6080677" cy="720771"/>
          </a:xfrm>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altLang="en-US" dirty="0"/>
              <a:t>What is a Hash Table ?</a:t>
            </a:r>
          </a:p>
        </p:txBody>
      </p:sp>
      <p:sp>
        <p:nvSpPr>
          <p:cNvPr id="10243" name="Rectangle 3">
            <a:extLst>
              <a:ext uri="{FF2B5EF4-FFF2-40B4-BE49-F238E27FC236}">
                <a16:creationId xmlns:a16="http://schemas.microsoft.com/office/drawing/2014/main" id="{4A186291-52C0-FE30-E252-9EE24AAFF5FF}"/>
              </a:ext>
            </a:extLst>
          </p:cNvPr>
          <p:cNvSpPr>
            <a:spLocks noGrp="1" noChangeArrowheads="1"/>
          </p:cNvSpPr>
          <p:nvPr>
            <p:ph type="body" sz="half" idx="1"/>
          </p:nvPr>
        </p:nvSpPr>
        <p:spPr>
          <a:xfrm>
            <a:off x="2209801"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dirty="0"/>
              <a:t>Each record has a special field, called its </a:t>
            </a:r>
            <a:r>
              <a:rPr lang="en-US" altLang="en-US" u="sng" dirty="0">
                <a:solidFill>
                  <a:schemeClr val="accent2"/>
                </a:solidFill>
              </a:rPr>
              <a:t>key</a:t>
            </a:r>
            <a:r>
              <a:rPr lang="en-US" altLang="en-US" dirty="0"/>
              <a:t>.</a:t>
            </a:r>
          </a:p>
          <a:p>
            <a:r>
              <a:rPr lang="en-US" altLang="en-US" dirty="0"/>
              <a:t>In this example, the key is a long integer field called </a:t>
            </a:r>
            <a:r>
              <a:rPr lang="en-US" altLang="en-US" sz="2400" dirty="0">
                <a:latin typeface="Arial" panose="020B0604020202020204" pitchFamily="34" charset="0"/>
              </a:rPr>
              <a:t>Number</a:t>
            </a:r>
            <a:r>
              <a:rPr lang="en-US" altLang="en-US" dirty="0"/>
              <a:t>.</a:t>
            </a:r>
          </a:p>
        </p:txBody>
      </p:sp>
      <p:sp>
        <p:nvSpPr>
          <p:cNvPr id="10244" name="Rectangle 4">
            <a:extLst>
              <a:ext uri="{FF2B5EF4-FFF2-40B4-BE49-F238E27FC236}">
                <a16:creationId xmlns:a16="http://schemas.microsoft.com/office/drawing/2014/main" id="{638629F5-0210-6214-DE57-0BE294F105C6}"/>
              </a:ext>
            </a:extLst>
          </p:cNvPr>
          <p:cNvSpPr>
            <a:spLocks noChangeArrowheads="1"/>
          </p:cNvSpPr>
          <p:nvPr/>
        </p:nvSpPr>
        <p:spPr bwMode="auto">
          <a:xfrm>
            <a:off x="2586039" y="4683126"/>
            <a:ext cx="6046787" cy="785813"/>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45" name="Line 5">
            <a:extLst>
              <a:ext uri="{FF2B5EF4-FFF2-40B4-BE49-F238E27FC236}">
                <a16:creationId xmlns:a16="http://schemas.microsoft.com/office/drawing/2014/main" id="{DE1BFFD1-C624-B384-FDC2-0267FFA1C16D}"/>
              </a:ext>
            </a:extLst>
          </p:cNvPr>
          <p:cNvSpPr>
            <a:spLocks noChangeShapeType="1"/>
          </p:cNvSpPr>
          <p:nvPr/>
        </p:nvSpPr>
        <p:spPr bwMode="auto">
          <a:xfrm>
            <a:off x="3498850" y="4679951"/>
            <a:ext cx="0"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6" name="Line 6">
            <a:extLst>
              <a:ext uri="{FF2B5EF4-FFF2-40B4-BE49-F238E27FC236}">
                <a16:creationId xmlns:a16="http://schemas.microsoft.com/office/drawing/2014/main" id="{75C42AE1-8050-AE02-65D2-62FA205F808C}"/>
              </a:ext>
            </a:extLst>
          </p:cNvPr>
          <p:cNvSpPr>
            <a:spLocks noChangeShapeType="1"/>
          </p:cNvSpPr>
          <p:nvPr/>
        </p:nvSpPr>
        <p:spPr bwMode="auto">
          <a:xfrm>
            <a:off x="4413250" y="4679951"/>
            <a:ext cx="0"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7" name="Line 7">
            <a:extLst>
              <a:ext uri="{FF2B5EF4-FFF2-40B4-BE49-F238E27FC236}">
                <a16:creationId xmlns:a16="http://schemas.microsoft.com/office/drawing/2014/main" id="{45D6E857-4C2C-2B53-FC1D-0B28B7A5AC75}"/>
              </a:ext>
            </a:extLst>
          </p:cNvPr>
          <p:cNvSpPr>
            <a:spLocks noChangeShapeType="1"/>
          </p:cNvSpPr>
          <p:nvPr/>
        </p:nvSpPr>
        <p:spPr bwMode="auto">
          <a:xfrm>
            <a:off x="5326064" y="4679951"/>
            <a:ext cx="1587"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8" name="Line 8">
            <a:extLst>
              <a:ext uri="{FF2B5EF4-FFF2-40B4-BE49-F238E27FC236}">
                <a16:creationId xmlns:a16="http://schemas.microsoft.com/office/drawing/2014/main" id="{D599D19A-AEE6-7D07-2300-BFC7D538B23B}"/>
              </a:ext>
            </a:extLst>
          </p:cNvPr>
          <p:cNvSpPr>
            <a:spLocks noChangeShapeType="1"/>
          </p:cNvSpPr>
          <p:nvPr/>
        </p:nvSpPr>
        <p:spPr bwMode="auto">
          <a:xfrm>
            <a:off x="6242050" y="4683126"/>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49" name="Line 9">
            <a:extLst>
              <a:ext uri="{FF2B5EF4-FFF2-40B4-BE49-F238E27FC236}">
                <a16:creationId xmlns:a16="http://schemas.microsoft.com/office/drawing/2014/main" id="{9D2AF70F-AFB9-2C99-E447-9902BCB55B48}"/>
              </a:ext>
            </a:extLst>
          </p:cNvPr>
          <p:cNvSpPr>
            <a:spLocks noChangeShapeType="1"/>
          </p:cNvSpPr>
          <p:nvPr/>
        </p:nvSpPr>
        <p:spPr bwMode="auto">
          <a:xfrm>
            <a:off x="7156450" y="4683126"/>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0" name="Line 10">
            <a:extLst>
              <a:ext uri="{FF2B5EF4-FFF2-40B4-BE49-F238E27FC236}">
                <a16:creationId xmlns:a16="http://schemas.microsoft.com/office/drawing/2014/main" id="{4358DF31-6F51-CB6B-BC43-A28F3A0F3BF7}"/>
              </a:ext>
            </a:extLst>
          </p:cNvPr>
          <p:cNvSpPr>
            <a:spLocks noChangeShapeType="1"/>
          </p:cNvSpPr>
          <p:nvPr/>
        </p:nvSpPr>
        <p:spPr bwMode="auto">
          <a:xfrm>
            <a:off x="8070850" y="4678363"/>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1" name="Rectangle 11">
            <a:extLst>
              <a:ext uri="{FF2B5EF4-FFF2-40B4-BE49-F238E27FC236}">
                <a16:creationId xmlns:a16="http://schemas.microsoft.com/office/drawing/2014/main" id="{0AE4C905-0B71-A6CC-95C4-8782318ED9BD}"/>
              </a:ext>
            </a:extLst>
          </p:cNvPr>
          <p:cNvSpPr>
            <a:spLocks noChangeArrowheads="1"/>
          </p:cNvSpPr>
          <p:nvPr/>
        </p:nvSpPr>
        <p:spPr bwMode="auto">
          <a:xfrm>
            <a:off x="2708275" y="4219576"/>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10252" name="Rectangle 12">
            <a:extLst>
              <a:ext uri="{FF2B5EF4-FFF2-40B4-BE49-F238E27FC236}">
                <a16:creationId xmlns:a16="http://schemas.microsoft.com/office/drawing/2014/main" id="{5EB27130-80A5-CBC1-8EC8-1DFD11F46F56}"/>
              </a:ext>
            </a:extLst>
          </p:cNvPr>
          <p:cNvSpPr>
            <a:spLocks noChangeArrowheads="1"/>
          </p:cNvSpPr>
          <p:nvPr/>
        </p:nvSpPr>
        <p:spPr bwMode="auto">
          <a:xfrm>
            <a:off x="3633300" y="4219576"/>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10253" name="Rectangle 13">
            <a:extLst>
              <a:ext uri="{FF2B5EF4-FFF2-40B4-BE49-F238E27FC236}">
                <a16:creationId xmlns:a16="http://schemas.microsoft.com/office/drawing/2014/main" id="{2577B2EC-0E73-5F49-AF05-D0940AEDC087}"/>
              </a:ext>
            </a:extLst>
          </p:cNvPr>
          <p:cNvSpPr>
            <a:spLocks noChangeArrowheads="1"/>
          </p:cNvSpPr>
          <p:nvPr/>
        </p:nvSpPr>
        <p:spPr bwMode="auto">
          <a:xfrm>
            <a:off x="4547700" y="4219576"/>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10254" name="Rectangle 14">
            <a:extLst>
              <a:ext uri="{FF2B5EF4-FFF2-40B4-BE49-F238E27FC236}">
                <a16:creationId xmlns:a16="http://schemas.microsoft.com/office/drawing/2014/main" id="{8DE044AB-1FB5-7892-B9EF-264D050C164C}"/>
              </a:ext>
            </a:extLst>
          </p:cNvPr>
          <p:cNvSpPr>
            <a:spLocks noChangeArrowheads="1"/>
          </p:cNvSpPr>
          <p:nvPr/>
        </p:nvSpPr>
        <p:spPr bwMode="auto">
          <a:xfrm>
            <a:off x="5428763" y="4219576"/>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10255" name="Rectangle 15">
            <a:extLst>
              <a:ext uri="{FF2B5EF4-FFF2-40B4-BE49-F238E27FC236}">
                <a16:creationId xmlns:a16="http://schemas.microsoft.com/office/drawing/2014/main" id="{736CE4FC-3F4A-2053-3946-C9159A17F30E}"/>
              </a:ext>
            </a:extLst>
          </p:cNvPr>
          <p:cNvSpPr>
            <a:spLocks noChangeArrowheads="1"/>
          </p:cNvSpPr>
          <p:nvPr/>
        </p:nvSpPr>
        <p:spPr bwMode="auto">
          <a:xfrm>
            <a:off x="6343163" y="4219576"/>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10256" name="Rectangle 16">
            <a:extLst>
              <a:ext uri="{FF2B5EF4-FFF2-40B4-BE49-F238E27FC236}">
                <a16:creationId xmlns:a16="http://schemas.microsoft.com/office/drawing/2014/main" id="{9F613370-0DD6-EA02-15B8-5067088FF74E}"/>
              </a:ext>
            </a:extLst>
          </p:cNvPr>
          <p:cNvSpPr>
            <a:spLocks noChangeArrowheads="1"/>
          </p:cNvSpPr>
          <p:nvPr/>
        </p:nvSpPr>
        <p:spPr bwMode="auto">
          <a:xfrm>
            <a:off x="7314713" y="4219576"/>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10257" name="Rectangle 17">
            <a:extLst>
              <a:ext uri="{FF2B5EF4-FFF2-40B4-BE49-F238E27FC236}">
                <a16:creationId xmlns:a16="http://schemas.microsoft.com/office/drawing/2014/main" id="{EA601E80-F0C9-C845-DB3E-A5DB3620EDA4}"/>
              </a:ext>
            </a:extLst>
          </p:cNvPr>
          <p:cNvSpPr>
            <a:spLocks noChangeArrowheads="1"/>
          </p:cNvSpPr>
          <p:nvPr/>
        </p:nvSpPr>
        <p:spPr bwMode="auto">
          <a:xfrm>
            <a:off x="9415463" y="4683126"/>
            <a:ext cx="901700" cy="785813"/>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10258" name="Freeform 18">
            <a:extLst>
              <a:ext uri="{FF2B5EF4-FFF2-40B4-BE49-F238E27FC236}">
                <a16:creationId xmlns:a16="http://schemas.microsoft.com/office/drawing/2014/main" id="{12050635-5744-CD39-5687-48C7AC6571AF}"/>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59" name="Rectangle 19">
            <a:extLst>
              <a:ext uri="{FF2B5EF4-FFF2-40B4-BE49-F238E27FC236}">
                <a16:creationId xmlns:a16="http://schemas.microsoft.com/office/drawing/2014/main" id="{167F0B4D-C669-000F-88ED-BF0E17DE6B27}"/>
              </a:ext>
            </a:extLst>
          </p:cNvPr>
          <p:cNvSpPr>
            <a:spLocks noChangeArrowheads="1"/>
          </p:cNvSpPr>
          <p:nvPr/>
        </p:nvSpPr>
        <p:spPr bwMode="auto">
          <a:xfrm>
            <a:off x="8658225" y="4848226"/>
            <a:ext cx="503344"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sp>
        <p:nvSpPr>
          <p:cNvPr id="10260" name="Rectangle 20">
            <a:extLst>
              <a:ext uri="{FF2B5EF4-FFF2-40B4-BE49-F238E27FC236}">
                <a16:creationId xmlns:a16="http://schemas.microsoft.com/office/drawing/2014/main" id="{349A4C4F-C3BC-8197-56A3-AB10E3D51E36}"/>
              </a:ext>
            </a:extLst>
          </p:cNvPr>
          <p:cNvSpPr>
            <a:spLocks noChangeArrowheads="1"/>
          </p:cNvSpPr>
          <p:nvPr/>
        </p:nvSpPr>
        <p:spPr bwMode="auto">
          <a:xfrm>
            <a:off x="9572625" y="4222751"/>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sp>
        <p:nvSpPr>
          <p:cNvPr id="10261" name="Rectangle 21">
            <a:extLst>
              <a:ext uri="{FF2B5EF4-FFF2-40B4-BE49-F238E27FC236}">
                <a16:creationId xmlns:a16="http://schemas.microsoft.com/office/drawing/2014/main" id="{1C23816F-6574-F38F-E8FC-56D51E129974}"/>
              </a:ext>
            </a:extLst>
          </p:cNvPr>
          <p:cNvSpPr>
            <a:spLocks noChangeArrowheads="1"/>
          </p:cNvSpPr>
          <p:nvPr/>
        </p:nvSpPr>
        <p:spPr bwMode="auto">
          <a:xfrm>
            <a:off x="7553326"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262" name="Freeform 22">
            <a:extLst>
              <a:ext uri="{FF2B5EF4-FFF2-40B4-BE49-F238E27FC236}">
                <a16:creationId xmlns:a16="http://schemas.microsoft.com/office/drawing/2014/main" id="{A7E86C44-59A1-4754-F322-35809293E1C9}"/>
              </a:ext>
            </a:extLst>
          </p:cNvPr>
          <p:cNvSpPr>
            <a:spLocks/>
          </p:cNvSpPr>
          <p:nvPr/>
        </p:nvSpPr>
        <p:spPr bwMode="auto">
          <a:xfrm>
            <a:off x="6248400" y="914400"/>
            <a:ext cx="1296988" cy="4573588"/>
          </a:xfrm>
          <a:custGeom>
            <a:avLst/>
            <a:gdLst>
              <a:gd name="T0" fmla="*/ 0 w 817"/>
              <a:gd name="T1" fmla="*/ 2352 h 2881"/>
              <a:gd name="T2" fmla="*/ 816 w 817"/>
              <a:gd name="T3" fmla="*/ 0 h 2881"/>
              <a:gd name="T4" fmla="*/ 816 w 817"/>
              <a:gd name="T5" fmla="*/ 1584 h 2881"/>
              <a:gd name="T6" fmla="*/ 0 w 817"/>
              <a:gd name="T7" fmla="*/ 2880 h 2881"/>
              <a:gd name="T8" fmla="*/ 0 w 817"/>
              <a:gd name="T9" fmla="*/ 2352 h 2881"/>
            </a:gdLst>
            <a:ahLst/>
            <a:cxnLst>
              <a:cxn ang="0">
                <a:pos x="T0" y="T1"/>
              </a:cxn>
              <a:cxn ang="0">
                <a:pos x="T2" y="T3"/>
              </a:cxn>
              <a:cxn ang="0">
                <a:pos x="T4" y="T5"/>
              </a:cxn>
              <a:cxn ang="0">
                <a:pos x="T6" y="T7"/>
              </a:cxn>
              <a:cxn ang="0">
                <a:pos x="T8" y="T9"/>
              </a:cxn>
            </a:cxnLst>
            <a:rect l="0" t="0" r="r" b="b"/>
            <a:pathLst>
              <a:path w="817" h="2881">
                <a:moveTo>
                  <a:pt x="0" y="2352"/>
                </a:moveTo>
                <a:lnTo>
                  <a:pt x="816" y="0"/>
                </a:lnTo>
                <a:lnTo>
                  <a:pt x="816" y="1584"/>
                </a:lnTo>
                <a:lnTo>
                  <a:pt x="0" y="2880"/>
                </a:lnTo>
                <a:lnTo>
                  <a:pt x="0" y="2352"/>
                </a:lnTo>
              </a:path>
            </a:pathLst>
          </a:custGeom>
          <a:gradFill rotWithShape="0">
            <a:gsLst>
              <a:gs pos="0">
                <a:srgbClr val="8080FF"/>
              </a:gs>
              <a:gs pos="100000">
                <a:srgbClr val="8080FF">
                  <a:gamma/>
                  <a:shade val="29804"/>
                  <a:invGamma/>
                </a:srgbClr>
              </a:gs>
            </a:gsLst>
            <a:lin ang="54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3" name="Freeform 23">
            <a:extLst>
              <a:ext uri="{FF2B5EF4-FFF2-40B4-BE49-F238E27FC236}">
                <a16:creationId xmlns:a16="http://schemas.microsoft.com/office/drawing/2014/main" id="{17405E4F-DDA9-3BA5-EEEC-509493E5D29D}"/>
              </a:ext>
            </a:extLst>
          </p:cNvPr>
          <p:cNvSpPr>
            <a:spLocks/>
          </p:cNvSpPr>
          <p:nvPr/>
        </p:nvSpPr>
        <p:spPr bwMode="auto">
          <a:xfrm>
            <a:off x="6248400" y="3386138"/>
            <a:ext cx="3911600" cy="2101850"/>
          </a:xfrm>
          <a:custGeom>
            <a:avLst/>
            <a:gdLst>
              <a:gd name="T0" fmla="*/ 0 w 2464"/>
              <a:gd name="T1" fmla="*/ 1323 h 1324"/>
              <a:gd name="T2" fmla="*/ 823 w 2464"/>
              <a:gd name="T3" fmla="*/ 0 h 1324"/>
              <a:gd name="T4" fmla="*/ 2463 w 2464"/>
              <a:gd name="T5" fmla="*/ 0 h 1324"/>
              <a:gd name="T6" fmla="*/ 576 w 2464"/>
              <a:gd name="T7" fmla="*/ 1323 h 1324"/>
              <a:gd name="T8" fmla="*/ 0 w 2464"/>
              <a:gd name="T9" fmla="*/ 1323 h 1324"/>
            </a:gdLst>
            <a:ahLst/>
            <a:cxnLst>
              <a:cxn ang="0">
                <a:pos x="T0" y="T1"/>
              </a:cxn>
              <a:cxn ang="0">
                <a:pos x="T2" y="T3"/>
              </a:cxn>
              <a:cxn ang="0">
                <a:pos x="T4" y="T5"/>
              </a:cxn>
              <a:cxn ang="0">
                <a:pos x="T6" y="T7"/>
              </a:cxn>
              <a:cxn ang="0">
                <a:pos x="T8" y="T9"/>
              </a:cxn>
            </a:cxnLst>
            <a:rect l="0" t="0" r="r" b="b"/>
            <a:pathLst>
              <a:path w="2464" h="1324">
                <a:moveTo>
                  <a:pt x="0" y="1323"/>
                </a:moveTo>
                <a:lnTo>
                  <a:pt x="823" y="0"/>
                </a:lnTo>
                <a:lnTo>
                  <a:pt x="2463" y="0"/>
                </a:lnTo>
                <a:lnTo>
                  <a:pt x="576" y="1323"/>
                </a:lnTo>
                <a:lnTo>
                  <a:pt x="0" y="1323"/>
                </a:lnTo>
              </a:path>
            </a:pathLst>
          </a:custGeom>
          <a:gradFill rotWithShape="0">
            <a:gsLst>
              <a:gs pos="0">
                <a:srgbClr val="8080FF">
                  <a:gamma/>
                  <a:shade val="29804"/>
                  <a:invGamma/>
                </a:srgbClr>
              </a:gs>
              <a:gs pos="100000">
                <a:srgbClr val="8080FF"/>
              </a:gs>
            </a:gsLst>
            <a:lin ang="189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264" name="Rectangle 24">
            <a:extLst>
              <a:ext uri="{FF2B5EF4-FFF2-40B4-BE49-F238E27FC236}">
                <a16:creationId xmlns:a16="http://schemas.microsoft.com/office/drawing/2014/main" id="{3269535B-A4FF-0B11-4EDE-A839F21FC56C}"/>
              </a:ext>
            </a:extLst>
          </p:cNvPr>
          <p:cNvSpPr>
            <a:spLocks noChangeArrowheads="1"/>
          </p:cNvSpPr>
          <p:nvPr/>
        </p:nvSpPr>
        <p:spPr bwMode="auto">
          <a:xfrm>
            <a:off x="8476763" y="461964"/>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dirty="0">
                <a:latin typeface="Arial" panose="020B0604020202020204" pitchFamily="34" charset="0"/>
              </a:rPr>
              <a:t>[ 4 ]</a:t>
            </a:r>
          </a:p>
        </p:txBody>
      </p:sp>
      <p:sp>
        <p:nvSpPr>
          <p:cNvPr id="10265" name="Rectangle 25">
            <a:extLst>
              <a:ext uri="{FF2B5EF4-FFF2-40B4-BE49-F238E27FC236}">
                <a16:creationId xmlns:a16="http://schemas.microsoft.com/office/drawing/2014/main" id="{2E569E0F-7831-26ED-2A2C-7C5F045A1B96}"/>
              </a:ext>
            </a:extLst>
          </p:cNvPr>
          <p:cNvSpPr>
            <a:spLocks noChangeArrowheads="1"/>
          </p:cNvSpPr>
          <p:nvPr/>
        </p:nvSpPr>
        <p:spPr bwMode="auto">
          <a:xfrm>
            <a:off x="7681913" y="1104901"/>
            <a:ext cx="2593660"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dirty="0">
                <a:latin typeface="Arial" panose="020B0604020202020204" pitchFamily="34" charset="0"/>
              </a:rPr>
              <a:t>Number    5066435148</a:t>
            </a:r>
          </a:p>
        </p:txBody>
      </p:sp>
    </p:spTree>
  </p:cSld>
  <p:clrMapOvr>
    <a:masterClrMapping/>
  </p:clrMapOvr>
  <p:transition>
    <p:strips dir="ru"/>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a:extLst>
              <a:ext uri="{FF2B5EF4-FFF2-40B4-BE49-F238E27FC236}">
                <a16:creationId xmlns:a16="http://schemas.microsoft.com/office/drawing/2014/main" id="{1F1841BD-0AD9-E079-AA30-120064F32292}"/>
              </a:ext>
            </a:extLst>
          </p:cNvPr>
          <p:cNvSpPr>
            <a:spLocks noGrp="1" noChangeArrowheads="1"/>
          </p:cNvSpPr>
          <p:nvPr>
            <p:ph type="title"/>
          </p:nvPr>
        </p:nvSpPr>
        <p:spPr>
          <a:xfrm>
            <a:off x="947186" y="912813"/>
            <a:ext cx="6080677" cy="720771"/>
          </a:xfrm>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altLang="en-US" dirty="0"/>
              <a:t>What is a Hash Table ?</a:t>
            </a:r>
          </a:p>
        </p:txBody>
      </p:sp>
      <p:sp>
        <p:nvSpPr>
          <p:cNvPr id="12291" name="Rectangle 3">
            <a:extLst>
              <a:ext uri="{FF2B5EF4-FFF2-40B4-BE49-F238E27FC236}">
                <a16:creationId xmlns:a16="http://schemas.microsoft.com/office/drawing/2014/main" id="{A1BA9637-E03E-FD17-1673-583F793040FD}"/>
              </a:ext>
            </a:extLst>
          </p:cNvPr>
          <p:cNvSpPr>
            <a:spLocks noGrp="1" noChangeArrowheads="1"/>
          </p:cNvSpPr>
          <p:nvPr>
            <p:ph type="body" sz="half" idx="1"/>
          </p:nvPr>
        </p:nvSpPr>
        <p:spPr>
          <a:xfrm>
            <a:off x="2209801"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The number might be a person's identification number, and the rest of the record has information about the person.</a:t>
            </a:r>
          </a:p>
        </p:txBody>
      </p:sp>
      <p:sp>
        <p:nvSpPr>
          <p:cNvPr id="12292" name="Rectangle 4">
            <a:extLst>
              <a:ext uri="{FF2B5EF4-FFF2-40B4-BE49-F238E27FC236}">
                <a16:creationId xmlns:a16="http://schemas.microsoft.com/office/drawing/2014/main" id="{F4CA0728-7D53-BE68-F4DB-5E6C1F6CDA4D}"/>
              </a:ext>
            </a:extLst>
          </p:cNvPr>
          <p:cNvSpPr>
            <a:spLocks noChangeArrowheads="1"/>
          </p:cNvSpPr>
          <p:nvPr/>
        </p:nvSpPr>
        <p:spPr bwMode="auto">
          <a:xfrm>
            <a:off x="2586039" y="4683126"/>
            <a:ext cx="6046787" cy="785813"/>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293" name="Line 5">
            <a:extLst>
              <a:ext uri="{FF2B5EF4-FFF2-40B4-BE49-F238E27FC236}">
                <a16:creationId xmlns:a16="http://schemas.microsoft.com/office/drawing/2014/main" id="{18063DB6-EF9C-914D-AE1E-AD22F1A53591}"/>
              </a:ext>
            </a:extLst>
          </p:cNvPr>
          <p:cNvSpPr>
            <a:spLocks noChangeShapeType="1"/>
          </p:cNvSpPr>
          <p:nvPr/>
        </p:nvSpPr>
        <p:spPr bwMode="auto">
          <a:xfrm>
            <a:off x="3498850" y="4679951"/>
            <a:ext cx="0"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4" name="Line 6">
            <a:extLst>
              <a:ext uri="{FF2B5EF4-FFF2-40B4-BE49-F238E27FC236}">
                <a16:creationId xmlns:a16="http://schemas.microsoft.com/office/drawing/2014/main" id="{7B781A69-177F-F515-A407-C5304FCB91FB}"/>
              </a:ext>
            </a:extLst>
          </p:cNvPr>
          <p:cNvSpPr>
            <a:spLocks noChangeShapeType="1"/>
          </p:cNvSpPr>
          <p:nvPr/>
        </p:nvSpPr>
        <p:spPr bwMode="auto">
          <a:xfrm>
            <a:off x="4413250" y="4679951"/>
            <a:ext cx="0"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5" name="Line 7">
            <a:extLst>
              <a:ext uri="{FF2B5EF4-FFF2-40B4-BE49-F238E27FC236}">
                <a16:creationId xmlns:a16="http://schemas.microsoft.com/office/drawing/2014/main" id="{A9144BC8-0079-9A35-E9C6-5390AD203DB3}"/>
              </a:ext>
            </a:extLst>
          </p:cNvPr>
          <p:cNvSpPr>
            <a:spLocks noChangeShapeType="1"/>
          </p:cNvSpPr>
          <p:nvPr/>
        </p:nvSpPr>
        <p:spPr bwMode="auto">
          <a:xfrm>
            <a:off x="5326064" y="4679951"/>
            <a:ext cx="1587" cy="7921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6" name="Line 8">
            <a:extLst>
              <a:ext uri="{FF2B5EF4-FFF2-40B4-BE49-F238E27FC236}">
                <a16:creationId xmlns:a16="http://schemas.microsoft.com/office/drawing/2014/main" id="{F33BD35D-2FFC-8B68-CF36-86F632AFBF3E}"/>
              </a:ext>
            </a:extLst>
          </p:cNvPr>
          <p:cNvSpPr>
            <a:spLocks noChangeShapeType="1"/>
          </p:cNvSpPr>
          <p:nvPr/>
        </p:nvSpPr>
        <p:spPr bwMode="auto">
          <a:xfrm>
            <a:off x="6242050" y="4683126"/>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7" name="Line 9">
            <a:extLst>
              <a:ext uri="{FF2B5EF4-FFF2-40B4-BE49-F238E27FC236}">
                <a16:creationId xmlns:a16="http://schemas.microsoft.com/office/drawing/2014/main" id="{6C4DB3C8-2198-3C87-4FAF-0412ED96ED65}"/>
              </a:ext>
            </a:extLst>
          </p:cNvPr>
          <p:cNvSpPr>
            <a:spLocks noChangeShapeType="1"/>
          </p:cNvSpPr>
          <p:nvPr/>
        </p:nvSpPr>
        <p:spPr bwMode="auto">
          <a:xfrm>
            <a:off x="7156450" y="4683126"/>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8" name="Line 10">
            <a:extLst>
              <a:ext uri="{FF2B5EF4-FFF2-40B4-BE49-F238E27FC236}">
                <a16:creationId xmlns:a16="http://schemas.microsoft.com/office/drawing/2014/main" id="{49572F89-C003-67CB-9EF3-4CD07B7FA6E6}"/>
              </a:ext>
            </a:extLst>
          </p:cNvPr>
          <p:cNvSpPr>
            <a:spLocks noChangeShapeType="1"/>
          </p:cNvSpPr>
          <p:nvPr/>
        </p:nvSpPr>
        <p:spPr bwMode="auto">
          <a:xfrm>
            <a:off x="8070850" y="4678363"/>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299" name="Rectangle 11">
            <a:extLst>
              <a:ext uri="{FF2B5EF4-FFF2-40B4-BE49-F238E27FC236}">
                <a16:creationId xmlns:a16="http://schemas.microsoft.com/office/drawing/2014/main" id="{96B07B34-78EF-5CF2-F0C0-465E80B55D1A}"/>
              </a:ext>
            </a:extLst>
          </p:cNvPr>
          <p:cNvSpPr>
            <a:spLocks noChangeArrowheads="1"/>
          </p:cNvSpPr>
          <p:nvPr/>
        </p:nvSpPr>
        <p:spPr bwMode="auto">
          <a:xfrm>
            <a:off x="2708275" y="4219576"/>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12300" name="Rectangle 12">
            <a:extLst>
              <a:ext uri="{FF2B5EF4-FFF2-40B4-BE49-F238E27FC236}">
                <a16:creationId xmlns:a16="http://schemas.microsoft.com/office/drawing/2014/main" id="{F3C334D7-3126-B466-802C-A8C63C075749}"/>
              </a:ext>
            </a:extLst>
          </p:cNvPr>
          <p:cNvSpPr>
            <a:spLocks noChangeArrowheads="1"/>
          </p:cNvSpPr>
          <p:nvPr/>
        </p:nvSpPr>
        <p:spPr bwMode="auto">
          <a:xfrm>
            <a:off x="3633300" y="4219576"/>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12301" name="Rectangle 13">
            <a:extLst>
              <a:ext uri="{FF2B5EF4-FFF2-40B4-BE49-F238E27FC236}">
                <a16:creationId xmlns:a16="http://schemas.microsoft.com/office/drawing/2014/main" id="{B2E6F661-72FE-9DB6-95F8-FE4CBE8FD3CE}"/>
              </a:ext>
            </a:extLst>
          </p:cNvPr>
          <p:cNvSpPr>
            <a:spLocks noChangeArrowheads="1"/>
          </p:cNvSpPr>
          <p:nvPr/>
        </p:nvSpPr>
        <p:spPr bwMode="auto">
          <a:xfrm>
            <a:off x="4547700" y="4219576"/>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12302" name="Rectangle 14">
            <a:extLst>
              <a:ext uri="{FF2B5EF4-FFF2-40B4-BE49-F238E27FC236}">
                <a16:creationId xmlns:a16="http://schemas.microsoft.com/office/drawing/2014/main" id="{64308CCE-27BC-E3C8-2586-92E06DFBF0A7}"/>
              </a:ext>
            </a:extLst>
          </p:cNvPr>
          <p:cNvSpPr>
            <a:spLocks noChangeArrowheads="1"/>
          </p:cNvSpPr>
          <p:nvPr/>
        </p:nvSpPr>
        <p:spPr bwMode="auto">
          <a:xfrm>
            <a:off x="5428763" y="4219576"/>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12303" name="Rectangle 15">
            <a:extLst>
              <a:ext uri="{FF2B5EF4-FFF2-40B4-BE49-F238E27FC236}">
                <a16:creationId xmlns:a16="http://schemas.microsoft.com/office/drawing/2014/main" id="{D66AEBD7-8357-9C21-7AB0-EE3AB3A5E51F}"/>
              </a:ext>
            </a:extLst>
          </p:cNvPr>
          <p:cNvSpPr>
            <a:spLocks noChangeArrowheads="1"/>
          </p:cNvSpPr>
          <p:nvPr/>
        </p:nvSpPr>
        <p:spPr bwMode="auto">
          <a:xfrm>
            <a:off x="6343163" y="4219576"/>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12304" name="Rectangle 16">
            <a:extLst>
              <a:ext uri="{FF2B5EF4-FFF2-40B4-BE49-F238E27FC236}">
                <a16:creationId xmlns:a16="http://schemas.microsoft.com/office/drawing/2014/main" id="{5AE55723-B9D6-89DE-7007-EFA58507385B}"/>
              </a:ext>
            </a:extLst>
          </p:cNvPr>
          <p:cNvSpPr>
            <a:spLocks noChangeArrowheads="1"/>
          </p:cNvSpPr>
          <p:nvPr/>
        </p:nvSpPr>
        <p:spPr bwMode="auto">
          <a:xfrm>
            <a:off x="7314713" y="4219576"/>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12305" name="Rectangle 17">
            <a:extLst>
              <a:ext uri="{FF2B5EF4-FFF2-40B4-BE49-F238E27FC236}">
                <a16:creationId xmlns:a16="http://schemas.microsoft.com/office/drawing/2014/main" id="{17764293-D698-87C0-4FAA-5E08BFBCBE39}"/>
              </a:ext>
            </a:extLst>
          </p:cNvPr>
          <p:cNvSpPr>
            <a:spLocks noChangeArrowheads="1"/>
          </p:cNvSpPr>
          <p:nvPr/>
        </p:nvSpPr>
        <p:spPr bwMode="auto">
          <a:xfrm>
            <a:off x="9415463" y="4683126"/>
            <a:ext cx="901700" cy="785813"/>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useBgFill="1">
        <p:nvSpPr>
          <p:cNvPr id="12306" name="Freeform 18">
            <a:extLst>
              <a:ext uri="{FF2B5EF4-FFF2-40B4-BE49-F238E27FC236}">
                <a16:creationId xmlns:a16="http://schemas.microsoft.com/office/drawing/2014/main" id="{701EC06B-801C-765E-E82F-4BFAB7CEB53B}"/>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07" name="Rectangle 19">
            <a:extLst>
              <a:ext uri="{FF2B5EF4-FFF2-40B4-BE49-F238E27FC236}">
                <a16:creationId xmlns:a16="http://schemas.microsoft.com/office/drawing/2014/main" id="{362086A2-98AB-E89F-0ABE-ADD8EACF2590}"/>
              </a:ext>
            </a:extLst>
          </p:cNvPr>
          <p:cNvSpPr>
            <a:spLocks noChangeArrowheads="1"/>
          </p:cNvSpPr>
          <p:nvPr/>
        </p:nvSpPr>
        <p:spPr bwMode="auto">
          <a:xfrm>
            <a:off x="8658225" y="4837114"/>
            <a:ext cx="503344"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sp>
        <p:nvSpPr>
          <p:cNvPr id="12308" name="Rectangle 20">
            <a:extLst>
              <a:ext uri="{FF2B5EF4-FFF2-40B4-BE49-F238E27FC236}">
                <a16:creationId xmlns:a16="http://schemas.microsoft.com/office/drawing/2014/main" id="{30830528-B9BE-C809-3663-4183AF45B741}"/>
              </a:ext>
            </a:extLst>
          </p:cNvPr>
          <p:cNvSpPr>
            <a:spLocks noChangeArrowheads="1"/>
          </p:cNvSpPr>
          <p:nvPr/>
        </p:nvSpPr>
        <p:spPr bwMode="auto">
          <a:xfrm>
            <a:off x="9572625" y="4222751"/>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sp>
        <p:nvSpPr>
          <p:cNvPr id="12309" name="Rectangle 21">
            <a:extLst>
              <a:ext uri="{FF2B5EF4-FFF2-40B4-BE49-F238E27FC236}">
                <a16:creationId xmlns:a16="http://schemas.microsoft.com/office/drawing/2014/main" id="{61BD84AC-0868-4736-5C67-707FF8BAF739}"/>
              </a:ext>
            </a:extLst>
          </p:cNvPr>
          <p:cNvSpPr>
            <a:spLocks noChangeArrowheads="1"/>
          </p:cNvSpPr>
          <p:nvPr/>
        </p:nvSpPr>
        <p:spPr bwMode="auto">
          <a:xfrm>
            <a:off x="7553326"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2310" name="Freeform 22">
            <a:extLst>
              <a:ext uri="{FF2B5EF4-FFF2-40B4-BE49-F238E27FC236}">
                <a16:creationId xmlns:a16="http://schemas.microsoft.com/office/drawing/2014/main" id="{7F0B08BE-6FB1-2ECC-8310-E40FCD56FCE8}"/>
              </a:ext>
            </a:extLst>
          </p:cNvPr>
          <p:cNvSpPr>
            <a:spLocks/>
          </p:cNvSpPr>
          <p:nvPr/>
        </p:nvSpPr>
        <p:spPr bwMode="auto">
          <a:xfrm>
            <a:off x="6248400" y="914400"/>
            <a:ext cx="1296988" cy="4573588"/>
          </a:xfrm>
          <a:custGeom>
            <a:avLst/>
            <a:gdLst>
              <a:gd name="T0" fmla="*/ 0 w 817"/>
              <a:gd name="T1" fmla="*/ 2352 h 2881"/>
              <a:gd name="T2" fmla="*/ 816 w 817"/>
              <a:gd name="T3" fmla="*/ 0 h 2881"/>
              <a:gd name="T4" fmla="*/ 816 w 817"/>
              <a:gd name="T5" fmla="*/ 1584 h 2881"/>
              <a:gd name="T6" fmla="*/ 0 w 817"/>
              <a:gd name="T7" fmla="*/ 2880 h 2881"/>
              <a:gd name="T8" fmla="*/ 0 w 817"/>
              <a:gd name="T9" fmla="*/ 2352 h 2881"/>
            </a:gdLst>
            <a:ahLst/>
            <a:cxnLst>
              <a:cxn ang="0">
                <a:pos x="T0" y="T1"/>
              </a:cxn>
              <a:cxn ang="0">
                <a:pos x="T2" y="T3"/>
              </a:cxn>
              <a:cxn ang="0">
                <a:pos x="T4" y="T5"/>
              </a:cxn>
              <a:cxn ang="0">
                <a:pos x="T6" y="T7"/>
              </a:cxn>
              <a:cxn ang="0">
                <a:pos x="T8" y="T9"/>
              </a:cxn>
            </a:cxnLst>
            <a:rect l="0" t="0" r="r" b="b"/>
            <a:pathLst>
              <a:path w="817" h="2881">
                <a:moveTo>
                  <a:pt x="0" y="2352"/>
                </a:moveTo>
                <a:lnTo>
                  <a:pt x="816" y="0"/>
                </a:lnTo>
                <a:lnTo>
                  <a:pt x="816" y="1584"/>
                </a:lnTo>
                <a:lnTo>
                  <a:pt x="0" y="2880"/>
                </a:lnTo>
                <a:lnTo>
                  <a:pt x="0" y="2352"/>
                </a:lnTo>
              </a:path>
            </a:pathLst>
          </a:custGeom>
          <a:gradFill rotWithShape="0">
            <a:gsLst>
              <a:gs pos="0">
                <a:srgbClr val="8080FF"/>
              </a:gs>
              <a:gs pos="100000">
                <a:srgbClr val="8080FF">
                  <a:gamma/>
                  <a:shade val="29804"/>
                  <a:invGamma/>
                </a:srgbClr>
              </a:gs>
            </a:gsLst>
            <a:lin ang="54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1" name="Freeform 23">
            <a:extLst>
              <a:ext uri="{FF2B5EF4-FFF2-40B4-BE49-F238E27FC236}">
                <a16:creationId xmlns:a16="http://schemas.microsoft.com/office/drawing/2014/main" id="{19606E55-2F52-B387-3C92-1A3043EEF50C}"/>
              </a:ext>
            </a:extLst>
          </p:cNvPr>
          <p:cNvSpPr>
            <a:spLocks/>
          </p:cNvSpPr>
          <p:nvPr/>
        </p:nvSpPr>
        <p:spPr bwMode="auto">
          <a:xfrm>
            <a:off x="6248400" y="3386138"/>
            <a:ext cx="3911600" cy="2101850"/>
          </a:xfrm>
          <a:custGeom>
            <a:avLst/>
            <a:gdLst>
              <a:gd name="T0" fmla="*/ 0 w 2464"/>
              <a:gd name="T1" fmla="*/ 1323 h 1324"/>
              <a:gd name="T2" fmla="*/ 823 w 2464"/>
              <a:gd name="T3" fmla="*/ 0 h 1324"/>
              <a:gd name="T4" fmla="*/ 2463 w 2464"/>
              <a:gd name="T5" fmla="*/ 0 h 1324"/>
              <a:gd name="T6" fmla="*/ 576 w 2464"/>
              <a:gd name="T7" fmla="*/ 1323 h 1324"/>
              <a:gd name="T8" fmla="*/ 0 w 2464"/>
              <a:gd name="T9" fmla="*/ 1323 h 1324"/>
            </a:gdLst>
            <a:ahLst/>
            <a:cxnLst>
              <a:cxn ang="0">
                <a:pos x="T0" y="T1"/>
              </a:cxn>
              <a:cxn ang="0">
                <a:pos x="T2" y="T3"/>
              </a:cxn>
              <a:cxn ang="0">
                <a:pos x="T4" y="T5"/>
              </a:cxn>
              <a:cxn ang="0">
                <a:pos x="T6" y="T7"/>
              </a:cxn>
              <a:cxn ang="0">
                <a:pos x="T8" y="T9"/>
              </a:cxn>
            </a:cxnLst>
            <a:rect l="0" t="0" r="r" b="b"/>
            <a:pathLst>
              <a:path w="2464" h="1324">
                <a:moveTo>
                  <a:pt x="0" y="1323"/>
                </a:moveTo>
                <a:lnTo>
                  <a:pt x="823" y="0"/>
                </a:lnTo>
                <a:lnTo>
                  <a:pt x="2463" y="0"/>
                </a:lnTo>
                <a:lnTo>
                  <a:pt x="576" y="1323"/>
                </a:lnTo>
                <a:lnTo>
                  <a:pt x="0" y="1323"/>
                </a:lnTo>
              </a:path>
            </a:pathLst>
          </a:custGeom>
          <a:gradFill rotWithShape="0">
            <a:gsLst>
              <a:gs pos="0">
                <a:srgbClr val="8080FF">
                  <a:gamma/>
                  <a:shade val="29804"/>
                  <a:invGamma/>
                </a:srgbClr>
              </a:gs>
              <a:gs pos="100000">
                <a:srgbClr val="8080FF"/>
              </a:gs>
            </a:gsLst>
            <a:lin ang="189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2312" name="Rectangle 24">
            <a:extLst>
              <a:ext uri="{FF2B5EF4-FFF2-40B4-BE49-F238E27FC236}">
                <a16:creationId xmlns:a16="http://schemas.microsoft.com/office/drawing/2014/main" id="{A60B9FBA-E1C2-11AF-B9DB-FC71B17B816B}"/>
              </a:ext>
            </a:extLst>
          </p:cNvPr>
          <p:cNvSpPr>
            <a:spLocks noChangeArrowheads="1"/>
          </p:cNvSpPr>
          <p:nvPr/>
        </p:nvSpPr>
        <p:spPr bwMode="auto">
          <a:xfrm>
            <a:off x="8476763" y="392114"/>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12313" name="Rectangle 25">
            <a:extLst>
              <a:ext uri="{FF2B5EF4-FFF2-40B4-BE49-F238E27FC236}">
                <a16:creationId xmlns:a16="http://schemas.microsoft.com/office/drawing/2014/main" id="{883C6C4D-F964-445D-0170-8C4F6A2210BC}"/>
              </a:ext>
            </a:extLst>
          </p:cNvPr>
          <p:cNvSpPr>
            <a:spLocks noChangeArrowheads="1"/>
          </p:cNvSpPr>
          <p:nvPr/>
        </p:nvSpPr>
        <p:spPr bwMode="auto">
          <a:xfrm>
            <a:off x="7628126" y="1104901"/>
            <a:ext cx="2593660"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dirty="0">
                <a:latin typeface="Arial" panose="020B0604020202020204" pitchFamily="34" charset="0"/>
              </a:rPr>
              <a:t>Number    5066435148</a:t>
            </a:r>
          </a:p>
        </p:txBody>
      </p:sp>
      <p:pic>
        <p:nvPicPr>
          <p:cNvPr id="12314" name="Picture 26">
            <a:extLst>
              <a:ext uri="{FF2B5EF4-FFF2-40B4-BE49-F238E27FC236}">
                <a16:creationId xmlns:a16="http://schemas.microsoft.com/office/drawing/2014/main" id="{3D7A31E8-0B1F-71DD-0308-A21CD9850FC9}"/>
              </a:ext>
            </a:extLst>
          </p:cNvPr>
          <p:cNvPicPr>
            <a:picLocks noChangeArrowheads="1"/>
          </p:cNvPicPr>
          <p:nvPr/>
        </p:nvPicPr>
        <p:blipFill>
          <a:blip r:embed="rId3">
            <a:extLst>
              <a:ext uri="{28A0092B-C50C-407E-A947-70E740481C1C}">
                <a14:useLocalDpi xmlns:a14="http://schemas.microsoft.com/office/drawing/2010/main" val="0"/>
              </a:ext>
            </a:extLst>
          </a:blip>
          <a:srcRect r="35486" b="42003"/>
          <a:stretch>
            <a:fillRect/>
          </a:stretch>
        </p:blipFill>
        <p:spPr bwMode="auto">
          <a:xfrm>
            <a:off x="7983539" y="1562100"/>
            <a:ext cx="1633537" cy="1600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randomBar dir="vert"/>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a:extLst>
              <a:ext uri="{FF2B5EF4-FFF2-40B4-BE49-F238E27FC236}">
                <a16:creationId xmlns:a16="http://schemas.microsoft.com/office/drawing/2014/main" id="{EEF8E010-065F-EC30-91FA-271C0DD705F2}"/>
              </a:ext>
            </a:extLst>
          </p:cNvPr>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altLang="en-US"/>
              <a:t>What is a Hash Table ?</a:t>
            </a:r>
          </a:p>
        </p:txBody>
      </p:sp>
      <p:sp>
        <p:nvSpPr>
          <p:cNvPr id="14339" name="Rectangle 3">
            <a:extLst>
              <a:ext uri="{FF2B5EF4-FFF2-40B4-BE49-F238E27FC236}">
                <a16:creationId xmlns:a16="http://schemas.microsoft.com/office/drawing/2014/main" id="{E81DE9B7-C55C-53A3-DBF8-FDF2582A439A}"/>
              </a:ext>
            </a:extLst>
          </p:cNvPr>
          <p:cNvSpPr>
            <a:spLocks noGrp="1" noChangeArrowheads="1"/>
          </p:cNvSpPr>
          <p:nvPr>
            <p:ph type="body" sz="half" idx="1"/>
          </p:nvPr>
        </p:nvSpPr>
        <p:spPr>
          <a:xfrm>
            <a:off x="2209800" y="1981200"/>
            <a:ext cx="4757738"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When a hash table is in use, some spots contain valid records, and other spots are "empty".</a:t>
            </a:r>
          </a:p>
        </p:txBody>
      </p:sp>
      <p:sp>
        <p:nvSpPr>
          <p:cNvPr id="14340" name="Rectangle 4">
            <a:extLst>
              <a:ext uri="{FF2B5EF4-FFF2-40B4-BE49-F238E27FC236}">
                <a16:creationId xmlns:a16="http://schemas.microsoft.com/office/drawing/2014/main" id="{D828AD46-44BC-3193-59C9-25A15D950C3B}"/>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41" name="Line 5">
            <a:extLst>
              <a:ext uri="{FF2B5EF4-FFF2-40B4-BE49-F238E27FC236}">
                <a16:creationId xmlns:a16="http://schemas.microsoft.com/office/drawing/2014/main" id="{7D2298A6-72F2-C2B3-4169-35DA2D138E24}"/>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2" name="Line 6">
            <a:extLst>
              <a:ext uri="{FF2B5EF4-FFF2-40B4-BE49-F238E27FC236}">
                <a16:creationId xmlns:a16="http://schemas.microsoft.com/office/drawing/2014/main" id="{C2FFA3E2-40E4-7490-8967-BBAFD579AC06}"/>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3" name="Line 7">
            <a:extLst>
              <a:ext uri="{FF2B5EF4-FFF2-40B4-BE49-F238E27FC236}">
                <a16:creationId xmlns:a16="http://schemas.microsoft.com/office/drawing/2014/main" id="{6FDB2833-55A5-4513-5DDA-64A405413810}"/>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4" name="Line 8">
            <a:extLst>
              <a:ext uri="{FF2B5EF4-FFF2-40B4-BE49-F238E27FC236}">
                <a16:creationId xmlns:a16="http://schemas.microsoft.com/office/drawing/2014/main" id="{46547920-A77B-2911-4A14-D8EA80EEE618}"/>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5" name="Line 9">
            <a:extLst>
              <a:ext uri="{FF2B5EF4-FFF2-40B4-BE49-F238E27FC236}">
                <a16:creationId xmlns:a16="http://schemas.microsoft.com/office/drawing/2014/main" id="{659D8BAB-CBBA-546A-E3B5-F54B5643B58C}"/>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6" name="Line 10">
            <a:extLst>
              <a:ext uri="{FF2B5EF4-FFF2-40B4-BE49-F238E27FC236}">
                <a16:creationId xmlns:a16="http://schemas.microsoft.com/office/drawing/2014/main" id="{EC764CC0-CEB6-3E59-5A47-B9CEF96D46B0}"/>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47" name="Rectangle 11">
            <a:extLst>
              <a:ext uri="{FF2B5EF4-FFF2-40B4-BE49-F238E27FC236}">
                <a16:creationId xmlns:a16="http://schemas.microsoft.com/office/drawing/2014/main" id="{FAC84051-3267-DAC6-752B-F8429360728B}"/>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14348" name="Rectangle 12">
            <a:extLst>
              <a:ext uri="{FF2B5EF4-FFF2-40B4-BE49-F238E27FC236}">
                <a16:creationId xmlns:a16="http://schemas.microsoft.com/office/drawing/2014/main" id="{A0F651EC-30B4-17A4-BCAA-72794849EC1A}"/>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14349" name="Rectangle 13">
            <a:extLst>
              <a:ext uri="{FF2B5EF4-FFF2-40B4-BE49-F238E27FC236}">
                <a16:creationId xmlns:a16="http://schemas.microsoft.com/office/drawing/2014/main" id="{4EDBE8D8-2A34-535F-632B-F36F004BA184}"/>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14350" name="Rectangle 14">
            <a:extLst>
              <a:ext uri="{FF2B5EF4-FFF2-40B4-BE49-F238E27FC236}">
                <a16:creationId xmlns:a16="http://schemas.microsoft.com/office/drawing/2014/main" id="{8C782151-6AED-29DB-6CC1-B374369E1D89}"/>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14351" name="Rectangle 15">
            <a:extLst>
              <a:ext uri="{FF2B5EF4-FFF2-40B4-BE49-F238E27FC236}">
                <a16:creationId xmlns:a16="http://schemas.microsoft.com/office/drawing/2014/main" id="{D69B3757-B21F-A9BA-0600-07D79823D98D}"/>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14352" name="Rectangle 16">
            <a:extLst>
              <a:ext uri="{FF2B5EF4-FFF2-40B4-BE49-F238E27FC236}">
                <a16:creationId xmlns:a16="http://schemas.microsoft.com/office/drawing/2014/main" id="{DBC5E95D-63F3-389D-B267-CC04CCC9B793}"/>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14353" name="Rectangle 17">
            <a:extLst>
              <a:ext uri="{FF2B5EF4-FFF2-40B4-BE49-F238E27FC236}">
                <a16:creationId xmlns:a16="http://schemas.microsoft.com/office/drawing/2014/main" id="{F93D79AE-30D8-F519-D131-4E5C31C12072}"/>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4354" name="Rectangle 18">
            <a:extLst>
              <a:ext uri="{FF2B5EF4-FFF2-40B4-BE49-F238E27FC236}">
                <a16:creationId xmlns:a16="http://schemas.microsoft.com/office/drawing/2014/main" id="{A273B486-B2E2-5650-A09B-CAA0ADC40BDA}"/>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14355" name="Group 19">
            <a:extLst>
              <a:ext uri="{FF2B5EF4-FFF2-40B4-BE49-F238E27FC236}">
                <a16:creationId xmlns:a16="http://schemas.microsoft.com/office/drawing/2014/main" id="{FCD0D171-941B-6148-2CD8-E2D6DB1D3DF0}"/>
              </a:ext>
            </a:extLst>
          </p:cNvPr>
          <p:cNvGrpSpPr>
            <a:grpSpLocks/>
          </p:cNvGrpSpPr>
          <p:nvPr/>
        </p:nvGrpSpPr>
        <p:grpSpPr bwMode="auto">
          <a:xfrm>
            <a:off x="6122988" y="5475288"/>
            <a:ext cx="677862" cy="519112"/>
            <a:chOff x="2897" y="3449"/>
            <a:chExt cx="427" cy="327"/>
          </a:xfrm>
        </p:grpSpPr>
        <p:sp>
          <p:nvSpPr>
            <p:cNvPr id="14356" name="Rectangle 20">
              <a:extLst>
                <a:ext uri="{FF2B5EF4-FFF2-40B4-BE49-F238E27FC236}">
                  <a16:creationId xmlns:a16="http://schemas.microsoft.com/office/drawing/2014/main" id="{9C80D57B-D955-07BD-9830-2819D7CF5092}"/>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14357" name="Picture 21">
              <a:extLst>
                <a:ext uri="{FF2B5EF4-FFF2-40B4-BE49-F238E27FC236}">
                  <a16:creationId xmlns:a16="http://schemas.microsoft.com/office/drawing/2014/main" id="{A377E0CF-2E93-DBB1-623D-80A842615A02}"/>
                </a:ext>
              </a:extLst>
            </p:cNvPr>
            <p:cNvPicPr>
              <a:picLocks noChangeArrowheads="1"/>
            </p:cNvPicPr>
            <p:nvPr/>
          </p:nvPicPr>
          <p:blipFill>
            <a:blip r:embed="rId3">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4358" name="Group 22">
            <a:extLst>
              <a:ext uri="{FF2B5EF4-FFF2-40B4-BE49-F238E27FC236}">
                <a16:creationId xmlns:a16="http://schemas.microsoft.com/office/drawing/2014/main" id="{F3741F18-3061-0414-2CD4-1C9EA7809073}"/>
              </a:ext>
            </a:extLst>
          </p:cNvPr>
          <p:cNvGrpSpPr>
            <a:grpSpLocks/>
          </p:cNvGrpSpPr>
          <p:nvPr/>
        </p:nvGrpSpPr>
        <p:grpSpPr bwMode="auto">
          <a:xfrm>
            <a:off x="4346576" y="5449888"/>
            <a:ext cx="677863" cy="569912"/>
            <a:chOff x="1778" y="3433"/>
            <a:chExt cx="427" cy="359"/>
          </a:xfrm>
        </p:grpSpPr>
        <p:sp>
          <p:nvSpPr>
            <p:cNvPr id="14359" name="Rectangle 23">
              <a:extLst>
                <a:ext uri="{FF2B5EF4-FFF2-40B4-BE49-F238E27FC236}">
                  <a16:creationId xmlns:a16="http://schemas.microsoft.com/office/drawing/2014/main" id="{673E3BFE-230D-C4D6-CCA1-8405CB257E0E}"/>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14360" name="Picture 24">
              <a:extLst>
                <a:ext uri="{FF2B5EF4-FFF2-40B4-BE49-F238E27FC236}">
                  <a16:creationId xmlns:a16="http://schemas.microsoft.com/office/drawing/2014/main" id="{62744395-990B-3E74-4A53-838E320FB0E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4361" name="Group 25">
            <a:extLst>
              <a:ext uri="{FF2B5EF4-FFF2-40B4-BE49-F238E27FC236}">
                <a16:creationId xmlns:a16="http://schemas.microsoft.com/office/drawing/2014/main" id="{E436AADA-81E9-C2C5-6BC3-154BA7A79CFC}"/>
              </a:ext>
            </a:extLst>
          </p:cNvPr>
          <p:cNvGrpSpPr>
            <a:grpSpLocks/>
          </p:cNvGrpSpPr>
          <p:nvPr/>
        </p:nvGrpSpPr>
        <p:grpSpPr bwMode="auto">
          <a:xfrm>
            <a:off x="3430589" y="5445125"/>
            <a:ext cx="625475" cy="577850"/>
            <a:chOff x="1201" y="3430"/>
            <a:chExt cx="394" cy="364"/>
          </a:xfrm>
        </p:grpSpPr>
        <p:sp>
          <p:nvSpPr>
            <p:cNvPr id="14362" name="Rectangle 26">
              <a:extLst>
                <a:ext uri="{FF2B5EF4-FFF2-40B4-BE49-F238E27FC236}">
                  <a16:creationId xmlns:a16="http://schemas.microsoft.com/office/drawing/2014/main" id="{6E56F9E8-8AE7-981C-6A63-FC2BE90EAB43}"/>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14363" name="Picture 27">
              <a:extLst>
                <a:ext uri="{FF2B5EF4-FFF2-40B4-BE49-F238E27FC236}">
                  <a16:creationId xmlns:a16="http://schemas.microsoft.com/office/drawing/2014/main" id="{068F7D66-4291-6FA3-E604-B201FA9C7039}"/>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4364" name="Group 28">
            <a:extLst>
              <a:ext uri="{FF2B5EF4-FFF2-40B4-BE49-F238E27FC236}">
                <a16:creationId xmlns:a16="http://schemas.microsoft.com/office/drawing/2014/main" id="{B4C3791B-A088-0EE9-B8D8-50E74B1A5116}"/>
              </a:ext>
            </a:extLst>
          </p:cNvPr>
          <p:cNvGrpSpPr>
            <a:grpSpLocks/>
          </p:cNvGrpSpPr>
          <p:nvPr/>
        </p:nvGrpSpPr>
        <p:grpSpPr bwMode="auto">
          <a:xfrm>
            <a:off x="9288464" y="5480050"/>
            <a:ext cx="727075" cy="508000"/>
            <a:chOff x="4891" y="3452"/>
            <a:chExt cx="458" cy="320"/>
          </a:xfrm>
        </p:grpSpPr>
        <p:sp>
          <p:nvSpPr>
            <p:cNvPr id="14365" name="Rectangle 29">
              <a:extLst>
                <a:ext uri="{FF2B5EF4-FFF2-40B4-BE49-F238E27FC236}">
                  <a16:creationId xmlns:a16="http://schemas.microsoft.com/office/drawing/2014/main" id="{D8CC1655-A73B-D832-9517-FB4FF2FB8B60}"/>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14366" name="Picture 30">
              <a:extLst>
                <a:ext uri="{FF2B5EF4-FFF2-40B4-BE49-F238E27FC236}">
                  <a16:creationId xmlns:a16="http://schemas.microsoft.com/office/drawing/2014/main" id="{7DC6B6EB-0CED-8A3A-3E51-9FEC31C1D5D9}"/>
                </a:ext>
              </a:extLst>
            </p:cNvPr>
            <p:cNvPicPr>
              <a:picLocks noChangeArrowheads="1"/>
            </p:cNvPicPr>
            <p:nvPr/>
          </p:nvPicPr>
          <p:blipFill>
            <a:blip r:embed="rId6">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4367" name="Group 31">
            <a:extLst>
              <a:ext uri="{FF2B5EF4-FFF2-40B4-BE49-F238E27FC236}">
                <a16:creationId xmlns:a16="http://schemas.microsoft.com/office/drawing/2014/main" id="{715E4A0E-4DFF-E0BA-E8D5-A982A185B465}"/>
              </a:ext>
            </a:extLst>
          </p:cNvPr>
          <p:cNvGrpSpPr>
            <a:grpSpLocks/>
          </p:cNvGrpSpPr>
          <p:nvPr/>
        </p:nvGrpSpPr>
        <p:grpSpPr bwMode="auto">
          <a:xfrm>
            <a:off x="8120064" y="4014788"/>
            <a:ext cx="1311275" cy="2832100"/>
            <a:chOff x="4155" y="2529"/>
            <a:chExt cx="826" cy="1784"/>
          </a:xfrm>
        </p:grpSpPr>
        <p:sp useBgFill="1">
          <p:nvSpPr>
            <p:cNvPr id="14368" name="Freeform 32">
              <a:extLst>
                <a:ext uri="{FF2B5EF4-FFF2-40B4-BE49-F238E27FC236}">
                  <a16:creationId xmlns:a16="http://schemas.microsoft.com/office/drawing/2014/main" id="{0A7C3381-383F-5312-7C24-CA28D4FE2723}"/>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4369" name="Rectangle 33">
              <a:extLst>
                <a:ext uri="{FF2B5EF4-FFF2-40B4-BE49-F238E27FC236}">
                  <a16:creationId xmlns:a16="http://schemas.microsoft.com/office/drawing/2014/main" id="{6A5527CE-1282-8460-0946-25FBFDF2FA14}"/>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spTree>
  </p:cSld>
  <p:clrMapOvr>
    <a:masterClrMapping/>
  </p:clrMapOvr>
  <p:transition>
    <p:strips dir="ld"/>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FEDBA398-9407-52C8-E6AA-37CB62FD874B}"/>
              </a:ext>
            </a:extLst>
          </p:cNvPr>
          <p:cNvSpPr>
            <a:spLocks noGrp="1" noChangeArrowheads="1"/>
          </p:cNvSpPr>
          <p:nvPr>
            <p:ph type="title"/>
          </p:nvPr>
        </p:nvSpPr>
        <p:spPr>
          <a:xfrm>
            <a:off x="762000" y="533400"/>
            <a:ext cx="7772400" cy="1143000"/>
          </a:xfrm>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altLang="en-US"/>
              <a:t>Open Address Hashing</a:t>
            </a:r>
          </a:p>
        </p:txBody>
      </p:sp>
      <p:sp>
        <p:nvSpPr>
          <p:cNvPr id="16387" name="Rectangle 3">
            <a:extLst>
              <a:ext uri="{FF2B5EF4-FFF2-40B4-BE49-F238E27FC236}">
                <a16:creationId xmlns:a16="http://schemas.microsoft.com/office/drawing/2014/main" id="{91F4B598-8A6C-6040-DB1B-F6EA3D6D55E3}"/>
              </a:ext>
            </a:extLst>
          </p:cNvPr>
          <p:cNvSpPr>
            <a:spLocks noGrp="1" noChangeArrowheads="1"/>
          </p:cNvSpPr>
          <p:nvPr>
            <p:ph type="body" sz="half" idx="1"/>
          </p:nvPr>
        </p:nvSpPr>
        <p:spPr>
          <a:xfrm>
            <a:off x="2209800" y="1981200"/>
            <a:ext cx="4757738"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In order to insert a new record, the </a:t>
            </a:r>
            <a:r>
              <a:rPr lang="en-US" altLang="en-US" b="1" u="sng">
                <a:solidFill>
                  <a:schemeClr val="accent2"/>
                </a:solidFill>
              </a:rPr>
              <a:t>key</a:t>
            </a:r>
            <a:r>
              <a:rPr lang="en-US" altLang="en-US"/>
              <a:t> must somehow be </a:t>
            </a:r>
            <a:r>
              <a:rPr lang="en-US" altLang="en-US" b="1" u="sng">
                <a:solidFill>
                  <a:schemeClr val="accent2"/>
                </a:solidFill>
              </a:rPr>
              <a:t>converted to</a:t>
            </a:r>
            <a:r>
              <a:rPr lang="en-US" altLang="en-US" b="1">
                <a:solidFill>
                  <a:schemeClr val="accent2"/>
                </a:solidFill>
              </a:rPr>
              <a:t> </a:t>
            </a:r>
            <a:r>
              <a:rPr lang="en-US" altLang="en-US"/>
              <a:t>an array </a:t>
            </a:r>
            <a:r>
              <a:rPr lang="en-US" altLang="en-US" b="1" u="sng">
                <a:solidFill>
                  <a:schemeClr val="accent2"/>
                </a:solidFill>
              </a:rPr>
              <a:t>index</a:t>
            </a:r>
            <a:r>
              <a:rPr lang="en-US" altLang="en-US"/>
              <a:t>.</a:t>
            </a:r>
          </a:p>
          <a:p>
            <a:r>
              <a:rPr lang="en-US" altLang="en-US"/>
              <a:t>The index is called the </a:t>
            </a:r>
            <a:r>
              <a:rPr lang="en-US" altLang="en-US" b="1" u="sng">
                <a:solidFill>
                  <a:schemeClr val="accent2"/>
                </a:solidFill>
              </a:rPr>
              <a:t>hash value</a:t>
            </a:r>
            <a:r>
              <a:rPr lang="en-US" altLang="en-US" b="1">
                <a:solidFill>
                  <a:schemeClr val="accent2"/>
                </a:solidFill>
              </a:rPr>
              <a:t> </a:t>
            </a:r>
            <a:r>
              <a:rPr lang="en-US" altLang="en-US"/>
              <a:t>of the key.</a:t>
            </a:r>
          </a:p>
        </p:txBody>
      </p:sp>
      <p:sp>
        <p:nvSpPr>
          <p:cNvPr id="16388" name="Rectangle 4">
            <a:extLst>
              <a:ext uri="{FF2B5EF4-FFF2-40B4-BE49-F238E27FC236}">
                <a16:creationId xmlns:a16="http://schemas.microsoft.com/office/drawing/2014/main" id="{DA6F5446-144F-8EAE-D384-6CBB09EA3CDF}"/>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389" name="Line 5">
            <a:extLst>
              <a:ext uri="{FF2B5EF4-FFF2-40B4-BE49-F238E27FC236}">
                <a16:creationId xmlns:a16="http://schemas.microsoft.com/office/drawing/2014/main" id="{802D9603-0FD4-D645-13F3-C38D11200490}"/>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0" name="Line 6">
            <a:extLst>
              <a:ext uri="{FF2B5EF4-FFF2-40B4-BE49-F238E27FC236}">
                <a16:creationId xmlns:a16="http://schemas.microsoft.com/office/drawing/2014/main" id="{B50BFEF4-42EB-40BD-333C-3889135901D7}"/>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1" name="Line 7">
            <a:extLst>
              <a:ext uri="{FF2B5EF4-FFF2-40B4-BE49-F238E27FC236}">
                <a16:creationId xmlns:a16="http://schemas.microsoft.com/office/drawing/2014/main" id="{3F3E2591-1123-C7C9-D2CA-A0B7FF5F2DEE}"/>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2" name="Line 8">
            <a:extLst>
              <a:ext uri="{FF2B5EF4-FFF2-40B4-BE49-F238E27FC236}">
                <a16:creationId xmlns:a16="http://schemas.microsoft.com/office/drawing/2014/main" id="{151AC6C9-6EEA-40F6-B3D5-14779AA1ACFF}"/>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3" name="Line 9">
            <a:extLst>
              <a:ext uri="{FF2B5EF4-FFF2-40B4-BE49-F238E27FC236}">
                <a16:creationId xmlns:a16="http://schemas.microsoft.com/office/drawing/2014/main" id="{26DB9CEF-52C5-440E-C4B0-4E45CA61F33B}"/>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4" name="Line 10">
            <a:extLst>
              <a:ext uri="{FF2B5EF4-FFF2-40B4-BE49-F238E27FC236}">
                <a16:creationId xmlns:a16="http://schemas.microsoft.com/office/drawing/2014/main" id="{82BD49E7-1367-BEAA-1EB0-650E1A07078E}"/>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395" name="Rectangle 11">
            <a:extLst>
              <a:ext uri="{FF2B5EF4-FFF2-40B4-BE49-F238E27FC236}">
                <a16:creationId xmlns:a16="http://schemas.microsoft.com/office/drawing/2014/main" id="{0EA6B3A9-AC3A-E2BC-12FC-7D6CACC90907}"/>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16396" name="Rectangle 12">
            <a:extLst>
              <a:ext uri="{FF2B5EF4-FFF2-40B4-BE49-F238E27FC236}">
                <a16:creationId xmlns:a16="http://schemas.microsoft.com/office/drawing/2014/main" id="{74535E93-DD72-B8BF-7FF3-1754AEB730F9}"/>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16397" name="Rectangle 13">
            <a:extLst>
              <a:ext uri="{FF2B5EF4-FFF2-40B4-BE49-F238E27FC236}">
                <a16:creationId xmlns:a16="http://schemas.microsoft.com/office/drawing/2014/main" id="{17E728EE-F8F4-FA47-2761-CEE9572B5633}"/>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16398" name="Rectangle 14">
            <a:extLst>
              <a:ext uri="{FF2B5EF4-FFF2-40B4-BE49-F238E27FC236}">
                <a16:creationId xmlns:a16="http://schemas.microsoft.com/office/drawing/2014/main" id="{3D13D54E-595C-37B0-5CBC-5A24BBA668E2}"/>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16399" name="Rectangle 15">
            <a:extLst>
              <a:ext uri="{FF2B5EF4-FFF2-40B4-BE49-F238E27FC236}">
                <a16:creationId xmlns:a16="http://schemas.microsoft.com/office/drawing/2014/main" id="{8E00DD6A-9C59-2C82-36FC-399DB4265BB8}"/>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16400" name="Rectangle 16">
            <a:extLst>
              <a:ext uri="{FF2B5EF4-FFF2-40B4-BE49-F238E27FC236}">
                <a16:creationId xmlns:a16="http://schemas.microsoft.com/office/drawing/2014/main" id="{C7D187D9-42D5-CA45-DC2B-608899D8C724}"/>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16401" name="Rectangle 17">
            <a:extLst>
              <a:ext uri="{FF2B5EF4-FFF2-40B4-BE49-F238E27FC236}">
                <a16:creationId xmlns:a16="http://schemas.microsoft.com/office/drawing/2014/main" id="{033E94AE-2521-1B2E-20D2-9284E6B23971}"/>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02" name="Rectangle 18">
            <a:extLst>
              <a:ext uri="{FF2B5EF4-FFF2-40B4-BE49-F238E27FC236}">
                <a16:creationId xmlns:a16="http://schemas.microsoft.com/office/drawing/2014/main" id="{91F43F75-E338-2E2D-06D2-6D9DBB5E2BDD}"/>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16403" name="Group 19">
            <a:extLst>
              <a:ext uri="{FF2B5EF4-FFF2-40B4-BE49-F238E27FC236}">
                <a16:creationId xmlns:a16="http://schemas.microsoft.com/office/drawing/2014/main" id="{74BE9FA4-89FC-37AD-7676-70F8641654F4}"/>
              </a:ext>
            </a:extLst>
          </p:cNvPr>
          <p:cNvGrpSpPr>
            <a:grpSpLocks/>
          </p:cNvGrpSpPr>
          <p:nvPr/>
        </p:nvGrpSpPr>
        <p:grpSpPr bwMode="auto">
          <a:xfrm>
            <a:off x="6122988" y="5475288"/>
            <a:ext cx="677862" cy="519112"/>
            <a:chOff x="2897" y="3449"/>
            <a:chExt cx="427" cy="327"/>
          </a:xfrm>
        </p:grpSpPr>
        <p:sp>
          <p:nvSpPr>
            <p:cNvPr id="16404" name="Rectangle 20">
              <a:extLst>
                <a:ext uri="{FF2B5EF4-FFF2-40B4-BE49-F238E27FC236}">
                  <a16:creationId xmlns:a16="http://schemas.microsoft.com/office/drawing/2014/main" id="{33CBA039-A2AC-F6F6-BBE4-361B738041C7}"/>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16405" name="Picture 21">
              <a:extLst>
                <a:ext uri="{FF2B5EF4-FFF2-40B4-BE49-F238E27FC236}">
                  <a16:creationId xmlns:a16="http://schemas.microsoft.com/office/drawing/2014/main" id="{57A35969-08B0-154C-A353-A837FA25969D}"/>
                </a:ext>
              </a:extLst>
            </p:cNvPr>
            <p:cNvPicPr>
              <a:picLocks noChangeArrowheads="1"/>
            </p:cNvPicPr>
            <p:nvPr/>
          </p:nvPicPr>
          <p:blipFill>
            <a:blip r:embed="rId3">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6406" name="Group 22">
            <a:extLst>
              <a:ext uri="{FF2B5EF4-FFF2-40B4-BE49-F238E27FC236}">
                <a16:creationId xmlns:a16="http://schemas.microsoft.com/office/drawing/2014/main" id="{3AD8F05E-BB8D-4D9F-9727-FB2344A23030}"/>
              </a:ext>
            </a:extLst>
          </p:cNvPr>
          <p:cNvGrpSpPr>
            <a:grpSpLocks/>
          </p:cNvGrpSpPr>
          <p:nvPr/>
        </p:nvGrpSpPr>
        <p:grpSpPr bwMode="auto">
          <a:xfrm>
            <a:off x="4346576" y="5449888"/>
            <a:ext cx="677863" cy="569912"/>
            <a:chOff x="1778" y="3433"/>
            <a:chExt cx="427" cy="359"/>
          </a:xfrm>
        </p:grpSpPr>
        <p:sp>
          <p:nvSpPr>
            <p:cNvPr id="16407" name="Rectangle 23">
              <a:extLst>
                <a:ext uri="{FF2B5EF4-FFF2-40B4-BE49-F238E27FC236}">
                  <a16:creationId xmlns:a16="http://schemas.microsoft.com/office/drawing/2014/main" id="{4DB7721A-E41E-8D91-53DC-62806C78AEB6}"/>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16408" name="Picture 24">
              <a:extLst>
                <a:ext uri="{FF2B5EF4-FFF2-40B4-BE49-F238E27FC236}">
                  <a16:creationId xmlns:a16="http://schemas.microsoft.com/office/drawing/2014/main" id="{7FC8233D-DDD9-7E5F-7C13-484C0593E9F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6409" name="Group 25">
            <a:extLst>
              <a:ext uri="{FF2B5EF4-FFF2-40B4-BE49-F238E27FC236}">
                <a16:creationId xmlns:a16="http://schemas.microsoft.com/office/drawing/2014/main" id="{27282FD1-C15B-DAB2-3197-01AE9D7CF72F}"/>
              </a:ext>
            </a:extLst>
          </p:cNvPr>
          <p:cNvGrpSpPr>
            <a:grpSpLocks/>
          </p:cNvGrpSpPr>
          <p:nvPr/>
        </p:nvGrpSpPr>
        <p:grpSpPr bwMode="auto">
          <a:xfrm>
            <a:off x="3430589" y="5445125"/>
            <a:ext cx="625475" cy="577850"/>
            <a:chOff x="1201" y="3430"/>
            <a:chExt cx="394" cy="364"/>
          </a:xfrm>
        </p:grpSpPr>
        <p:sp>
          <p:nvSpPr>
            <p:cNvPr id="16410" name="Rectangle 26">
              <a:extLst>
                <a:ext uri="{FF2B5EF4-FFF2-40B4-BE49-F238E27FC236}">
                  <a16:creationId xmlns:a16="http://schemas.microsoft.com/office/drawing/2014/main" id="{DB3E6068-E140-41F1-7E27-D8DD73EF9AEC}"/>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16411" name="Picture 27">
              <a:extLst>
                <a:ext uri="{FF2B5EF4-FFF2-40B4-BE49-F238E27FC236}">
                  <a16:creationId xmlns:a16="http://schemas.microsoft.com/office/drawing/2014/main" id="{19C1552E-A21C-0DD2-FAC8-E264C196F968}"/>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6412" name="Group 28">
            <a:extLst>
              <a:ext uri="{FF2B5EF4-FFF2-40B4-BE49-F238E27FC236}">
                <a16:creationId xmlns:a16="http://schemas.microsoft.com/office/drawing/2014/main" id="{19E62D70-A132-6745-1F03-B92B6152BCBD}"/>
              </a:ext>
            </a:extLst>
          </p:cNvPr>
          <p:cNvGrpSpPr>
            <a:grpSpLocks/>
          </p:cNvGrpSpPr>
          <p:nvPr/>
        </p:nvGrpSpPr>
        <p:grpSpPr bwMode="auto">
          <a:xfrm>
            <a:off x="9288464" y="5480050"/>
            <a:ext cx="727075" cy="508000"/>
            <a:chOff x="4891" y="3452"/>
            <a:chExt cx="458" cy="320"/>
          </a:xfrm>
        </p:grpSpPr>
        <p:sp>
          <p:nvSpPr>
            <p:cNvPr id="16413" name="Rectangle 29">
              <a:extLst>
                <a:ext uri="{FF2B5EF4-FFF2-40B4-BE49-F238E27FC236}">
                  <a16:creationId xmlns:a16="http://schemas.microsoft.com/office/drawing/2014/main" id="{3C76CE17-47F0-3C94-FD44-F47CF04E4A1B}"/>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16414" name="Picture 30">
              <a:extLst>
                <a:ext uri="{FF2B5EF4-FFF2-40B4-BE49-F238E27FC236}">
                  <a16:creationId xmlns:a16="http://schemas.microsoft.com/office/drawing/2014/main" id="{38648C5A-AFDE-32B4-B32C-11976CAAA33C}"/>
                </a:ext>
              </a:extLst>
            </p:cNvPr>
            <p:cNvPicPr>
              <a:picLocks noChangeArrowheads="1"/>
            </p:cNvPicPr>
            <p:nvPr/>
          </p:nvPicPr>
          <p:blipFill>
            <a:blip r:embed="rId6">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6415" name="Group 31">
            <a:extLst>
              <a:ext uri="{FF2B5EF4-FFF2-40B4-BE49-F238E27FC236}">
                <a16:creationId xmlns:a16="http://schemas.microsoft.com/office/drawing/2014/main" id="{7BECD19E-697E-0731-4246-A042FDA85F9A}"/>
              </a:ext>
            </a:extLst>
          </p:cNvPr>
          <p:cNvGrpSpPr>
            <a:grpSpLocks/>
          </p:cNvGrpSpPr>
          <p:nvPr/>
        </p:nvGrpSpPr>
        <p:grpSpPr bwMode="auto">
          <a:xfrm>
            <a:off x="8120064" y="4014788"/>
            <a:ext cx="1311275" cy="2832100"/>
            <a:chOff x="4155" y="2529"/>
            <a:chExt cx="826" cy="1784"/>
          </a:xfrm>
        </p:grpSpPr>
        <p:sp useBgFill="1">
          <p:nvSpPr>
            <p:cNvPr id="16416" name="Freeform 32">
              <a:extLst>
                <a:ext uri="{FF2B5EF4-FFF2-40B4-BE49-F238E27FC236}">
                  <a16:creationId xmlns:a16="http://schemas.microsoft.com/office/drawing/2014/main" id="{3A39B0E0-6B87-0658-F2B0-8FD37CF75184}"/>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6417" name="Rectangle 33">
              <a:extLst>
                <a:ext uri="{FF2B5EF4-FFF2-40B4-BE49-F238E27FC236}">
                  <a16:creationId xmlns:a16="http://schemas.microsoft.com/office/drawing/2014/main" id="{86F64342-AFE0-AC38-7426-FAB8976E7F89}"/>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sp>
        <p:nvSpPr>
          <p:cNvPr id="16418" name="Rectangle 34">
            <a:extLst>
              <a:ext uri="{FF2B5EF4-FFF2-40B4-BE49-F238E27FC236}">
                <a16:creationId xmlns:a16="http://schemas.microsoft.com/office/drawing/2014/main" id="{4A843902-5020-B7AC-44D8-BD806ACDB620}"/>
              </a:ext>
            </a:extLst>
          </p:cNvPr>
          <p:cNvSpPr>
            <a:spLocks noChangeArrowheads="1"/>
          </p:cNvSpPr>
          <p:nvPr/>
        </p:nvSpPr>
        <p:spPr bwMode="auto">
          <a:xfrm>
            <a:off x="7553326"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6419" name="Picture 35">
            <a:extLst>
              <a:ext uri="{FF2B5EF4-FFF2-40B4-BE49-F238E27FC236}">
                <a16:creationId xmlns:a16="http://schemas.microsoft.com/office/drawing/2014/main" id="{94D9E532-28D7-F059-F9F2-1058A064611D}"/>
              </a:ext>
            </a:extLst>
          </p:cNvPr>
          <p:cNvPicPr>
            <a:picLocks noChangeArrowheads="1"/>
          </p:cNvPicPr>
          <p:nvPr/>
        </p:nvPicPr>
        <p:blipFill>
          <a:blip r:embed="rId7">
            <a:extLst>
              <a:ext uri="{28A0092B-C50C-407E-A947-70E740481C1C}">
                <a14:useLocalDpi xmlns:a14="http://schemas.microsoft.com/office/drawing/2010/main" val="0"/>
              </a:ext>
            </a:extLst>
          </a:blip>
          <a:srcRect l="50790" b="42133"/>
          <a:stretch>
            <a:fillRect/>
          </a:stretch>
        </p:blipFill>
        <p:spPr bwMode="auto">
          <a:xfrm>
            <a:off x="7866063" y="1416051"/>
            <a:ext cx="2119312" cy="1903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6420" name="Oval 36">
            <a:extLst>
              <a:ext uri="{FF2B5EF4-FFF2-40B4-BE49-F238E27FC236}">
                <a16:creationId xmlns:a16="http://schemas.microsoft.com/office/drawing/2014/main" id="{D1105267-0DD4-6EFA-E4FC-58E5D5B817B8}"/>
              </a:ext>
            </a:extLst>
          </p:cNvPr>
          <p:cNvSpPr>
            <a:spLocks noChangeArrowheads="1"/>
          </p:cNvSpPr>
          <p:nvPr/>
        </p:nvSpPr>
        <p:spPr bwMode="auto">
          <a:xfrm>
            <a:off x="8388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6421" name="Rectangle 37">
            <a:extLst>
              <a:ext uri="{FF2B5EF4-FFF2-40B4-BE49-F238E27FC236}">
                <a16:creationId xmlns:a16="http://schemas.microsoft.com/office/drawing/2014/main" id="{9E2EFE67-D7B0-70AC-63D7-233679CF75C0}"/>
              </a:ext>
            </a:extLst>
          </p:cNvPr>
          <p:cNvSpPr>
            <a:spLocks noChangeArrowheads="1"/>
          </p:cNvSpPr>
          <p:nvPr/>
        </p:nvSpPr>
        <p:spPr bwMode="auto">
          <a:xfrm>
            <a:off x="7681914" y="1104901"/>
            <a:ext cx="227305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Number 580625685</a:t>
            </a:r>
          </a:p>
        </p:txBody>
      </p:sp>
    </p:spTree>
  </p:cSld>
  <p:clrMapOvr>
    <a:masterClrMapping/>
  </p:clrMapOvr>
  <p:transition>
    <p:randomBar dir="vert"/>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254FD417-B21A-7566-2E1A-3AD4386B0C9B}"/>
              </a:ext>
            </a:extLst>
          </p:cNvPr>
          <p:cNvSpPr>
            <a:spLocks noGrp="1" noChangeArrowheads="1"/>
          </p:cNvSpPr>
          <p:nvPr>
            <p:ph type="title"/>
          </p:nvPr>
        </p:nvSpPr>
        <p:spPr>
          <a:xfrm>
            <a:off x="685800" y="762000"/>
            <a:ext cx="7772400" cy="1143000"/>
          </a:xfrm>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altLang="en-US"/>
              <a:t>Inserting a New Record</a:t>
            </a:r>
          </a:p>
        </p:txBody>
      </p:sp>
      <p:sp>
        <p:nvSpPr>
          <p:cNvPr id="18435" name="Rectangle 3">
            <a:extLst>
              <a:ext uri="{FF2B5EF4-FFF2-40B4-BE49-F238E27FC236}">
                <a16:creationId xmlns:a16="http://schemas.microsoft.com/office/drawing/2014/main" id="{B19362C6-2807-448A-6D57-E512020B7561}"/>
              </a:ext>
            </a:extLst>
          </p:cNvPr>
          <p:cNvSpPr>
            <a:spLocks noGrp="1" noChangeArrowheads="1"/>
          </p:cNvSpPr>
          <p:nvPr>
            <p:ph type="body" sz="half" idx="1"/>
          </p:nvPr>
        </p:nvSpPr>
        <p:spPr>
          <a:xfrm>
            <a:off x="2209800" y="1981200"/>
            <a:ext cx="4757738"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Typical way create a hash value:</a:t>
            </a:r>
          </a:p>
        </p:txBody>
      </p:sp>
      <p:sp>
        <p:nvSpPr>
          <p:cNvPr id="18436" name="Rectangle 4">
            <a:extLst>
              <a:ext uri="{FF2B5EF4-FFF2-40B4-BE49-F238E27FC236}">
                <a16:creationId xmlns:a16="http://schemas.microsoft.com/office/drawing/2014/main" id="{A8CDA30F-08C8-BE79-0F29-FD0AE9597980}"/>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37" name="Line 5">
            <a:extLst>
              <a:ext uri="{FF2B5EF4-FFF2-40B4-BE49-F238E27FC236}">
                <a16:creationId xmlns:a16="http://schemas.microsoft.com/office/drawing/2014/main" id="{CA5DEB7B-A293-58AC-4B0D-776960C5C2EA}"/>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8" name="Line 6">
            <a:extLst>
              <a:ext uri="{FF2B5EF4-FFF2-40B4-BE49-F238E27FC236}">
                <a16:creationId xmlns:a16="http://schemas.microsoft.com/office/drawing/2014/main" id="{ACD9572D-F203-D436-605D-8EF0F3E56DF3}"/>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39" name="Line 7">
            <a:extLst>
              <a:ext uri="{FF2B5EF4-FFF2-40B4-BE49-F238E27FC236}">
                <a16:creationId xmlns:a16="http://schemas.microsoft.com/office/drawing/2014/main" id="{3BDC4611-32E3-5158-B208-9D1F0D9E90E3}"/>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0" name="Line 8">
            <a:extLst>
              <a:ext uri="{FF2B5EF4-FFF2-40B4-BE49-F238E27FC236}">
                <a16:creationId xmlns:a16="http://schemas.microsoft.com/office/drawing/2014/main" id="{ED024460-7098-DA2B-4934-B8293BADA66E}"/>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1" name="Line 9">
            <a:extLst>
              <a:ext uri="{FF2B5EF4-FFF2-40B4-BE49-F238E27FC236}">
                <a16:creationId xmlns:a16="http://schemas.microsoft.com/office/drawing/2014/main" id="{F1370978-21CC-699C-DBC9-4F12963D0B4A}"/>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2" name="Line 10">
            <a:extLst>
              <a:ext uri="{FF2B5EF4-FFF2-40B4-BE49-F238E27FC236}">
                <a16:creationId xmlns:a16="http://schemas.microsoft.com/office/drawing/2014/main" id="{EAFD1267-BB70-8474-7074-70C9A5FD8707}"/>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43" name="Rectangle 11">
            <a:extLst>
              <a:ext uri="{FF2B5EF4-FFF2-40B4-BE49-F238E27FC236}">
                <a16:creationId xmlns:a16="http://schemas.microsoft.com/office/drawing/2014/main" id="{81A0B4CC-784C-89B9-EFB4-43B2028F7CF6}"/>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18444" name="Rectangle 12">
            <a:extLst>
              <a:ext uri="{FF2B5EF4-FFF2-40B4-BE49-F238E27FC236}">
                <a16:creationId xmlns:a16="http://schemas.microsoft.com/office/drawing/2014/main" id="{E7061A31-A958-C67D-6015-745B18B6179B}"/>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18445" name="Rectangle 13">
            <a:extLst>
              <a:ext uri="{FF2B5EF4-FFF2-40B4-BE49-F238E27FC236}">
                <a16:creationId xmlns:a16="http://schemas.microsoft.com/office/drawing/2014/main" id="{7532B454-43D8-FCE7-5F20-1C8E0D82B679}"/>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18446" name="Rectangle 14">
            <a:extLst>
              <a:ext uri="{FF2B5EF4-FFF2-40B4-BE49-F238E27FC236}">
                <a16:creationId xmlns:a16="http://schemas.microsoft.com/office/drawing/2014/main" id="{A8BF35A7-10FC-A4F6-A07A-243130D2BCF0}"/>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18447" name="Rectangle 15">
            <a:extLst>
              <a:ext uri="{FF2B5EF4-FFF2-40B4-BE49-F238E27FC236}">
                <a16:creationId xmlns:a16="http://schemas.microsoft.com/office/drawing/2014/main" id="{7B161478-E937-035F-F67F-94C51C96D88B}"/>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18448" name="Rectangle 16">
            <a:extLst>
              <a:ext uri="{FF2B5EF4-FFF2-40B4-BE49-F238E27FC236}">
                <a16:creationId xmlns:a16="http://schemas.microsoft.com/office/drawing/2014/main" id="{944653DD-63A6-5CDE-380B-C8FE8D6E1AED}"/>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18449" name="Rectangle 17">
            <a:extLst>
              <a:ext uri="{FF2B5EF4-FFF2-40B4-BE49-F238E27FC236}">
                <a16:creationId xmlns:a16="http://schemas.microsoft.com/office/drawing/2014/main" id="{AE42E840-6D28-C9C6-80BC-C837683C0BD0}"/>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50" name="Rectangle 18">
            <a:extLst>
              <a:ext uri="{FF2B5EF4-FFF2-40B4-BE49-F238E27FC236}">
                <a16:creationId xmlns:a16="http://schemas.microsoft.com/office/drawing/2014/main" id="{C03C0198-B407-2F0F-75FF-F55C3FF5A713}"/>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18451" name="Group 19">
            <a:extLst>
              <a:ext uri="{FF2B5EF4-FFF2-40B4-BE49-F238E27FC236}">
                <a16:creationId xmlns:a16="http://schemas.microsoft.com/office/drawing/2014/main" id="{8043EAF8-67F5-7D7F-2FA8-CD4996507237}"/>
              </a:ext>
            </a:extLst>
          </p:cNvPr>
          <p:cNvGrpSpPr>
            <a:grpSpLocks/>
          </p:cNvGrpSpPr>
          <p:nvPr/>
        </p:nvGrpSpPr>
        <p:grpSpPr bwMode="auto">
          <a:xfrm>
            <a:off x="6122988" y="5475288"/>
            <a:ext cx="677862" cy="519112"/>
            <a:chOff x="2897" y="3449"/>
            <a:chExt cx="427" cy="327"/>
          </a:xfrm>
        </p:grpSpPr>
        <p:sp>
          <p:nvSpPr>
            <p:cNvPr id="18452" name="Rectangle 20">
              <a:extLst>
                <a:ext uri="{FF2B5EF4-FFF2-40B4-BE49-F238E27FC236}">
                  <a16:creationId xmlns:a16="http://schemas.microsoft.com/office/drawing/2014/main" id="{D1061B36-AFD8-B5FA-5532-759CCEB5C3DC}"/>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18453" name="Picture 21">
              <a:extLst>
                <a:ext uri="{FF2B5EF4-FFF2-40B4-BE49-F238E27FC236}">
                  <a16:creationId xmlns:a16="http://schemas.microsoft.com/office/drawing/2014/main" id="{8B5E308B-539B-C34F-E71F-8FB179CDFBDC}"/>
                </a:ext>
              </a:extLst>
            </p:cNvPr>
            <p:cNvPicPr>
              <a:picLocks noChangeArrowheads="1"/>
            </p:cNvPicPr>
            <p:nvPr/>
          </p:nvPicPr>
          <p:blipFill>
            <a:blip r:embed="rId3">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8454" name="Group 22">
            <a:extLst>
              <a:ext uri="{FF2B5EF4-FFF2-40B4-BE49-F238E27FC236}">
                <a16:creationId xmlns:a16="http://schemas.microsoft.com/office/drawing/2014/main" id="{4F53E7F8-CD3B-0C22-5000-7608322910B7}"/>
              </a:ext>
            </a:extLst>
          </p:cNvPr>
          <p:cNvGrpSpPr>
            <a:grpSpLocks/>
          </p:cNvGrpSpPr>
          <p:nvPr/>
        </p:nvGrpSpPr>
        <p:grpSpPr bwMode="auto">
          <a:xfrm>
            <a:off x="4346576" y="5449888"/>
            <a:ext cx="677863" cy="569912"/>
            <a:chOff x="1778" y="3433"/>
            <a:chExt cx="427" cy="359"/>
          </a:xfrm>
        </p:grpSpPr>
        <p:sp>
          <p:nvSpPr>
            <p:cNvPr id="18455" name="Rectangle 23">
              <a:extLst>
                <a:ext uri="{FF2B5EF4-FFF2-40B4-BE49-F238E27FC236}">
                  <a16:creationId xmlns:a16="http://schemas.microsoft.com/office/drawing/2014/main" id="{05F25BE6-A77A-D81F-AB1B-2F8FBB0FC8F9}"/>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18456" name="Picture 24">
              <a:extLst>
                <a:ext uri="{FF2B5EF4-FFF2-40B4-BE49-F238E27FC236}">
                  <a16:creationId xmlns:a16="http://schemas.microsoft.com/office/drawing/2014/main" id="{239E8062-FBDD-4CFD-B1EF-4D9C17350AFF}"/>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8457" name="Group 25">
            <a:extLst>
              <a:ext uri="{FF2B5EF4-FFF2-40B4-BE49-F238E27FC236}">
                <a16:creationId xmlns:a16="http://schemas.microsoft.com/office/drawing/2014/main" id="{3052E0CC-93A1-544B-023C-717040B2EC6B}"/>
              </a:ext>
            </a:extLst>
          </p:cNvPr>
          <p:cNvGrpSpPr>
            <a:grpSpLocks/>
          </p:cNvGrpSpPr>
          <p:nvPr/>
        </p:nvGrpSpPr>
        <p:grpSpPr bwMode="auto">
          <a:xfrm>
            <a:off x="3430589" y="5445125"/>
            <a:ext cx="625475" cy="577850"/>
            <a:chOff x="1201" y="3430"/>
            <a:chExt cx="394" cy="364"/>
          </a:xfrm>
        </p:grpSpPr>
        <p:sp>
          <p:nvSpPr>
            <p:cNvPr id="18458" name="Rectangle 26">
              <a:extLst>
                <a:ext uri="{FF2B5EF4-FFF2-40B4-BE49-F238E27FC236}">
                  <a16:creationId xmlns:a16="http://schemas.microsoft.com/office/drawing/2014/main" id="{B973043A-0128-6D8D-F6D6-2EBFB7463CA7}"/>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18459" name="Picture 27">
              <a:extLst>
                <a:ext uri="{FF2B5EF4-FFF2-40B4-BE49-F238E27FC236}">
                  <a16:creationId xmlns:a16="http://schemas.microsoft.com/office/drawing/2014/main" id="{521097FF-4636-AE8D-001C-FE6AF2ED7456}"/>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8460" name="Group 28">
            <a:extLst>
              <a:ext uri="{FF2B5EF4-FFF2-40B4-BE49-F238E27FC236}">
                <a16:creationId xmlns:a16="http://schemas.microsoft.com/office/drawing/2014/main" id="{DD8C9252-83A0-9654-EA9F-1617EC2293BB}"/>
              </a:ext>
            </a:extLst>
          </p:cNvPr>
          <p:cNvGrpSpPr>
            <a:grpSpLocks/>
          </p:cNvGrpSpPr>
          <p:nvPr/>
        </p:nvGrpSpPr>
        <p:grpSpPr bwMode="auto">
          <a:xfrm>
            <a:off x="9288464" y="5480050"/>
            <a:ext cx="727075" cy="508000"/>
            <a:chOff x="4891" y="3452"/>
            <a:chExt cx="458" cy="320"/>
          </a:xfrm>
        </p:grpSpPr>
        <p:sp>
          <p:nvSpPr>
            <p:cNvPr id="18461" name="Rectangle 29">
              <a:extLst>
                <a:ext uri="{FF2B5EF4-FFF2-40B4-BE49-F238E27FC236}">
                  <a16:creationId xmlns:a16="http://schemas.microsoft.com/office/drawing/2014/main" id="{62EEF0C0-3291-DF22-EF96-BA2C578FE776}"/>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18462" name="Picture 30">
              <a:extLst>
                <a:ext uri="{FF2B5EF4-FFF2-40B4-BE49-F238E27FC236}">
                  <a16:creationId xmlns:a16="http://schemas.microsoft.com/office/drawing/2014/main" id="{51086368-211C-7EE7-F4DD-EDBFFD182E57}"/>
                </a:ext>
              </a:extLst>
            </p:cNvPr>
            <p:cNvPicPr>
              <a:picLocks noChangeArrowheads="1"/>
            </p:cNvPicPr>
            <p:nvPr/>
          </p:nvPicPr>
          <p:blipFill>
            <a:blip r:embed="rId6">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18463" name="Group 31">
            <a:extLst>
              <a:ext uri="{FF2B5EF4-FFF2-40B4-BE49-F238E27FC236}">
                <a16:creationId xmlns:a16="http://schemas.microsoft.com/office/drawing/2014/main" id="{0B999668-045C-4764-4430-91E0FEFE633D}"/>
              </a:ext>
            </a:extLst>
          </p:cNvPr>
          <p:cNvGrpSpPr>
            <a:grpSpLocks/>
          </p:cNvGrpSpPr>
          <p:nvPr/>
        </p:nvGrpSpPr>
        <p:grpSpPr bwMode="auto">
          <a:xfrm>
            <a:off x="8120064" y="4014788"/>
            <a:ext cx="1311275" cy="2832100"/>
            <a:chOff x="4155" y="2529"/>
            <a:chExt cx="826" cy="1784"/>
          </a:xfrm>
        </p:grpSpPr>
        <p:sp useBgFill="1">
          <p:nvSpPr>
            <p:cNvPr id="18464" name="Freeform 32">
              <a:extLst>
                <a:ext uri="{FF2B5EF4-FFF2-40B4-BE49-F238E27FC236}">
                  <a16:creationId xmlns:a16="http://schemas.microsoft.com/office/drawing/2014/main" id="{FEECDD53-4D5E-B1DB-AF24-80654931676D}"/>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8465" name="Rectangle 33">
              <a:extLst>
                <a:ext uri="{FF2B5EF4-FFF2-40B4-BE49-F238E27FC236}">
                  <a16:creationId xmlns:a16="http://schemas.microsoft.com/office/drawing/2014/main" id="{A71FCA6D-4198-8C7B-1CE0-5249B97399DC}"/>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sp>
        <p:nvSpPr>
          <p:cNvPr id="18466" name="Rectangle 34">
            <a:extLst>
              <a:ext uri="{FF2B5EF4-FFF2-40B4-BE49-F238E27FC236}">
                <a16:creationId xmlns:a16="http://schemas.microsoft.com/office/drawing/2014/main" id="{DBF45054-245C-B2CC-2775-9B764A9D4793}"/>
              </a:ext>
            </a:extLst>
          </p:cNvPr>
          <p:cNvSpPr>
            <a:spLocks noChangeArrowheads="1"/>
          </p:cNvSpPr>
          <p:nvPr/>
        </p:nvSpPr>
        <p:spPr bwMode="auto">
          <a:xfrm>
            <a:off x="7553326"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18467" name="Picture 35">
            <a:extLst>
              <a:ext uri="{FF2B5EF4-FFF2-40B4-BE49-F238E27FC236}">
                <a16:creationId xmlns:a16="http://schemas.microsoft.com/office/drawing/2014/main" id="{D836F9D1-A19B-C4D1-FA09-315FA47E8464}"/>
              </a:ext>
            </a:extLst>
          </p:cNvPr>
          <p:cNvPicPr>
            <a:picLocks noChangeArrowheads="1"/>
          </p:cNvPicPr>
          <p:nvPr/>
        </p:nvPicPr>
        <p:blipFill>
          <a:blip r:embed="rId7">
            <a:extLst>
              <a:ext uri="{28A0092B-C50C-407E-A947-70E740481C1C}">
                <a14:useLocalDpi xmlns:a14="http://schemas.microsoft.com/office/drawing/2010/main" val="0"/>
              </a:ext>
            </a:extLst>
          </a:blip>
          <a:srcRect l="50790" b="42133"/>
          <a:stretch>
            <a:fillRect/>
          </a:stretch>
        </p:blipFill>
        <p:spPr bwMode="auto">
          <a:xfrm>
            <a:off x="7866063" y="1416051"/>
            <a:ext cx="2119312" cy="1903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8468" name="Oval 36">
            <a:extLst>
              <a:ext uri="{FF2B5EF4-FFF2-40B4-BE49-F238E27FC236}">
                <a16:creationId xmlns:a16="http://schemas.microsoft.com/office/drawing/2014/main" id="{5A44F4C4-D57C-16A1-7DAD-53E20D8DF9B5}"/>
              </a:ext>
            </a:extLst>
          </p:cNvPr>
          <p:cNvSpPr>
            <a:spLocks noChangeArrowheads="1"/>
          </p:cNvSpPr>
          <p:nvPr/>
        </p:nvSpPr>
        <p:spPr bwMode="auto">
          <a:xfrm>
            <a:off x="8388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8469" name="Rectangle 37">
            <a:extLst>
              <a:ext uri="{FF2B5EF4-FFF2-40B4-BE49-F238E27FC236}">
                <a16:creationId xmlns:a16="http://schemas.microsoft.com/office/drawing/2014/main" id="{2F65182F-D596-F295-450A-1569C483CD74}"/>
              </a:ext>
            </a:extLst>
          </p:cNvPr>
          <p:cNvSpPr>
            <a:spLocks noChangeArrowheads="1"/>
          </p:cNvSpPr>
          <p:nvPr/>
        </p:nvSpPr>
        <p:spPr bwMode="auto">
          <a:xfrm>
            <a:off x="7681914" y="1104901"/>
            <a:ext cx="227305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Number 580625685</a:t>
            </a:r>
          </a:p>
        </p:txBody>
      </p:sp>
      <p:sp>
        <p:nvSpPr>
          <p:cNvPr id="18470" name="Rectangle 38">
            <a:extLst>
              <a:ext uri="{FF2B5EF4-FFF2-40B4-BE49-F238E27FC236}">
                <a16:creationId xmlns:a16="http://schemas.microsoft.com/office/drawing/2014/main" id="{34A1097D-CBF3-DFE0-99BD-859FD4F3A9E2}"/>
              </a:ext>
            </a:extLst>
          </p:cNvPr>
          <p:cNvSpPr>
            <a:spLocks noChangeArrowheads="1"/>
          </p:cNvSpPr>
          <p:nvPr/>
        </p:nvSpPr>
        <p:spPr bwMode="auto">
          <a:xfrm>
            <a:off x="2716214" y="3006726"/>
            <a:ext cx="227305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(Number mod 701) </a:t>
            </a:r>
          </a:p>
        </p:txBody>
      </p:sp>
      <p:sp>
        <p:nvSpPr>
          <p:cNvPr id="18471" name="Rectangle 39">
            <a:extLst>
              <a:ext uri="{FF2B5EF4-FFF2-40B4-BE49-F238E27FC236}">
                <a16:creationId xmlns:a16="http://schemas.microsoft.com/office/drawing/2014/main" id="{39B168A5-C221-437A-6E9B-B3A445351893}"/>
              </a:ext>
            </a:extLst>
          </p:cNvPr>
          <p:cNvSpPr>
            <a:spLocks noChangeArrowheads="1"/>
          </p:cNvSpPr>
          <p:nvPr/>
        </p:nvSpPr>
        <p:spPr bwMode="auto">
          <a:xfrm>
            <a:off x="2143126" y="3903664"/>
            <a:ext cx="6437313" cy="5159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r>
              <a:rPr lang="en-US" altLang="en-US" sz="2800">
                <a:latin typeface="Monotype Corsiva" panose="03010101010201010101" pitchFamily="66" charset="0"/>
              </a:rPr>
              <a:t>What is (580625685 % 701)  ? </a:t>
            </a:r>
          </a:p>
        </p:txBody>
      </p:sp>
    </p:spTree>
  </p:cSld>
  <p:clrMapOvr>
    <a:masterClrMapping/>
  </p:clrMapOvr>
  <p:transition>
    <p:randomBar dir="vert"/>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a:extLst>
              <a:ext uri="{FF2B5EF4-FFF2-40B4-BE49-F238E27FC236}">
                <a16:creationId xmlns:a16="http://schemas.microsoft.com/office/drawing/2014/main" id="{0C8345DA-08BB-16F7-F45B-188D9FBAC591}"/>
              </a:ext>
            </a:extLst>
          </p:cNvPr>
          <p:cNvSpPr>
            <a:spLocks noGrp="1" noChangeArrowheads="1"/>
          </p:cNvSpPr>
          <p:nvPr>
            <p:ph type="body" sz="half" idx="1"/>
          </p:nvPr>
        </p:nvSpPr>
        <p:spPr>
          <a:xfrm>
            <a:off x="2209800" y="1981200"/>
            <a:ext cx="4757738"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Typical way to create a hash value:</a:t>
            </a:r>
          </a:p>
        </p:txBody>
      </p:sp>
      <p:sp>
        <p:nvSpPr>
          <p:cNvPr id="20484" name="Rectangle 4">
            <a:extLst>
              <a:ext uri="{FF2B5EF4-FFF2-40B4-BE49-F238E27FC236}">
                <a16:creationId xmlns:a16="http://schemas.microsoft.com/office/drawing/2014/main" id="{7BD56C67-4CC2-B4FD-7A50-574870DA462D}"/>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85" name="Line 5">
            <a:extLst>
              <a:ext uri="{FF2B5EF4-FFF2-40B4-BE49-F238E27FC236}">
                <a16:creationId xmlns:a16="http://schemas.microsoft.com/office/drawing/2014/main" id="{E0F82491-4FB9-1469-1903-F8F122A82D06}"/>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6" name="Line 6">
            <a:extLst>
              <a:ext uri="{FF2B5EF4-FFF2-40B4-BE49-F238E27FC236}">
                <a16:creationId xmlns:a16="http://schemas.microsoft.com/office/drawing/2014/main" id="{D6C94101-B833-0AA3-B2AF-63DA352A808C}"/>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7" name="Line 7">
            <a:extLst>
              <a:ext uri="{FF2B5EF4-FFF2-40B4-BE49-F238E27FC236}">
                <a16:creationId xmlns:a16="http://schemas.microsoft.com/office/drawing/2014/main" id="{5F75DECC-8027-C748-11EA-9B586DD65FEF}"/>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8" name="Line 8">
            <a:extLst>
              <a:ext uri="{FF2B5EF4-FFF2-40B4-BE49-F238E27FC236}">
                <a16:creationId xmlns:a16="http://schemas.microsoft.com/office/drawing/2014/main" id="{D71CCC71-26D7-C254-C180-E0EA9DBB494D}"/>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89" name="Line 9">
            <a:extLst>
              <a:ext uri="{FF2B5EF4-FFF2-40B4-BE49-F238E27FC236}">
                <a16:creationId xmlns:a16="http://schemas.microsoft.com/office/drawing/2014/main" id="{E18867E7-D5CF-5072-40A5-FA8CF0D80C00}"/>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90" name="Line 10">
            <a:extLst>
              <a:ext uri="{FF2B5EF4-FFF2-40B4-BE49-F238E27FC236}">
                <a16:creationId xmlns:a16="http://schemas.microsoft.com/office/drawing/2014/main" id="{B5F1FA27-E87B-2C71-0997-A8EB649B34AD}"/>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491" name="Rectangle 11">
            <a:extLst>
              <a:ext uri="{FF2B5EF4-FFF2-40B4-BE49-F238E27FC236}">
                <a16:creationId xmlns:a16="http://schemas.microsoft.com/office/drawing/2014/main" id="{A5E05F1A-7170-703D-B31E-C0811EA57A1F}"/>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20492" name="Rectangle 12">
            <a:extLst>
              <a:ext uri="{FF2B5EF4-FFF2-40B4-BE49-F238E27FC236}">
                <a16:creationId xmlns:a16="http://schemas.microsoft.com/office/drawing/2014/main" id="{DED92FAF-8F01-FD26-61E2-3A6CEF122129}"/>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20493" name="Rectangle 13">
            <a:extLst>
              <a:ext uri="{FF2B5EF4-FFF2-40B4-BE49-F238E27FC236}">
                <a16:creationId xmlns:a16="http://schemas.microsoft.com/office/drawing/2014/main" id="{C0F5618B-ED80-3329-59D2-40B3041D940C}"/>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20494" name="Rectangle 14">
            <a:extLst>
              <a:ext uri="{FF2B5EF4-FFF2-40B4-BE49-F238E27FC236}">
                <a16:creationId xmlns:a16="http://schemas.microsoft.com/office/drawing/2014/main" id="{C0AA00D7-5E17-7E45-6CFE-0DCBD27813F4}"/>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20495" name="Rectangle 15">
            <a:extLst>
              <a:ext uri="{FF2B5EF4-FFF2-40B4-BE49-F238E27FC236}">
                <a16:creationId xmlns:a16="http://schemas.microsoft.com/office/drawing/2014/main" id="{E9C4B06D-CA5B-74B7-5917-DBCB6F6AD902}"/>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20496" name="Rectangle 16">
            <a:extLst>
              <a:ext uri="{FF2B5EF4-FFF2-40B4-BE49-F238E27FC236}">
                <a16:creationId xmlns:a16="http://schemas.microsoft.com/office/drawing/2014/main" id="{C5B8F114-4150-9BD0-6DB2-9047C56F83C1}"/>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20497" name="Rectangle 17">
            <a:extLst>
              <a:ext uri="{FF2B5EF4-FFF2-40B4-BE49-F238E27FC236}">
                <a16:creationId xmlns:a16="http://schemas.microsoft.com/office/drawing/2014/main" id="{4CC04870-4680-E726-0187-996941A00C21}"/>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498" name="Rectangle 18">
            <a:extLst>
              <a:ext uri="{FF2B5EF4-FFF2-40B4-BE49-F238E27FC236}">
                <a16:creationId xmlns:a16="http://schemas.microsoft.com/office/drawing/2014/main" id="{A2A24AD8-0F22-2F97-6172-28369DB14771}"/>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20499" name="Group 19">
            <a:extLst>
              <a:ext uri="{FF2B5EF4-FFF2-40B4-BE49-F238E27FC236}">
                <a16:creationId xmlns:a16="http://schemas.microsoft.com/office/drawing/2014/main" id="{CAF6FA0E-9CC1-26B0-36E5-B6C41F02F407}"/>
              </a:ext>
            </a:extLst>
          </p:cNvPr>
          <p:cNvGrpSpPr>
            <a:grpSpLocks/>
          </p:cNvGrpSpPr>
          <p:nvPr/>
        </p:nvGrpSpPr>
        <p:grpSpPr bwMode="auto">
          <a:xfrm>
            <a:off x="6122988" y="5475288"/>
            <a:ext cx="677862" cy="519112"/>
            <a:chOff x="2897" y="3449"/>
            <a:chExt cx="427" cy="327"/>
          </a:xfrm>
        </p:grpSpPr>
        <p:sp>
          <p:nvSpPr>
            <p:cNvPr id="20500" name="Rectangle 20">
              <a:extLst>
                <a:ext uri="{FF2B5EF4-FFF2-40B4-BE49-F238E27FC236}">
                  <a16:creationId xmlns:a16="http://schemas.microsoft.com/office/drawing/2014/main" id="{3B24BD68-6D4F-52B8-B462-F101D91923CB}"/>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20501" name="Picture 21">
              <a:extLst>
                <a:ext uri="{FF2B5EF4-FFF2-40B4-BE49-F238E27FC236}">
                  <a16:creationId xmlns:a16="http://schemas.microsoft.com/office/drawing/2014/main" id="{CCC7F0B8-EC7E-8D53-179F-C45C995A8EC4}"/>
                </a:ext>
              </a:extLst>
            </p:cNvPr>
            <p:cNvPicPr>
              <a:picLocks noChangeArrowheads="1"/>
            </p:cNvPicPr>
            <p:nvPr/>
          </p:nvPicPr>
          <p:blipFill>
            <a:blip r:embed="rId3">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0502" name="Group 22">
            <a:extLst>
              <a:ext uri="{FF2B5EF4-FFF2-40B4-BE49-F238E27FC236}">
                <a16:creationId xmlns:a16="http://schemas.microsoft.com/office/drawing/2014/main" id="{671606C6-7ED4-7FBF-65CF-036C2F6EC73E}"/>
              </a:ext>
            </a:extLst>
          </p:cNvPr>
          <p:cNvGrpSpPr>
            <a:grpSpLocks/>
          </p:cNvGrpSpPr>
          <p:nvPr/>
        </p:nvGrpSpPr>
        <p:grpSpPr bwMode="auto">
          <a:xfrm>
            <a:off x="4346576" y="5449888"/>
            <a:ext cx="677863" cy="569912"/>
            <a:chOff x="1778" y="3433"/>
            <a:chExt cx="427" cy="359"/>
          </a:xfrm>
        </p:grpSpPr>
        <p:sp>
          <p:nvSpPr>
            <p:cNvPr id="20503" name="Rectangle 23">
              <a:extLst>
                <a:ext uri="{FF2B5EF4-FFF2-40B4-BE49-F238E27FC236}">
                  <a16:creationId xmlns:a16="http://schemas.microsoft.com/office/drawing/2014/main" id="{D65E0F0C-F9A0-22E2-CB04-4B1E09AD3FEC}"/>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20504" name="Picture 24">
              <a:extLst>
                <a:ext uri="{FF2B5EF4-FFF2-40B4-BE49-F238E27FC236}">
                  <a16:creationId xmlns:a16="http://schemas.microsoft.com/office/drawing/2014/main" id="{4AF0FDFC-B8A2-10C6-E06A-141065486A9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0505" name="Group 25">
            <a:extLst>
              <a:ext uri="{FF2B5EF4-FFF2-40B4-BE49-F238E27FC236}">
                <a16:creationId xmlns:a16="http://schemas.microsoft.com/office/drawing/2014/main" id="{7DFC409A-9254-7AFD-02B0-F720BA33EE8D}"/>
              </a:ext>
            </a:extLst>
          </p:cNvPr>
          <p:cNvGrpSpPr>
            <a:grpSpLocks/>
          </p:cNvGrpSpPr>
          <p:nvPr/>
        </p:nvGrpSpPr>
        <p:grpSpPr bwMode="auto">
          <a:xfrm>
            <a:off x="3430589" y="5445125"/>
            <a:ext cx="625475" cy="577850"/>
            <a:chOff x="1201" y="3430"/>
            <a:chExt cx="394" cy="364"/>
          </a:xfrm>
        </p:grpSpPr>
        <p:sp>
          <p:nvSpPr>
            <p:cNvPr id="20506" name="Rectangle 26">
              <a:extLst>
                <a:ext uri="{FF2B5EF4-FFF2-40B4-BE49-F238E27FC236}">
                  <a16:creationId xmlns:a16="http://schemas.microsoft.com/office/drawing/2014/main" id="{E0DD3497-3755-2A8F-18E6-9D28C444E35D}"/>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20507" name="Picture 27">
              <a:extLst>
                <a:ext uri="{FF2B5EF4-FFF2-40B4-BE49-F238E27FC236}">
                  <a16:creationId xmlns:a16="http://schemas.microsoft.com/office/drawing/2014/main" id="{40408622-215A-3EAF-19BA-C9053573FDDE}"/>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0508" name="Group 28">
            <a:extLst>
              <a:ext uri="{FF2B5EF4-FFF2-40B4-BE49-F238E27FC236}">
                <a16:creationId xmlns:a16="http://schemas.microsoft.com/office/drawing/2014/main" id="{70F51C46-37ED-563E-5A28-10B6C4DCC0A3}"/>
              </a:ext>
            </a:extLst>
          </p:cNvPr>
          <p:cNvGrpSpPr>
            <a:grpSpLocks/>
          </p:cNvGrpSpPr>
          <p:nvPr/>
        </p:nvGrpSpPr>
        <p:grpSpPr bwMode="auto">
          <a:xfrm>
            <a:off x="9288464" y="5480050"/>
            <a:ext cx="727075" cy="508000"/>
            <a:chOff x="4891" y="3452"/>
            <a:chExt cx="458" cy="320"/>
          </a:xfrm>
        </p:grpSpPr>
        <p:sp>
          <p:nvSpPr>
            <p:cNvPr id="20509" name="Rectangle 29">
              <a:extLst>
                <a:ext uri="{FF2B5EF4-FFF2-40B4-BE49-F238E27FC236}">
                  <a16:creationId xmlns:a16="http://schemas.microsoft.com/office/drawing/2014/main" id="{DA04675A-B0C4-77D9-5997-C42D0BC77F7C}"/>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20510" name="Picture 30">
              <a:extLst>
                <a:ext uri="{FF2B5EF4-FFF2-40B4-BE49-F238E27FC236}">
                  <a16:creationId xmlns:a16="http://schemas.microsoft.com/office/drawing/2014/main" id="{61DDC3B6-3C30-B47F-A1B2-B014A697A602}"/>
                </a:ext>
              </a:extLst>
            </p:cNvPr>
            <p:cNvPicPr>
              <a:picLocks noChangeArrowheads="1"/>
            </p:cNvPicPr>
            <p:nvPr/>
          </p:nvPicPr>
          <p:blipFill>
            <a:blip r:embed="rId6">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0511" name="Group 31">
            <a:extLst>
              <a:ext uri="{FF2B5EF4-FFF2-40B4-BE49-F238E27FC236}">
                <a16:creationId xmlns:a16="http://schemas.microsoft.com/office/drawing/2014/main" id="{1AA0BDC7-A4C0-35E9-3A64-A07595C37BF4}"/>
              </a:ext>
            </a:extLst>
          </p:cNvPr>
          <p:cNvGrpSpPr>
            <a:grpSpLocks/>
          </p:cNvGrpSpPr>
          <p:nvPr/>
        </p:nvGrpSpPr>
        <p:grpSpPr bwMode="auto">
          <a:xfrm>
            <a:off x="8120064" y="4014788"/>
            <a:ext cx="1311275" cy="2832100"/>
            <a:chOff x="4155" y="2529"/>
            <a:chExt cx="826" cy="1784"/>
          </a:xfrm>
        </p:grpSpPr>
        <p:sp useBgFill="1">
          <p:nvSpPr>
            <p:cNvPr id="20512" name="Freeform 32">
              <a:extLst>
                <a:ext uri="{FF2B5EF4-FFF2-40B4-BE49-F238E27FC236}">
                  <a16:creationId xmlns:a16="http://schemas.microsoft.com/office/drawing/2014/main" id="{54315D32-417E-72FA-504A-821B9E86F430}"/>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0513" name="Rectangle 33">
              <a:extLst>
                <a:ext uri="{FF2B5EF4-FFF2-40B4-BE49-F238E27FC236}">
                  <a16:creationId xmlns:a16="http://schemas.microsoft.com/office/drawing/2014/main" id="{E50D0FD0-0794-FD08-884D-D0E6711A09CE}"/>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sp>
        <p:nvSpPr>
          <p:cNvPr id="20514" name="Rectangle 34">
            <a:extLst>
              <a:ext uri="{FF2B5EF4-FFF2-40B4-BE49-F238E27FC236}">
                <a16:creationId xmlns:a16="http://schemas.microsoft.com/office/drawing/2014/main" id="{9AE731D3-FA21-3AC4-66F4-C3BDB7BEA985}"/>
              </a:ext>
            </a:extLst>
          </p:cNvPr>
          <p:cNvSpPr>
            <a:spLocks noChangeArrowheads="1"/>
          </p:cNvSpPr>
          <p:nvPr/>
        </p:nvSpPr>
        <p:spPr bwMode="auto">
          <a:xfrm>
            <a:off x="7553326"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0515" name="Picture 35">
            <a:extLst>
              <a:ext uri="{FF2B5EF4-FFF2-40B4-BE49-F238E27FC236}">
                <a16:creationId xmlns:a16="http://schemas.microsoft.com/office/drawing/2014/main" id="{08C35262-DA33-15AF-A502-178BDAA1B3C4}"/>
              </a:ext>
            </a:extLst>
          </p:cNvPr>
          <p:cNvPicPr>
            <a:picLocks noChangeArrowheads="1"/>
          </p:cNvPicPr>
          <p:nvPr/>
        </p:nvPicPr>
        <p:blipFill>
          <a:blip r:embed="rId7">
            <a:extLst>
              <a:ext uri="{28A0092B-C50C-407E-A947-70E740481C1C}">
                <a14:useLocalDpi xmlns:a14="http://schemas.microsoft.com/office/drawing/2010/main" val="0"/>
              </a:ext>
            </a:extLst>
          </a:blip>
          <a:srcRect l="50790" b="42133"/>
          <a:stretch>
            <a:fillRect/>
          </a:stretch>
        </p:blipFill>
        <p:spPr bwMode="auto">
          <a:xfrm>
            <a:off x="7866063" y="1416051"/>
            <a:ext cx="2119312" cy="1903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0516" name="Oval 36">
            <a:extLst>
              <a:ext uri="{FF2B5EF4-FFF2-40B4-BE49-F238E27FC236}">
                <a16:creationId xmlns:a16="http://schemas.microsoft.com/office/drawing/2014/main" id="{F5A5EE23-A2E2-3C7D-231A-9FE4CB7605DC}"/>
              </a:ext>
            </a:extLst>
          </p:cNvPr>
          <p:cNvSpPr>
            <a:spLocks noChangeArrowheads="1"/>
          </p:cNvSpPr>
          <p:nvPr/>
        </p:nvSpPr>
        <p:spPr bwMode="auto">
          <a:xfrm>
            <a:off x="8388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17" name="Rectangle 37">
            <a:extLst>
              <a:ext uri="{FF2B5EF4-FFF2-40B4-BE49-F238E27FC236}">
                <a16:creationId xmlns:a16="http://schemas.microsoft.com/office/drawing/2014/main" id="{BC5BC2BF-27F0-6C27-2CE4-702E922D17E8}"/>
              </a:ext>
            </a:extLst>
          </p:cNvPr>
          <p:cNvSpPr>
            <a:spLocks noChangeArrowheads="1"/>
          </p:cNvSpPr>
          <p:nvPr/>
        </p:nvSpPr>
        <p:spPr bwMode="auto">
          <a:xfrm>
            <a:off x="7681914" y="1104901"/>
            <a:ext cx="227305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Number 580625685</a:t>
            </a:r>
          </a:p>
        </p:txBody>
      </p:sp>
      <p:sp>
        <p:nvSpPr>
          <p:cNvPr id="20518" name="Rectangle 38">
            <a:extLst>
              <a:ext uri="{FF2B5EF4-FFF2-40B4-BE49-F238E27FC236}">
                <a16:creationId xmlns:a16="http://schemas.microsoft.com/office/drawing/2014/main" id="{716F961D-DA8F-6C19-196E-335AFBAFE013}"/>
              </a:ext>
            </a:extLst>
          </p:cNvPr>
          <p:cNvSpPr>
            <a:spLocks noChangeArrowheads="1"/>
          </p:cNvSpPr>
          <p:nvPr/>
        </p:nvSpPr>
        <p:spPr bwMode="auto">
          <a:xfrm>
            <a:off x="2716214" y="3006726"/>
            <a:ext cx="227305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(Number mod 701) </a:t>
            </a:r>
          </a:p>
        </p:txBody>
      </p:sp>
      <p:sp>
        <p:nvSpPr>
          <p:cNvPr id="20519" name="Rectangle 39">
            <a:extLst>
              <a:ext uri="{FF2B5EF4-FFF2-40B4-BE49-F238E27FC236}">
                <a16:creationId xmlns:a16="http://schemas.microsoft.com/office/drawing/2014/main" id="{B2F5B9C2-940F-D035-F2D5-0E36E55C1EF3}"/>
              </a:ext>
            </a:extLst>
          </p:cNvPr>
          <p:cNvSpPr>
            <a:spLocks noChangeArrowheads="1"/>
          </p:cNvSpPr>
          <p:nvPr/>
        </p:nvSpPr>
        <p:spPr bwMode="auto">
          <a:xfrm>
            <a:off x="2143126" y="3735389"/>
            <a:ext cx="6437313" cy="5159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p>
            <a:pPr eaLnBrk="0" hangingPunct="0"/>
            <a:r>
              <a:rPr lang="en-US" altLang="en-US" sz="2800">
                <a:latin typeface="Monotype Corsiva" panose="03010101010201010101" pitchFamily="66" charset="0"/>
              </a:rPr>
              <a:t>What is (580625685 % 701) ?</a:t>
            </a:r>
          </a:p>
        </p:txBody>
      </p:sp>
      <p:sp>
        <p:nvSpPr>
          <p:cNvPr id="20520" name="AutoShape 40">
            <a:extLst>
              <a:ext uri="{FF2B5EF4-FFF2-40B4-BE49-F238E27FC236}">
                <a16:creationId xmlns:a16="http://schemas.microsoft.com/office/drawing/2014/main" id="{ADD657DB-F799-26B0-A053-6FEAFB4483A2}"/>
              </a:ext>
            </a:extLst>
          </p:cNvPr>
          <p:cNvSpPr>
            <a:spLocks noChangeArrowheads="1"/>
          </p:cNvSpPr>
          <p:nvPr/>
        </p:nvSpPr>
        <p:spPr bwMode="auto">
          <a:xfrm rot="10800000" flipH="1">
            <a:off x="9186863" y="3089276"/>
            <a:ext cx="1257300" cy="837407"/>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0521" name="Rectangle 41">
            <a:extLst>
              <a:ext uri="{FF2B5EF4-FFF2-40B4-BE49-F238E27FC236}">
                <a16:creationId xmlns:a16="http://schemas.microsoft.com/office/drawing/2014/main" id="{9559B6FB-2DE9-1381-F1F9-8C0BB5D31BA2}"/>
              </a:ext>
            </a:extLst>
          </p:cNvPr>
          <p:cNvSpPr>
            <a:spLocks noChangeArrowheads="1"/>
          </p:cNvSpPr>
          <p:nvPr/>
        </p:nvSpPr>
        <p:spPr bwMode="auto">
          <a:xfrm>
            <a:off x="9688513" y="3417889"/>
            <a:ext cx="410370" cy="58221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3</a:t>
            </a:r>
          </a:p>
        </p:txBody>
      </p:sp>
    </p:spTree>
  </p:cSld>
  <p:clrMapOvr>
    <a:masterClrMapping/>
  </p:clrMapOvr>
  <p:transition>
    <p:checke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3">
            <a:extLst>
              <a:ext uri="{FF2B5EF4-FFF2-40B4-BE49-F238E27FC236}">
                <a16:creationId xmlns:a16="http://schemas.microsoft.com/office/drawing/2014/main" id="{62628B06-8A68-67B2-8389-64FD7FCC215B}"/>
              </a:ext>
            </a:extLst>
          </p:cNvPr>
          <p:cNvSpPr>
            <a:spLocks noGrp="1" noChangeArrowheads="1"/>
          </p:cNvSpPr>
          <p:nvPr>
            <p:ph type="body" sz="half" idx="1"/>
          </p:nvPr>
        </p:nvSpPr>
        <p:spPr>
          <a:xfrm>
            <a:off x="2209801"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The hash value is used for the location of the new record.</a:t>
            </a:r>
          </a:p>
        </p:txBody>
      </p:sp>
      <p:sp useBgFill="1">
        <p:nvSpPr>
          <p:cNvPr id="22532" name="Freeform 4">
            <a:extLst>
              <a:ext uri="{FF2B5EF4-FFF2-40B4-BE49-F238E27FC236}">
                <a16:creationId xmlns:a16="http://schemas.microsoft.com/office/drawing/2014/main" id="{8E876662-5322-EBDE-9BD1-CC0C4BBD9F5D}"/>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3" name="Rectangle 5">
            <a:extLst>
              <a:ext uri="{FF2B5EF4-FFF2-40B4-BE49-F238E27FC236}">
                <a16:creationId xmlns:a16="http://schemas.microsoft.com/office/drawing/2014/main" id="{96D4039A-900D-B1B8-8E89-FDD5351CE76F}"/>
              </a:ext>
            </a:extLst>
          </p:cNvPr>
          <p:cNvSpPr>
            <a:spLocks noChangeArrowheads="1"/>
          </p:cNvSpPr>
          <p:nvPr/>
        </p:nvSpPr>
        <p:spPr bwMode="auto">
          <a:xfrm>
            <a:off x="7553326"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2534" name="Picture 6">
            <a:extLst>
              <a:ext uri="{FF2B5EF4-FFF2-40B4-BE49-F238E27FC236}">
                <a16:creationId xmlns:a16="http://schemas.microsoft.com/office/drawing/2014/main" id="{E1F29FEE-9CB8-7FA4-6DE2-65A0E2CED37B}"/>
              </a:ext>
            </a:extLst>
          </p:cNvPr>
          <p:cNvPicPr>
            <a:picLocks noChangeArrowheads="1"/>
          </p:cNvPicPr>
          <p:nvPr/>
        </p:nvPicPr>
        <p:blipFill>
          <a:blip r:embed="rId3">
            <a:extLst>
              <a:ext uri="{28A0092B-C50C-407E-A947-70E740481C1C}">
                <a14:useLocalDpi xmlns:a14="http://schemas.microsoft.com/office/drawing/2010/main" val="0"/>
              </a:ext>
            </a:extLst>
          </a:blip>
          <a:srcRect l="50790" b="42133"/>
          <a:stretch>
            <a:fillRect/>
          </a:stretch>
        </p:blipFill>
        <p:spPr bwMode="auto">
          <a:xfrm>
            <a:off x="7866063" y="1416051"/>
            <a:ext cx="2119312" cy="190341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2535" name="Oval 7">
            <a:extLst>
              <a:ext uri="{FF2B5EF4-FFF2-40B4-BE49-F238E27FC236}">
                <a16:creationId xmlns:a16="http://schemas.microsoft.com/office/drawing/2014/main" id="{D0794578-CB8C-071D-9C69-CF216024F92D}"/>
              </a:ext>
            </a:extLst>
          </p:cNvPr>
          <p:cNvSpPr>
            <a:spLocks noChangeArrowheads="1"/>
          </p:cNvSpPr>
          <p:nvPr/>
        </p:nvSpPr>
        <p:spPr bwMode="auto">
          <a:xfrm>
            <a:off x="8388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6" name="Rectangle 8">
            <a:extLst>
              <a:ext uri="{FF2B5EF4-FFF2-40B4-BE49-F238E27FC236}">
                <a16:creationId xmlns:a16="http://schemas.microsoft.com/office/drawing/2014/main" id="{A1FA0307-2EA9-49CC-3DDE-45C20155796D}"/>
              </a:ext>
            </a:extLst>
          </p:cNvPr>
          <p:cNvSpPr>
            <a:spLocks noChangeArrowheads="1"/>
          </p:cNvSpPr>
          <p:nvPr/>
        </p:nvSpPr>
        <p:spPr bwMode="auto">
          <a:xfrm>
            <a:off x="7681914" y="1104901"/>
            <a:ext cx="227305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Number 580625685</a:t>
            </a:r>
          </a:p>
        </p:txBody>
      </p:sp>
      <p:sp>
        <p:nvSpPr>
          <p:cNvPr id="22537" name="Rectangle 9">
            <a:extLst>
              <a:ext uri="{FF2B5EF4-FFF2-40B4-BE49-F238E27FC236}">
                <a16:creationId xmlns:a16="http://schemas.microsoft.com/office/drawing/2014/main" id="{022777B0-7808-DF4E-1FF1-19E3318DE239}"/>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38" name="Line 10">
            <a:extLst>
              <a:ext uri="{FF2B5EF4-FFF2-40B4-BE49-F238E27FC236}">
                <a16:creationId xmlns:a16="http://schemas.microsoft.com/office/drawing/2014/main" id="{85993C83-3B46-2DD7-5456-18242BE7B2CC}"/>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39" name="Line 11">
            <a:extLst>
              <a:ext uri="{FF2B5EF4-FFF2-40B4-BE49-F238E27FC236}">
                <a16:creationId xmlns:a16="http://schemas.microsoft.com/office/drawing/2014/main" id="{ADF45037-4653-64DF-4B9A-D02FF1B0B906}"/>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0" name="Line 12">
            <a:extLst>
              <a:ext uri="{FF2B5EF4-FFF2-40B4-BE49-F238E27FC236}">
                <a16:creationId xmlns:a16="http://schemas.microsoft.com/office/drawing/2014/main" id="{DBB9013D-1D8B-348C-335B-963188400E47}"/>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1" name="Line 13">
            <a:extLst>
              <a:ext uri="{FF2B5EF4-FFF2-40B4-BE49-F238E27FC236}">
                <a16:creationId xmlns:a16="http://schemas.microsoft.com/office/drawing/2014/main" id="{F80EA736-C11B-92C5-2D52-4C49682BB534}"/>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2" name="Line 14">
            <a:extLst>
              <a:ext uri="{FF2B5EF4-FFF2-40B4-BE49-F238E27FC236}">
                <a16:creationId xmlns:a16="http://schemas.microsoft.com/office/drawing/2014/main" id="{44B0C3E6-1E81-13D9-2520-878EC0C97239}"/>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3" name="Line 15">
            <a:extLst>
              <a:ext uri="{FF2B5EF4-FFF2-40B4-BE49-F238E27FC236}">
                <a16:creationId xmlns:a16="http://schemas.microsoft.com/office/drawing/2014/main" id="{2B80C95E-D9DC-E297-471A-8738A52606CD}"/>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44" name="Rectangle 16">
            <a:extLst>
              <a:ext uri="{FF2B5EF4-FFF2-40B4-BE49-F238E27FC236}">
                <a16:creationId xmlns:a16="http://schemas.microsoft.com/office/drawing/2014/main" id="{9B5E332B-E80D-AA94-7099-A3FCA9929E98}"/>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22545" name="Rectangle 17">
            <a:extLst>
              <a:ext uri="{FF2B5EF4-FFF2-40B4-BE49-F238E27FC236}">
                <a16:creationId xmlns:a16="http://schemas.microsoft.com/office/drawing/2014/main" id="{5F952586-A7AB-8227-39D3-D8E90E2A67B3}"/>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22546" name="Rectangle 18">
            <a:extLst>
              <a:ext uri="{FF2B5EF4-FFF2-40B4-BE49-F238E27FC236}">
                <a16:creationId xmlns:a16="http://schemas.microsoft.com/office/drawing/2014/main" id="{0FA181FF-E195-3B96-B965-67E2ED3710F4}"/>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22547" name="Rectangle 19">
            <a:extLst>
              <a:ext uri="{FF2B5EF4-FFF2-40B4-BE49-F238E27FC236}">
                <a16:creationId xmlns:a16="http://schemas.microsoft.com/office/drawing/2014/main" id="{093CDB60-07F0-02A8-7C98-E1B8BB752C6B}"/>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22548" name="Rectangle 20">
            <a:extLst>
              <a:ext uri="{FF2B5EF4-FFF2-40B4-BE49-F238E27FC236}">
                <a16:creationId xmlns:a16="http://schemas.microsoft.com/office/drawing/2014/main" id="{A87CB6B9-55AB-4E68-BEFB-BC0D74DF12DE}"/>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22549" name="Rectangle 21">
            <a:extLst>
              <a:ext uri="{FF2B5EF4-FFF2-40B4-BE49-F238E27FC236}">
                <a16:creationId xmlns:a16="http://schemas.microsoft.com/office/drawing/2014/main" id="{F5C65449-A634-84FD-0483-E50B49A086FF}"/>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22550" name="Rectangle 22">
            <a:extLst>
              <a:ext uri="{FF2B5EF4-FFF2-40B4-BE49-F238E27FC236}">
                <a16:creationId xmlns:a16="http://schemas.microsoft.com/office/drawing/2014/main" id="{28BD5876-0B95-8884-7CB9-72CF95B65773}"/>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51" name="Rectangle 23">
            <a:extLst>
              <a:ext uri="{FF2B5EF4-FFF2-40B4-BE49-F238E27FC236}">
                <a16:creationId xmlns:a16="http://schemas.microsoft.com/office/drawing/2014/main" id="{A5F81AE5-6EB2-54FB-3FFA-72C0DE29965D}"/>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22552" name="Group 24">
            <a:extLst>
              <a:ext uri="{FF2B5EF4-FFF2-40B4-BE49-F238E27FC236}">
                <a16:creationId xmlns:a16="http://schemas.microsoft.com/office/drawing/2014/main" id="{6B5329BA-72FE-6606-730C-3E5221F5644A}"/>
              </a:ext>
            </a:extLst>
          </p:cNvPr>
          <p:cNvGrpSpPr>
            <a:grpSpLocks/>
          </p:cNvGrpSpPr>
          <p:nvPr/>
        </p:nvGrpSpPr>
        <p:grpSpPr bwMode="auto">
          <a:xfrm>
            <a:off x="6122988" y="5475288"/>
            <a:ext cx="677862" cy="519112"/>
            <a:chOff x="2897" y="3449"/>
            <a:chExt cx="427" cy="327"/>
          </a:xfrm>
        </p:grpSpPr>
        <p:sp>
          <p:nvSpPr>
            <p:cNvPr id="22553" name="Rectangle 25">
              <a:extLst>
                <a:ext uri="{FF2B5EF4-FFF2-40B4-BE49-F238E27FC236}">
                  <a16:creationId xmlns:a16="http://schemas.microsoft.com/office/drawing/2014/main" id="{6A8471B2-D0D3-BC84-F8EE-8BC5CC751E27}"/>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22554" name="Picture 26">
              <a:extLst>
                <a:ext uri="{FF2B5EF4-FFF2-40B4-BE49-F238E27FC236}">
                  <a16:creationId xmlns:a16="http://schemas.microsoft.com/office/drawing/2014/main" id="{133E26E1-BB44-14A4-B270-C59E081F75BE}"/>
                </a:ext>
              </a:extLst>
            </p:cNvPr>
            <p:cNvPicPr>
              <a:picLocks noChangeArrowheads="1"/>
            </p:cNvPicPr>
            <p:nvPr/>
          </p:nvPicPr>
          <p:blipFill>
            <a:blip r:embed="rId4">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2555" name="Group 27">
            <a:extLst>
              <a:ext uri="{FF2B5EF4-FFF2-40B4-BE49-F238E27FC236}">
                <a16:creationId xmlns:a16="http://schemas.microsoft.com/office/drawing/2014/main" id="{8F00C5D9-E494-7444-B54C-7965BFC10CFB}"/>
              </a:ext>
            </a:extLst>
          </p:cNvPr>
          <p:cNvGrpSpPr>
            <a:grpSpLocks/>
          </p:cNvGrpSpPr>
          <p:nvPr/>
        </p:nvGrpSpPr>
        <p:grpSpPr bwMode="auto">
          <a:xfrm>
            <a:off x="4346576" y="5449888"/>
            <a:ext cx="677863" cy="569912"/>
            <a:chOff x="1778" y="3433"/>
            <a:chExt cx="427" cy="359"/>
          </a:xfrm>
        </p:grpSpPr>
        <p:sp>
          <p:nvSpPr>
            <p:cNvPr id="22556" name="Rectangle 28">
              <a:extLst>
                <a:ext uri="{FF2B5EF4-FFF2-40B4-BE49-F238E27FC236}">
                  <a16:creationId xmlns:a16="http://schemas.microsoft.com/office/drawing/2014/main" id="{AEF33DA3-B3D7-E6AC-B970-FB29DE413E36}"/>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22557" name="Picture 29">
              <a:extLst>
                <a:ext uri="{FF2B5EF4-FFF2-40B4-BE49-F238E27FC236}">
                  <a16:creationId xmlns:a16="http://schemas.microsoft.com/office/drawing/2014/main" id="{84ED77FC-3DD1-86A2-8BBB-EB0232C8CC8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2558" name="Group 30">
            <a:extLst>
              <a:ext uri="{FF2B5EF4-FFF2-40B4-BE49-F238E27FC236}">
                <a16:creationId xmlns:a16="http://schemas.microsoft.com/office/drawing/2014/main" id="{BE88080B-68E7-0539-F8C9-780FD799DE9D}"/>
              </a:ext>
            </a:extLst>
          </p:cNvPr>
          <p:cNvGrpSpPr>
            <a:grpSpLocks/>
          </p:cNvGrpSpPr>
          <p:nvPr/>
        </p:nvGrpSpPr>
        <p:grpSpPr bwMode="auto">
          <a:xfrm>
            <a:off x="3430589" y="5445125"/>
            <a:ext cx="625475" cy="577850"/>
            <a:chOff x="1201" y="3430"/>
            <a:chExt cx="394" cy="364"/>
          </a:xfrm>
        </p:grpSpPr>
        <p:sp>
          <p:nvSpPr>
            <p:cNvPr id="22559" name="Rectangle 31">
              <a:extLst>
                <a:ext uri="{FF2B5EF4-FFF2-40B4-BE49-F238E27FC236}">
                  <a16:creationId xmlns:a16="http://schemas.microsoft.com/office/drawing/2014/main" id="{5D76EE85-1353-2BC0-BEBE-42570565E6DD}"/>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22560" name="Picture 32">
              <a:extLst>
                <a:ext uri="{FF2B5EF4-FFF2-40B4-BE49-F238E27FC236}">
                  <a16:creationId xmlns:a16="http://schemas.microsoft.com/office/drawing/2014/main" id="{F09C98FA-FECF-FA9D-98FA-E04E3577C9CB}"/>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2561" name="Group 33">
            <a:extLst>
              <a:ext uri="{FF2B5EF4-FFF2-40B4-BE49-F238E27FC236}">
                <a16:creationId xmlns:a16="http://schemas.microsoft.com/office/drawing/2014/main" id="{90A99A21-6C38-E510-BA5D-3FD5CEEE047E}"/>
              </a:ext>
            </a:extLst>
          </p:cNvPr>
          <p:cNvGrpSpPr>
            <a:grpSpLocks/>
          </p:cNvGrpSpPr>
          <p:nvPr/>
        </p:nvGrpSpPr>
        <p:grpSpPr bwMode="auto">
          <a:xfrm>
            <a:off x="9288464" y="5480050"/>
            <a:ext cx="727075" cy="508000"/>
            <a:chOff x="4891" y="3452"/>
            <a:chExt cx="458" cy="320"/>
          </a:xfrm>
        </p:grpSpPr>
        <p:sp>
          <p:nvSpPr>
            <p:cNvPr id="22562" name="Rectangle 34">
              <a:extLst>
                <a:ext uri="{FF2B5EF4-FFF2-40B4-BE49-F238E27FC236}">
                  <a16:creationId xmlns:a16="http://schemas.microsoft.com/office/drawing/2014/main" id="{88AF0613-34E7-41A9-6116-837DD94A05C5}"/>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22563" name="Picture 35">
              <a:extLst>
                <a:ext uri="{FF2B5EF4-FFF2-40B4-BE49-F238E27FC236}">
                  <a16:creationId xmlns:a16="http://schemas.microsoft.com/office/drawing/2014/main" id="{981D1AB5-0E97-21D7-BC94-BA4F8D27C4CB}"/>
                </a:ext>
              </a:extLst>
            </p:cNvPr>
            <p:cNvPicPr>
              <a:picLocks noChangeArrowheads="1"/>
            </p:cNvPicPr>
            <p:nvPr/>
          </p:nvPicPr>
          <p:blipFill>
            <a:blip r:embed="rId7">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sp>
        <p:nvSpPr>
          <p:cNvPr id="22564" name="Freeform 36">
            <a:extLst>
              <a:ext uri="{FF2B5EF4-FFF2-40B4-BE49-F238E27FC236}">
                <a16:creationId xmlns:a16="http://schemas.microsoft.com/office/drawing/2014/main" id="{B777DC56-0032-6534-9BF8-E4AF2DD39665}"/>
              </a:ext>
            </a:extLst>
          </p:cNvPr>
          <p:cNvSpPr>
            <a:spLocks/>
          </p:cNvSpPr>
          <p:nvPr/>
        </p:nvSpPr>
        <p:spPr bwMode="auto">
          <a:xfrm>
            <a:off x="5110164" y="914401"/>
            <a:ext cx="2435225" cy="5229225"/>
          </a:xfrm>
          <a:custGeom>
            <a:avLst/>
            <a:gdLst>
              <a:gd name="T0" fmla="*/ 0 w 1534"/>
              <a:gd name="T1" fmla="*/ 2787 h 3294"/>
              <a:gd name="T2" fmla="*/ 1533 w 1534"/>
              <a:gd name="T3" fmla="*/ 0 h 3294"/>
              <a:gd name="T4" fmla="*/ 1533 w 1534"/>
              <a:gd name="T5" fmla="*/ 1584 h 3294"/>
              <a:gd name="T6" fmla="*/ 0 w 1534"/>
              <a:gd name="T7" fmla="*/ 3293 h 3294"/>
              <a:gd name="T8" fmla="*/ 0 w 1534"/>
              <a:gd name="T9" fmla="*/ 2787 h 3294"/>
            </a:gdLst>
            <a:ahLst/>
            <a:cxnLst>
              <a:cxn ang="0">
                <a:pos x="T0" y="T1"/>
              </a:cxn>
              <a:cxn ang="0">
                <a:pos x="T2" y="T3"/>
              </a:cxn>
              <a:cxn ang="0">
                <a:pos x="T4" y="T5"/>
              </a:cxn>
              <a:cxn ang="0">
                <a:pos x="T6" y="T7"/>
              </a:cxn>
              <a:cxn ang="0">
                <a:pos x="T8" y="T9"/>
              </a:cxn>
            </a:cxnLst>
            <a:rect l="0" t="0" r="r" b="b"/>
            <a:pathLst>
              <a:path w="1534" h="3294">
                <a:moveTo>
                  <a:pt x="0" y="2787"/>
                </a:moveTo>
                <a:lnTo>
                  <a:pt x="1533" y="0"/>
                </a:lnTo>
                <a:lnTo>
                  <a:pt x="1533" y="1584"/>
                </a:lnTo>
                <a:lnTo>
                  <a:pt x="0" y="3293"/>
                </a:lnTo>
                <a:lnTo>
                  <a:pt x="0" y="2787"/>
                </a:lnTo>
              </a:path>
            </a:pathLst>
          </a:custGeom>
          <a:gradFill rotWithShape="0">
            <a:gsLst>
              <a:gs pos="0">
                <a:srgbClr val="8080FF"/>
              </a:gs>
              <a:gs pos="100000">
                <a:srgbClr val="8080FF">
                  <a:gamma/>
                  <a:shade val="29804"/>
                  <a:invGamma/>
                </a:srgbClr>
              </a:gs>
            </a:gsLst>
            <a:lin ang="54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2565" name="Group 37">
            <a:extLst>
              <a:ext uri="{FF2B5EF4-FFF2-40B4-BE49-F238E27FC236}">
                <a16:creationId xmlns:a16="http://schemas.microsoft.com/office/drawing/2014/main" id="{835A9E5C-0B1D-A9B5-C4F9-2D16DB146344}"/>
              </a:ext>
            </a:extLst>
          </p:cNvPr>
          <p:cNvGrpSpPr>
            <a:grpSpLocks/>
          </p:cNvGrpSpPr>
          <p:nvPr/>
        </p:nvGrpSpPr>
        <p:grpSpPr bwMode="auto">
          <a:xfrm>
            <a:off x="8120064" y="4014788"/>
            <a:ext cx="1311275" cy="2832100"/>
            <a:chOff x="4155" y="2529"/>
            <a:chExt cx="826" cy="1784"/>
          </a:xfrm>
        </p:grpSpPr>
        <p:sp useBgFill="1">
          <p:nvSpPr>
            <p:cNvPr id="22566" name="Freeform 38">
              <a:extLst>
                <a:ext uri="{FF2B5EF4-FFF2-40B4-BE49-F238E27FC236}">
                  <a16:creationId xmlns:a16="http://schemas.microsoft.com/office/drawing/2014/main" id="{885BB71C-A33E-5903-0C14-2FADBC2DB116}"/>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2567" name="Rectangle 39">
              <a:extLst>
                <a:ext uri="{FF2B5EF4-FFF2-40B4-BE49-F238E27FC236}">
                  <a16:creationId xmlns:a16="http://schemas.microsoft.com/office/drawing/2014/main" id="{8ABD8191-C5EF-9EF0-C202-26D72B0DDA6A}"/>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sp>
        <p:nvSpPr>
          <p:cNvPr id="22568" name="Freeform 40">
            <a:extLst>
              <a:ext uri="{FF2B5EF4-FFF2-40B4-BE49-F238E27FC236}">
                <a16:creationId xmlns:a16="http://schemas.microsoft.com/office/drawing/2014/main" id="{EDAB9F32-01F0-2038-DE92-75C93493EA1D}"/>
              </a:ext>
            </a:extLst>
          </p:cNvPr>
          <p:cNvSpPr>
            <a:spLocks/>
          </p:cNvSpPr>
          <p:nvPr/>
        </p:nvSpPr>
        <p:spPr bwMode="auto">
          <a:xfrm>
            <a:off x="5100638" y="3386139"/>
            <a:ext cx="5059362" cy="2746375"/>
          </a:xfrm>
          <a:custGeom>
            <a:avLst/>
            <a:gdLst>
              <a:gd name="T0" fmla="*/ 0 w 3187"/>
              <a:gd name="T1" fmla="*/ 1729 h 1730"/>
              <a:gd name="T2" fmla="*/ 1546 w 3187"/>
              <a:gd name="T3" fmla="*/ 0 h 1730"/>
              <a:gd name="T4" fmla="*/ 3186 w 3187"/>
              <a:gd name="T5" fmla="*/ 0 h 1730"/>
              <a:gd name="T6" fmla="*/ 576 w 3187"/>
              <a:gd name="T7" fmla="*/ 1729 h 1730"/>
              <a:gd name="T8" fmla="*/ 0 w 3187"/>
              <a:gd name="T9" fmla="*/ 1729 h 1730"/>
            </a:gdLst>
            <a:ahLst/>
            <a:cxnLst>
              <a:cxn ang="0">
                <a:pos x="T0" y="T1"/>
              </a:cxn>
              <a:cxn ang="0">
                <a:pos x="T2" y="T3"/>
              </a:cxn>
              <a:cxn ang="0">
                <a:pos x="T4" y="T5"/>
              </a:cxn>
              <a:cxn ang="0">
                <a:pos x="T6" y="T7"/>
              </a:cxn>
              <a:cxn ang="0">
                <a:pos x="T8" y="T9"/>
              </a:cxn>
            </a:cxnLst>
            <a:rect l="0" t="0" r="r" b="b"/>
            <a:pathLst>
              <a:path w="3187" h="1730">
                <a:moveTo>
                  <a:pt x="0" y="1729"/>
                </a:moveTo>
                <a:lnTo>
                  <a:pt x="1546" y="0"/>
                </a:lnTo>
                <a:lnTo>
                  <a:pt x="3186" y="0"/>
                </a:lnTo>
                <a:lnTo>
                  <a:pt x="576" y="1729"/>
                </a:lnTo>
                <a:lnTo>
                  <a:pt x="0" y="1729"/>
                </a:lnTo>
              </a:path>
            </a:pathLst>
          </a:custGeom>
          <a:gradFill rotWithShape="0">
            <a:gsLst>
              <a:gs pos="0">
                <a:srgbClr val="8080FF">
                  <a:gamma/>
                  <a:shade val="29804"/>
                  <a:invGamma/>
                </a:srgbClr>
              </a:gs>
              <a:gs pos="100000">
                <a:srgbClr val="8080FF"/>
              </a:gs>
            </a:gsLst>
            <a:lin ang="18900000" scaled="1"/>
          </a:gradFill>
          <a:ln w="12700" cap="rnd" cmpd="sng">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grpSp>
        <p:nvGrpSpPr>
          <p:cNvPr id="22569" name="Group 41">
            <a:extLst>
              <a:ext uri="{FF2B5EF4-FFF2-40B4-BE49-F238E27FC236}">
                <a16:creationId xmlns:a16="http://schemas.microsoft.com/office/drawing/2014/main" id="{AD9D8C27-0883-374E-17EB-487BAAC17B6B}"/>
              </a:ext>
            </a:extLst>
          </p:cNvPr>
          <p:cNvGrpSpPr>
            <a:grpSpLocks/>
          </p:cNvGrpSpPr>
          <p:nvPr/>
        </p:nvGrpSpPr>
        <p:grpSpPr bwMode="auto">
          <a:xfrm>
            <a:off x="9186863" y="3089274"/>
            <a:ext cx="1257300" cy="911225"/>
            <a:chOff x="4827" y="1946"/>
            <a:chExt cx="792" cy="574"/>
          </a:xfrm>
        </p:grpSpPr>
        <p:sp>
          <p:nvSpPr>
            <p:cNvPr id="22570" name="AutoShape 42">
              <a:extLst>
                <a:ext uri="{FF2B5EF4-FFF2-40B4-BE49-F238E27FC236}">
                  <a16:creationId xmlns:a16="http://schemas.microsoft.com/office/drawing/2014/main" id="{AD7A205A-BDD4-F66C-2589-A70C02605C75}"/>
                </a:ext>
              </a:extLst>
            </p:cNvPr>
            <p:cNvSpPr>
              <a:spLocks noChangeArrowheads="1"/>
            </p:cNvSpPr>
            <p:nvPr/>
          </p:nvSpPr>
          <p:spPr bwMode="auto">
            <a:xfrm rot="10800000" flipH="1">
              <a:off x="4827" y="1946"/>
              <a:ext cx="792" cy="528"/>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2571" name="Rectangle 43">
              <a:extLst>
                <a:ext uri="{FF2B5EF4-FFF2-40B4-BE49-F238E27FC236}">
                  <a16:creationId xmlns:a16="http://schemas.microsoft.com/office/drawing/2014/main" id="{221CA0CF-02E6-BF15-74E1-DA890A2636AE}"/>
                </a:ext>
              </a:extLst>
            </p:cNvPr>
            <p:cNvSpPr>
              <a:spLocks noChangeArrowheads="1"/>
            </p:cNvSpPr>
            <p:nvPr/>
          </p:nvSpPr>
          <p:spPr bwMode="auto">
            <a:xfrm>
              <a:off x="5022" y="2153"/>
              <a:ext cx="430" cy="3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sz="3200" b="1">
                  <a:latin typeface="Arial" panose="020B0604020202020204" pitchFamily="34" charset="0"/>
                </a:rPr>
                <a:t>[3]</a:t>
              </a:r>
            </a:p>
          </p:txBody>
        </p:sp>
      </p:grpSp>
    </p:spTree>
  </p:cSld>
  <p:clrMapOvr>
    <a:masterClrMapping/>
  </p:clrMapOvr>
  <p:transition spd="slow">
    <p:strips dir="ld"/>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a:extLst>
              <a:ext uri="{FF2B5EF4-FFF2-40B4-BE49-F238E27FC236}">
                <a16:creationId xmlns:a16="http://schemas.microsoft.com/office/drawing/2014/main" id="{2CF82A26-CF95-FE3A-8467-71EAC702709F}"/>
              </a:ext>
            </a:extLst>
          </p:cNvPr>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altLang="en-US"/>
              <a:t>Inserting a New Record</a:t>
            </a:r>
          </a:p>
        </p:txBody>
      </p:sp>
      <p:sp>
        <p:nvSpPr>
          <p:cNvPr id="24579" name="Rectangle 3">
            <a:extLst>
              <a:ext uri="{FF2B5EF4-FFF2-40B4-BE49-F238E27FC236}">
                <a16:creationId xmlns:a16="http://schemas.microsoft.com/office/drawing/2014/main" id="{66B2215D-814A-9B30-8BA5-CAE68328270C}"/>
              </a:ext>
            </a:extLst>
          </p:cNvPr>
          <p:cNvSpPr>
            <a:spLocks noGrp="1" noChangeArrowheads="1"/>
          </p:cNvSpPr>
          <p:nvPr>
            <p:ph type="body" sz="half" idx="1"/>
          </p:nvPr>
        </p:nvSpPr>
        <p:spPr>
          <a:xfrm>
            <a:off x="2209801"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The hash value is used for the location of the new record.</a:t>
            </a:r>
          </a:p>
        </p:txBody>
      </p:sp>
      <p:sp useBgFill="1">
        <p:nvSpPr>
          <p:cNvPr id="24580" name="Freeform 4">
            <a:extLst>
              <a:ext uri="{FF2B5EF4-FFF2-40B4-BE49-F238E27FC236}">
                <a16:creationId xmlns:a16="http://schemas.microsoft.com/office/drawing/2014/main" id="{0E1E84FB-8AE0-A317-AB1D-A626EE0A60F5}"/>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1" name="Rectangle 5">
            <a:extLst>
              <a:ext uri="{FF2B5EF4-FFF2-40B4-BE49-F238E27FC236}">
                <a16:creationId xmlns:a16="http://schemas.microsoft.com/office/drawing/2014/main" id="{0F3F4234-84D3-5797-2886-A91760467784}"/>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82" name="Line 6">
            <a:extLst>
              <a:ext uri="{FF2B5EF4-FFF2-40B4-BE49-F238E27FC236}">
                <a16:creationId xmlns:a16="http://schemas.microsoft.com/office/drawing/2014/main" id="{45C27DA3-DBC3-BEC6-C687-31D3C2FB598F}"/>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3" name="Line 7">
            <a:extLst>
              <a:ext uri="{FF2B5EF4-FFF2-40B4-BE49-F238E27FC236}">
                <a16:creationId xmlns:a16="http://schemas.microsoft.com/office/drawing/2014/main" id="{B61F0F45-D7AB-223D-7B16-8CB038E50D28}"/>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4" name="Line 8">
            <a:extLst>
              <a:ext uri="{FF2B5EF4-FFF2-40B4-BE49-F238E27FC236}">
                <a16:creationId xmlns:a16="http://schemas.microsoft.com/office/drawing/2014/main" id="{328D18A3-5B3D-7E1E-5656-B8EA0811A5C1}"/>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5" name="Line 9">
            <a:extLst>
              <a:ext uri="{FF2B5EF4-FFF2-40B4-BE49-F238E27FC236}">
                <a16:creationId xmlns:a16="http://schemas.microsoft.com/office/drawing/2014/main" id="{B08B98CA-F02A-E319-8B57-409CB153A346}"/>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6" name="Line 10">
            <a:extLst>
              <a:ext uri="{FF2B5EF4-FFF2-40B4-BE49-F238E27FC236}">
                <a16:creationId xmlns:a16="http://schemas.microsoft.com/office/drawing/2014/main" id="{90326868-ACC5-DF30-9F5A-9DF15CCAA581}"/>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7" name="Line 11">
            <a:extLst>
              <a:ext uri="{FF2B5EF4-FFF2-40B4-BE49-F238E27FC236}">
                <a16:creationId xmlns:a16="http://schemas.microsoft.com/office/drawing/2014/main" id="{A799F31E-B295-FB7A-E249-5563080B710E}"/>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588" name="Rectangle 12">
            <a:extLst>
              <a:ext uri="{FF2B5EF4-FFF2-40B4-BE49-F238E27FC236}">
                <a16:creationId xmlns:a16="http://schemas.microsoft.com/office/drawing/2014/main" id="{A7A6A3F7-098C-E485-F61B-355EDA40162B}"/>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24589" name="Rectangle 13">
            <a:extLst>
              <a:ext uri="{FF2B5EF4-FFF2-40B4-BE49-F238E27FC236}">
                <a16:creationId xmlns:a16="http://schemas.microsoft.com/office/drawing/2014/main" id="{156A8AD5-A33C-58F1-83D9-08F913445AFB}"/>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24590" name="Rectangle 14">
            <a:extLst>
              <a:ext uri="{FF2B5EF4-FFF2-40B4-BE49-F238E27FC236}">
                <a16:creationId xmlns:a16="http://schemas.microsoft.com/office/drawing/2014/main" id="{FB06E959-CC19-9304-46CB-35580F2EA0CC}"/>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24591" name="Rectangle 15">
            <a:extLst>
              <a:ext uri="{FF2B5EF4-FFF2-40B4-BE49-F238E27FC236}">
                <a16:creationId xmlns:a16="http://schemas.microsoft.com/office/drawing/2014/main" id="{097EBB6C-0C45-1641-503D-6251914C538D}"/>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24592" name="Rectangle 16">
            <a:extLst>
              <a:ext uri="{FF2B5EF4-FFF2-40B4-BE49-F238E27FC236}">
                <a16:creationId xmlns:a16="http://schemas.microsoft.com/office/drawing/2014/main" id="{0C57BA5B-3948-B9FF-2C7A-E9828990DC5C}"/>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24593" name="Rectangle 17">
            <a:extLst>
              <a:ext uri="{FF2B5EF4-FFF2-40B4-BE49-F238E27FC236}">
                <a16:creationId xmlns:a16="http://schemas.microsoft.com/office/drawing/2014/main" id="{0D4831D3-09D5-D353-A126-87A6FF56B6D0}"/>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24594" name="Rectangle 18">
            <a:extLst>
              <a:ext uri="{FF2B5EF4-FFF2-40B4-BE49-F238E27FC236}">
                <a16:creationId xmlns:a16="http://schemas.microsoft.com/office/drawing/2014/main" id="{9DC9A272-5155-613E-9B02-62A3A1F44001}"/>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4595" name="Rectangle 19">
            <a:extLst>
              <a:ext uri="{FF2B5EF4-FFF2-40B4-BE49-F238E27FC236}">
                <a16:creationId xmlns:a16="http://schemas.microsoft.com/office/drawing/2014/main" id="{4DB8A77A-F297-112B-ADAD-5878B6EE2F15}"/>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24596" name="Group 20">
            <a:extLst>
              <a:ext uri="{FF2B5EF4-FFF2-40B4-BE49-F238E27FC236}">
                <a16:creationId xmlns:a16="http://schemas.microsoft.com/office/drawing/2014/main" id="{646D98F8-64DB-9D0B-7F87-E6CD7C43B643}"/>
              </a:ext>
            </a:extLst>
          </p:cNvPr>
          <p:cNvGrpSpPr>
            <a:grpSpLocks/>
          </p:cNvGrpSpPr>
          <p:nvPr/>
        </p:nvGrpSpPr>
        <p:grpSpPr bwMode="auto">
          <a:xfrm>
            <a:off x="6122988" y="5475288"/>
            <a:ext cx="677862" cy="519112"/>
            <a:chOff x="2897" y="3449"/>
            <a:chExt cx="427" cy="327"/>
          </a:xfrm>
        </p:grpSpPr>
        <p:sp>
          <p:nvSpPr>
            <p:cNvPr id="24597" name="Rectangle 21">
              <a:extLst>
                <a:ext uri="{FF2B5EF4-FFF2-40B4-BE49-F238E27FC236}">
                  <a16:creationId xmlns:a16="http://schemas.microsoft.com/office/drawing/2014/main" id="{117ACF9A-820E-D03F-22DE-47443F7A9A25}"/>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24598" name="Picture 22">
              <a:extLst>
                <a:ext uri="{FF2B5EF4-FFF2-40B4-BE49-F238E27FC236}">
                  <a16:creationId xmlns:a16="http://schemas.microsoft.com/office/drawing/2014/main" id="{9515E856-7724-34E6-6103-5072EFAA4794}"/>
                </a:ext>
              </a:extLst>
            </p:cNvPr>
            <p:cNvPicPr>
              <a:picLocks noChangeArrowheads="1"/>
            </p:cNvPicPr>
            <p:nvPr/>
          </p:nvPicPr>
          <p:blipFill>
            <a:blip r:embed="rId3">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4599" name="Group 23">
            <a:extLst>
              <a:ext uri="{FF2B5EF4-FFF2-40B4-BE49-F238E27FC236}">
                <a16:creationId xmlns:a16="http://schemas.microsoft.com/office/drawing/2014/main" id="{C087B1F4-7AF6-B6EC-796A-C2D4C4F0A3CE}"/>
              </a:ext>
            </a:extLst>
          </p:cNvPr>
          <p:cNvGrpSpPr>
            <a:grpSpLocks/>
          </p:cNvGrpSpPr>
          <p:nvPr/>
        </p:nvGrpSpPr>
        <p:grpSpPr bwMode="auto">
          <a:xfrm>
            <a:off x="4346576" y="5449888"/>
            <a:ext cx="677863" cy="569912"/>
            <a:chOff x="1778" y="3433"/>
            <a:chExt cx="427" cy="359"/>
          </a:xfrm>
        </p:grpSpPr>
        <p:sp>
          <p:nvSpPr>
            <p:cNvPr id="24600" name="Rectangle 24">
              <a:extLst>
                <a:ext uri="{FF2B5EF4-FFF2-40B4-BE49-F238E27FC236}">
                  <a16:creationId xmlns:a16="http://schemas.microsoft.com/office/drawing/2014/main" id="{EE35190F-7BA7-38DF-78DD-05B35DE12ACA}"/>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24601" name="Picture 25">
              <a:extLst>
                <a:ext uri="{FF2B5EF4-FFF2-40B4-BE49-F238E27FC236}">
                  <a16:creationId xmlns:a16="http://schemas.microsoft.com/office/drawing/2014/main" id="{4BD2E7E6-1751-2D99-C7F8-C73E6C66A50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4602" name="Group 26">
            <a:extLst>
              <a:ext uri="{FF2B5EF4-FFF2-40B4-BE49-F238E27FC236}">
                <a16:creationId xmlns:a16="http://schemas.microsoft.com/office/drawing/2014/main" id="{C40AB598-7C03-496F-8400-898FF4F475B5}"/>
              </a:ext>
            </a:extLst>
          </p:cNvPr>
          <p:cNvGrpSpPr>
            <a:grpSpLocks/>
          </p:cNvGrpSpPr>
          <p:nvPr/>
        </p:nvGrpSpPr>
        <p:grpSpPr bwMode="auto">
          <a:xfrm>
            <a:off x="3430589" y="5445125"/>
            <a:ext cx="625475" cy="577850"/>
            <a:chOff x="1201" y="3430"/>
            <a:chExt cx="394" cy="364"/>
          </a:xfrm>
        </p:grpSpPr>
        <p:sp>
          <p:nvSpPr>
            <p:cNvPr id="24603" name="Rectangle 27">
              <a:extLst>
                <a:ext uri="{FF2B5EF4-FFF2-40B4-BE49-F238E27FC236}">
                  <a16:creationId xmlns:a16="http://schemas.microsoft.com/office/drawing/2014/main" id="{D8643A67-DEA1-6D56-D634-91461278EBB8}"/>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24604" name="Picture 28">
              <a:extLst>
                <a:ext uri="{FF2B5EF4-FFF2-40B4-BE49-F238E27FC236}">
                  <a16:creationId xmlns:a16="http://schemas.microsoft.com/office/drawing/2014/main" id="{95679B7B-39F8-2F66-84E1-564348D16B7C}"/>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4605" name="Group 29">
            <a:extLst>
              <a:ext uri="{FF2B5EF4-FFF2-40B4-BE49-F238E27FC236}">
                <a16:creationId xmlns:a16="http://schemas.microsoft.com/office/drawing/2014/main" id="{5F5CA85B-D7AF-8093-7635-C934D07AEF5A}"/>
              </a:ext>
            </a:extLst>
          </p:cNvPr>
          <p:cNvGrpSpPr>
            <a:grpSpLocks/>
          </p:cNvGrpSpPr>
          <p:nvPr/>
        </p:nvGrpSpPr>
        <p:grpSpPr bwMode="auto">
          <a:xfrm>
            <a:off x="9288464" y="5480050"/>
            <a:ext cx="727075" cy="508000"/>
            <a:chOff x="4891" y="3452"/>
            <a:chExt cx="458" cy="320"/>
          </a:xfrm>
        </p:grpSpPr>
        <p:sp>
          <p:nvSpPr>
            <p:cNvPr id="24606" name="Rectangle 30">
              <a:extLst>
                <a:ext uri="{FF2B5EF4-FFF2-40B4-BE49-F238E27FC236}">
                  <a16:creationId xmlns:a16="http://schemas.microsoft.com/office/drawing/2014/main" id="{738EB06A-8C87-9203-3725-DC0D00576462}"/>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24607" name="Picture 31">
              <a:extLst>
                <a:ext uri="{FF2B5EF4-FFF2-40B4-BE49-F238E27FC236}">
                  <a16:creationId xmlns:a16="http://schemas.microsoft.com/office/drawing/2014/main" id="{80AAE6FE-CB07-364A-8449-55318786E22C}"/>
                </a:ext>
              </a:extLst>
            </p:cNvPr>
            <p:cNvPicPr>
              <a:picLocks noChangeArrowheads="1"/>
            </p:cNvPicPr>
            <p:nvPr/>
          </p:nvPicPr>
          <p:blipFill>
            <a:blip r:embed="rId6">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4608" name="Group 32">
            <a:extLst>
              <a:ext uri="{FF2B5EF4-FFF2-40B4-BE49-F238E27FC236}">
                <a16:creationId xmlns:a16="http://schemas.microsoft.com/office/drawing/2014/main" id="{2E5275F9-0736-DE1D-B8B8-20937165F0C6}"/>
              </a:ext>
            </a:extLst>
          </p:cNvPr>
          <p:cNvGrpSpPr>
            <a:grpSpLocks/>
          </p:cNvGrpSpPr>
          <p:nvPr/>
        </p:nvGrpSpPr>
        <p:grpSpPr bwMode="auto">
          <a:xfrm>
            <a:off x="8120064" y="4014788"/>
            <a:ext cx="1311275" cy="2832100"/>
            <a:chOff x="4155" y="2529"/>
            <a:chExt cx="826" cy="1784"/>
          </a:xfrm>
        </p:grpSpPr>
        <p:sp useBgFill="1">
          <p:nvSpPr>
            <p:cNvPr id="24609" name="Freeform 33">
              <a:extLst>
                <a:ext uri="{FF2B5EF4-FFF2-40B4-BE49-F238E27FC236}">
                  <a16:creationId xmlns:a16="http://schemas.microsoft.com/office/drawing/2014/main" id="{145E09B4-1715-6962-8BD5-5A285E508C0D}"/>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4610" name="Rectangle 34">
              <a:extLst>
                <a:ext uri="{FF2B5EF4-FFF2-40B4-BE49-F238E27FC236}">
                  <a16:creationId xmlns:a16="http://schemas.microsoft.com/office/drawing/2014/main" id="{6D2611B9-E587-DB86-2997-F42E589A52DC}"/>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grpSp>
        <p:nvGrpSpPr>
          <p:cNvPr id="24611" name="Group 35">
            <a:extLst>
              <a:ext uri="{FF2B5EF4-FFF2-40B4-BE49-F238E27FC236}">
                <a16:creationId xmlns:a16="http://schemas.microsoft.com/office/drawing/2014/main" id="{D144994B-633D-6512-3952-79AB3244305F}"/>
              </a:ext>
            </a:extLst>
          </p:cNvPr>
          <p:cNvGrpSpPr>
            <a:grpSpLocks/>
          </p:cNvGrpSpPr>
          <p:nvPr/>
        </p:nvGrpSpPr>
        <p:grpSpPr bwMode="auto">
          <a:xfrm>
            <a:off x="5237164" y="5465763"/>
            <a:ext cx="625475" cy="558800"/>
            <a:chOff x="2339" y="3443"/>
            <a:chExt cx="394" cy="352"/>
          </a:xfrm>
        </p:grpSpPr>
        <p:pic>
          <p:nvPicPr>
            <p:cNvPr id="24612" name="Picture 36">
              <a:extLst>
                <a:ext uri="{FF2B5EF4-FFF2-40B4-BE49-F238E27FC236}">
                  <a16:creationId xmlns:a16="http://schemas.microsoft.com/office/drawing/2014/main" id="{14133303-8ED3-F2F1-4CC4-242830129168}"/>
                </a:ext>
              </a:extLst>
            </p:cNvPr>
            <p:cNvPicPr>
              <a:picLocks noChangeArrowheads="1"/>
            </p:cNvPicPr>
            <p:nvPr/>
          </p:nvPicPr>
          <p:blipFill>
            <a:blip r:embed="rId7">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613" name="Rectangle 37">
              <a:extLst>
                <a:ext uri="{FF2B5EF4-FFF2-40B4-BE49-F238E27FC236}">
                  <a16:creationId xmlns:a16="http://schemas.microsoft.com/office/drawing/2014/main" id="{146612FE-F6C0-DAF9-E627-718C2C8FAFEE}"/>
                </a:ext>
              </a:extLst>
            </p:cNvPr>
            <p:cNvSpPr>
              <a:spLocks noChangeArrowheads="1"/>
            </p:cNvSpPr>
            <p:nvPr/>
          </p:nvSpPr>
          <p:spPr bwMode="auto">
            <a:xfrm>
              <a:off x="2339" y="3443"/>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580625685</a:t>
              </a:r>
            </a:p>
          </p:txBody>
        </p:sp>
      </p:grpSp>
    </p:spTree>
  </p:cSld>
  <p:clrMapOvr>
    <a:masterClrMapping/>
  </p:clrMapOvr>
  <p:transition>
    <p:strips dir="ld"/>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a:extLst>
              <a:ext uri="{FF2B5EF4-FFF2-40B4-BE49-F238E27FC236}">
                <a16:creationId xmlns:a16="http://schemas.microsoft.com/office/drawing/2014/main" id="{0DD4C3E8-C960-9009-2D19-91CA10E2C4F0}"/>
              </a:ext>
            </a:extLst>
          </p:cNvPr>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altLang="en-US"/>
              <a:t>Collisions</a:t>
            </a:r>
          </a:p>
        </p:txBody>
      </p:sp>
      <p:sp>
        <p:nvSpPr>
          <p:cNvPr id="26627" name="Rectangle 3">
            <a:extLst>
              <a:ext uri="{FF2B5EF4-FFF2-40B4-BE49-F238E27FC236}">
                <a16:creationId xmlns:a16="http://schemas.microsoft.com/office/drawing/2014/main" id="{1818596B-BDF9-D786-3894-949B650E2203}"/>
              </a:ext>
            </a:extLst>
          </p:cNvPr>
          <p:cNvSpPr>
            <a:spLocks noGrp="1" noChangeArrowheads="1"/>
          </p:cNvSpPr>
          <p:nvPr>
            <p:ph type="body" sz="half" idx="1"/>
          </p:nvPr>
        </p:nvSpPr>
        <p:spPr>
          <a:xfrm>
            <a:off x="2209801"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Here is another new record to insert, with a hash value of 2.</a:t>
            </a:r>
          </a:p>
        </p:txBody>
      </p:sp>
      <p:sp useBgFill="1">
        <p:nvSpPr>
          <p:cNvPr id="26628" name="Freeform 4">
            <a:extLst>
              <a:ext uri="{FF2B5EF4-FFF2-40B4-BE49-F238E27FC236}">
                <a16:creationId xmlns:a16="http://schemas.microsoft.com/office/drawing/2014/main" id="{17ADEC77-8B55-5D39-D915-E5633D831468}"/>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29" name="Rectangle 5">
            <a:extLst>
              <a:ext uri="{FF2B5EF4-FFF2-40B4-BE49-F238E27FC236}">
                <a16:creationId xmlns:a16="http://schemas.microsoft.com/office/drawing/2014/main" id="{3750580C-7389-D48C-46A5-1CB9C762CB50}"/>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30" name="Line 6">
            <a:extLst>
              <a:ext uri="{FF2B5EF4-FFF2-40B4-BE49-F238E27FC236}">
                <a16:creationId xmlns:a16="http://schemas.microsoft.com/office/drawing/2014/main" id="{649A96EC-67FF-7EA2-B087-1414CEC17B0D}"/>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1" name="Line 7">
            <a:extLst>
              <a:ext uri="{FF2B5EF4-FFF2-40B4-BE49-F238E27FC236}">
                <a16:creationId xmlns:a16="http://schemas.microsoft.com/office/drawing/2014/main" id="{99DA87E4-04BD-21F1-09C3-E5757F767613}"/>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2" name="Line 8">
            <a:extLst>
              <a:ext uri="{FF2B5EF4-FFF2-40B4-BE49-F238E27FC236}">
                <a16:creationId xmlns:a16="http://schemas.microsoft.com/office/drawing/2014/main" id="{90B97B6B-62D6-597B-D84A-1B61230DFF3B}"/>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3" name="Line 9">
            <a:extLst>
              <a:ext uri="{FF2B5EF4-FFF2-40B4-BE49-F238E27FC236}">
                <a16:creationId xmlns:a16="http://schemas.microsoft.com/office/drawing/2014/main" id="{C5D58B35-468A-F50E-E5D8-D40E68BF39DA}"/>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4" name="Line 10">
            <a:extLst>
              <a:ext uri="{FF2B5EF4-FFF2-40B4-BE49-F238E27FC236}">
                <a16:creationId xmlns:a16="http://schemas.microsoft.com/office/drawing/2014/main" id="{8850BBC1-1BD8-CBDB-6BF8-47631C477638}"/>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5" name="Line 11">
            <a:extLst>
              <a:ext uri="{FF2B5EF4-FFF2-40B4-BE49-F238E27FC236}">
                <a16:creationId xmlns:a16="http://schemas.microsoft.com/office/drawing/2014/main" id="{5FAA12E0-D865-46BE-F30E-76E1AB2D84D8}"/>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36" name="Rectangle 12">
            <a:extLst>
              <a:ext uri="{FF2B5EF4-FFF2-40B4-BE49-F238E27FC236}">
                <a16:creationId xmlns:a16="http://schemas.microsoft.com/office/drawing/2014/main" id="{F1DE1B33-71B0-9319-2F0E-367B4B370ED2}"/>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26637" name="Rectangle 13">
            <a:extLst>
              <a:ext uri="{FF2B5EF4-FFF2-40B4-BE49-F238E27FC236}">
                <a16:creationId xmlns:a16="http://schemas.microsoft.com/office/drawing/2014/main" id="{61D71F08-E1D6-D05F-52F0-0B21C8540FCB}"/>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26638" name="Rectangle 14">
            <a:extLst>
              <a:ext uri="{FF2B5EF4-FFF2-40B4-BE49-F238E27FC236}">
                <a16:creationId xmlns:a16="http://schemas.microsoft.com/office/drawing/2014/main" id="{FE739717-4421-B85E-DA26-808CE294C9E5}"/>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26639" name="Rectangle 15">
            <a:extLst>
              <a:ext uri="{FF2B5EF4-FFF2-40B4-BE49-F238E27FC236}">
                <a16:creationId xmlns:a16="http://schemas.microsoft.com/office/drawing/2014/main" id="{7361D02A-5AA1-190F-8531-E3EE99AA1708}"/>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26640" name="Rectangle 16">
            <a:extLst>
              <a:ext uri="{FF2B5EF4-FFF2-40B4-BE49-F238E27FC236}">
                <a16:creationId xmlns:a16="http://schemas.microsoft.com/office/drawing/2014/main" id="{0A6F9F6C-AB8D-7BCC-4320-6790A9D2BC11}"/>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26641" name="Rectangle 17">
            <a:extLst>
              <a:ext uri="{FF2B5EF4-FFF2-40B4-BE49-F238E27FC236}">
                <a16:creationId xmlns:a16="http://schemas.microsoft.com/office/drawing/2014/main" id="{342CD821-1FF3-D75C-00AC-AB376C72E042}"/>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26642" name="Rectangle 18">
            <a:extLst>
              <a:ext uri="{FF2B5EF4-FFF2-40B4-BE49-F238E27FC236}">
                <a16:creationId xmlns:a16="http://schemas.microsoft.com/office/drawing/2014/main" id="{9F2D4D2F-5C26-3387-FCBA-2B1E06B1EFBC}"/>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43" name="Rectangle 19">
            <a:extLst>
              <a:ext uri="{FF2B5EF4-FFF2-40B4-BE49-F238E27FC236}">
                <a16:creationId xmlns:a16="http://schemas.microsoft.com/office/drawing/2014/main" id="{EC6BD61F-ECBF-83AE-DEE0-854CEDAB2C7D}"/>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26644" name="Group 20">
            <a:extLst>
              <a:ext uri="{FF2B5EF4-FFF2-40B4-BE49-F238E27FC236}">
                <a16:creationId xmlns:a16="http://schemas.microsoft.com/office/drawing/2014/main" id="{2C1FFEAE-684A-9785-C676-E72C6F30F245}"/>
              </a:ext>
            </a:extLst>
          </p:cNvPr>
          <p:cNvGrpSpPr>
            <a:grpSpLocks/>
          </p:cNvGrpSpPr>
          <p:nvPr/>
        </p:nvGrpSpPr>
        <p:grpSpPr bwMode="auto">
          <a:xfrm>
            <a:off x="6122988" y="5475288"/>
            <a:ext cx="677862" cy="519112"/>
            <a:chOff x="2897" y="3449"/>
            <a:chExt cx="427" cy="327"/>
          </a:xfrm>
        </p:grpSpPr>
        <p:sp>
          <p:nvSpPr>
            <p:cNvPr id="26645" name="Rectangle 21">
              <a:extLst>
                <a:ext uri="{FF2B5EF4-FFF2-40B4-BE49-F238E27FC236}">
                  <a16:creationId xmlns:a16="http://schemas.microsoft.com/office/drawing/2014/main" id="{E99A2A86-AB2D-3DCD-C420-4747A34DE4D8}"/>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26646" name="Picture 22">
              <a:extLst>
                <a:ext uri="{FF2B5EF4-FFF2-40B4-BE49-F238E27FC236}">
                  <a16:creationId xmlns:a16="http://schemas.microsoft.com/office/drawing/2014/main" id="{840270D3-64BB-36D9-C7B6-979BE9362F97}"/>
                </a:ext>
              </a:extLst>
            </p:cNvPr>
            <p:cNvPicPr>
              <a:picLocks noChangeArrowheads="1"/>
            </p:cNvPicPr>
            <p:nvPr/>
          </p:nvPicPr>
          <p:blipFill>
            <a:blip r:embed="rId3">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6647" name="Group 23">
            <a:extLst>
              <a:ext uri="{FF2B5EF4-FFF2-40B4-BE49-F238E27FC236}">
                <a16:creationId xmlns:a16="http://schemas.microsoft.com/office/drawing/2014/main" id="{3B06A966-0248-CD78-D14B-E59B6606558B}"/>
              </a:ext>
            </a:extLst>
          </p:cNvPr>
          <p:cNvGrpSpPr>
            <a:grpSpLocks/>
          </p:cNvGrpSpPr>
          <p:nvPr/>
        </p:nvGrpSpPr>
        <p:grpSpPr bwMode="auto">
          <a:xfrm>
            <a:off x="4346576" y="5449888"/>
            <a:ext cx="677863" cy="569912"/>
            <a:chOff x="1778" y="3433"/>
            <a:chExt cx="427" cy="359"/>
          </a:xfrm>
        </p:grpSpPr>
        <p:sp>
          <p:nvSpPr>
            <p:cNvPr id="26648" name="Rectangle 24">
              <a:extLst>
                <a:ext uri="{FF2B5EF4-FFF2-40B4-BE49-F238E27FC236}">
                  <a16:creationId xmlns:a16="http://schemas.microsoft.com/office/drawing/2014/main" id="{4FDC7A8D-58F6-23E9-A98B-5693A9D73BD4}"/>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26649" name="Picture 25">
              <a:extLst>
                <a:ext uri="{FF2B5EF4-FFF2-40B4-BE49-F238E27FC236}">
                  <a16:creationId xmlns:a16="http://schemas.microsoft.com/office/drawing/2014/main" id="{BABEFBC7-7810-9EC7-E449-070C3D7FD591}"/>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6650" name="Group 26">
            <a:extLst>
              <a:ext uri="{FF2B5EF4-FFF2-40B4-BE49-F238E27FC236}">
                <a16:creationId xmlns:a16="http://schemas.microsoft.com/office/drawing/2014/main" id="{F1C24F61-E15C-67EB-8DF3-58E3BDD69740}"/>
              </a:ext>
            </a:extLst>
          </p:cNvPr>
          <p:cNvGrpSpPr>
            <a:grpSpLocks/>
          </p:cNvGrpSpPr>
          <p:nvPr/>
        </p:nvGrpSpPr>
        <p:grpSpPr bwMode="auto">
          <a:xfrm>
            <a:off x="3430589" y="5445125"/>
            <a:ext cx="625475" cy="577850"/>
            <a:chOff x="1201" y="3430"/>
            <a:chExt cx="394" cy="364"/>
          </a:xfrm>
        </p:grpSpPr>
        <p:sp>
          <p:nvSpPr>
            <p:cNvPr id="26651" name="Rectangle 27">
              <a:extLst>
                <a:ext uri="{FF2B5EF4-FFF2-40B4-BE49-F238E27FC236}">
                  <a16:creationId xmlns:a16="http://schemas.microsoft.com/office/drawing/2014/main" id="{C24ABF2D-BA9A-DF39-93C7-BAC3F8ED85EF}"/>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26652" name="Picture 28">
              <a:extLst>
                <a:ext uri="{FF2B5EF4-FFF2-40B4-BE49-F238E27FC236}">
                  <a16:creationId xmlns:a16="http://schemas.microsoft.com/office/drawing/2014/main" id="{E77D8480-9D31-772B-92F0-DADEA05229C3}"/>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6653" name="Group 29">
            <a:extLst>
              <a:ext uri="{FF2B5EF4-FFF2-40B4-BE49-F238E27FC236}">
                <a16:creationId xmlns:a16="http://schemas.microsoft.com/office/drawing/2014/main" id="{4022A19C-C642-8562-9483-8ECAA69FCF7E}"/>
              </a:ext>
            </a:extLst>
          </p:cNvPr>
          <p:cNvGrpSpPr>
            <a:grpSpLocks/>
          </p:cNvGrpSpPr>
          <p:nvPr/>
        </p:nvGrpSpPr>
        <p:grpSpPr bwMode="auto">
          <a:xfrm>
            <a:off x="9288464" y="5480050"/>
            <a:ext cx="727075" cy="508000"/>
            <a:chOff x="4891" y="3452"/>
            <a:chExt cx="458" cy="320"/>
          </a:xfrm>
        </p:grpSpPr>
        <p:sp>
          <p:nvSpPr>
            <p:cNvPr id="26654" name="Rectangle 30">
              <a:extLst>
                <a:ext uri="{FF2B5EF4-FFF2-40B4-BE49-F238E27FC236}">
                  <a16:creationId xmlns:a16="http://schemas.microsoft.com/office/drawing/2014/main" id="{9389CECB-2F15-BF89-0E8B-967C1C29A2AB}"/>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26655" name="Picture 31">
              <a:extLst>
                <a:ext uri="{FF2B5EF4-FFF2-40B4-BE49-F238E27FC236}">
                  <a16:creationId xmlns:a16="http://schemas.microsoft.com/office/drawing/2014/main" id="{C9CAB99E-DBD7-0696-B34C-5E1C401166E5}"/>
                </a:ext>
              </a:extLst>
            </p:cNvPr>
            <p:cNvPicPr>
              <a:picLocks noChangeArrowheads="1"/>
            </p:cNvPicPr>
            <p:nvPr/>
          </p:nvPicPr>
          <p:blipFill>
            <a:blip r:embed="rId6">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6656" name="Group 32">
            <a:extLst>
              <a:ext uri="{FF2B5EF4-FFF2-40B4-BE49-F238E27FC236}">
                <a16:creationId xmlns:a16="http://schemas.microsoft.com/office/drawing/2014/main" id="{E923FFB4-D052-30CE-ED0E-8265C471DAC0}"/>
              </a:ext>
            </a:extLst>
          </p:cNvPr>
          <p:cNvGrpSpPr>
            <a:grpSpLocks/>
          </p:cNvGrpSpPr>
          <p:nvPr/>
        </p:nvGrpSpPr>
        <p:grpSpPr bwMode="auto">
          <a:xfrm>
            <a:off x="8120064" y="4014788"/>
            <a:ext cx="1311275" cy="2832100"/>
            <a:chOff x="4155" y="2529"/>
            <a:chExt cx="826" cy="1784"/>
          </a:xfrm>
        </p:grpSpPr>
        <p:sp useBgFill="1">
          <p:nvSpPr>
            <p:cNvPr id="26657" name="Freeform 33">
              <a:extLst>
                <a:ext uri="{FF2B5EF4-FFF2-40B4-BE49-F238E27FC236}">
                  <a16:creationId xmlns:a16="http://schemas.microsoft.com/office/drawing/2014/main" id="{90E34CC3-3527-4678-D49E-E3C8E71A8A3D}"/>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58" name="Rectangle 34">
              <a:extLst>
                <a:ext uri="{FF2B5EF4-FFF2-40B4-BE49-F238E27FC236}">
                  <a16:creationId xmlns:a16="http://schemas.microsoft.com/office/drawing/2014/main" id="{FD17C7EF-70E5-104D-2243-8E21E9A0DA0E}"/>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grpSp>
        <p:nvGrpSpPr>
          <p:cNvPr id="26659" name="Group 35">
            <a:extLst>
              <a:ext uri="{FF2B5EF4-FFF2-40B4-BE49-F238E27FC236}">
                <a16:creationId xmlns:a16="http://schemas.microsoft.com/office/drawing/2014/main" id="{2DF98BB8-23AB-4A7E-73DE-73FA2D073F83}"/>
              </a:ext>
            </a:extLst>
          </p:cNvPr>
          <p:cNvGrpSpPr>
            <a:grpSpLocks/>
          </p:cNvGrpSpPr>
          <p:nvPr/>
        </p:nvGrpSpPr>
        <p:grpSpPr bwMode="auto">
          <a:xfrm>
            <a:off x="5237164" y="5465763"/>
            <a:ext cx="625475" cy="558800"/>
            <a:chOff x="2339" y="3443"/>
            <a:chExt cx="394" cy="352"/>
          </a:xfrm>
        </p:grpSpPr>
        <p:pic>
          <p:nvPicPr>
            <p:cNvPr id="26660" name="Picture 36">
              <a:extLst>
                <a:ext uri="{FF2B5EF4-FFF2-40B4-BE49-F238E27FC236}">
                  <a16:creationId xmlns:a16="http://schemas.microsoft.com/office/drawing/2014/main" id="{B5C3A828-3678-B492-D7FF-460E16ABC553}"/>
                </a:ext>
              </a:extLst>
            </p:cNvPr>
            <p:cNvPicPr>
              <a:picLocks noChangeArrowheads="1"/>
            </p:cNvPicPr>
            <p:nvPr/>
          </p:nvPicPr>
          <p:blipFill>
            <a:blip r:embed="rId7">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61" name="Rectangle 37">
              <a:extLst>
                <a:ext uri="{FF2B5EF4-FFF2-40B4-BE49-F238E27FC236}">
                  <a16:creationId xmlns:a16="http://schemas.microsoft.com/office/drawing/2014/main" id="{F170C1AE-A191-E982-3B92-EC2D47E35256}"/>
                </a:ext>
              </a:extLst>
            </p:cNvPr>
            <p:cNvSpPr>
              <a:spLocks noChangeArrowheads="1"/>
            </p:cNvSpPr>
            <p:nvPr/>
          </p:nvSpPr>
          <p:spPr bwMode="auto">
            <a:xfrm>
              <a:off x="2339" y="3443"/>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580625685</a:t>
              </a:r>
            </a:p>
          </p:txBody>
        </p:sp>
      </p:grpSp>
      <p:sp>
        <p:nvSpPr>
          <p:cNvPr id="26662" name="Rectangle 38">
            <a:extLst>
              <a:ext uri="{FF2B5EF4-FFF2-40B4-BE49-F238E27FC236}">
                <a16:creationId xmlns:a16="http://schemas.microsoft.com/office/drawing/2014/main" id="{E2EFCE1B-41DB-D7B0-1414-90317E278430}"/>
              </a:ext>
            </a:extLst>
          </p:cNvPr>
          <p:cNvSpPr>
            <a:spLocks noChangeArrowheads="1"/>
          </p:cNvSpPr>
          <p:nvPr/>
        </p:nvSpPr>
        <p:spPr bwMode="auto">
          <a:xfrm>
            <a:off x="7553326"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6663" name="Picture 39">
            <a:extLst>
              <a:ext uri="{FF2B5EF4-FFF2-40B4-BE49-F238E27FC236}">
                <a16:creationId xmlns:a16="http://schemas.microsoft.com/office/drawing/2014/main" id="{FB249887-374B-2EFA-2EFD-DF252B06B796}"/>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99400" y="1558925"/>
            <a:ext cx="1873250" cy="172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6664" name="Oval 40">
            <a:extLst>
              <a:ext uri="{FF2B5EF4-FFF2-40B4-BE49-F238E27FC236}">
                <a16:creationId xmlns:a16="http://schemas.microsoft.com/office/drawing/2014/main" id="{97EC02B0-214B-2571-93F1-DCE4A0031273}"/>
              </a:ext>
            </a:extLst>
          </p:cNvPr>
          <p:cNvSpPr>
            <a:spLocks noChangeArrowheads="1"/>
          </p:cNvSpPr>
          <p:nvPr/>
        </p:nvSpPr>
        <p:spPr bwMode="auto">
          <a:xfrm>
            <a:off x="8388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6665" name="Rectangle 41">
            <a:extLst>
              <a:ext uri="{FF2B5EF4-FFF2-40B4-BE49-F238E27FC236}">
                <a16:creationId xmlns:a16="http://schemas.microsoft.com/office/drawing/2014/main" id="{F00AA58E-4AE0-DF95-6397-39E0665E5A0C}"/>
              </a:ext>
            </a:extLst>
          </p:cNvPr>
          <p:cNvSpPr>
            <a:spLocks noChangeArrowheads="1"/>
          </p:cNvSpPr>
          <p:nvPr/>
        </p:nvSpPr>
        <p:spPr bwMode="auto">
          <a:xfrm>
            <a:off x="7681914" y="1104901"/>
            <a:ext cx="227305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Number 701466868</a:t>
            </a:r>
          </a:p>
        </p:txBody>
      </p:sp>
      <p:sp>
        <p:nvSpPr>
          <p:cNvPr id="26666" name="Line 42">
            <a:extLst>
              <a:ext uri="{FF2B5EF4-FFF2-40B4-BE49-F238E27FC236}">
                <a16:creationId xmlns:a16="http://schemas.microsoft.com/office/drawing/2014/main" id="{8BE4909A-62F8-C078-6A7B-D0D044A56D53}"/>
              </a:ext>
            </a:extLst>
          </p:cNvPr>
          <p:cNvSpPr>
            <a:spLocks noChangeShapeType="1"/>
          </p:cNvSpPr>
          <p:nvPr/>
        </p:nvSpPr>
        <p:spPr bwMode="auto">
          <a:xfrm flipH="1">
            <a:off x="4826001" y="2376488"/>
            <a:ext cx="2720975" cy="2432050"/>
          </a:xfrm>
          <a:prstGeom prst="line">
            <a:avLst/>
          </a:prstGeom>
          <a:noFill/>
          <a:ln w="508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6667" name="AutoShape 43">
            <a:extLst>
              <a:ext uri="{FF2B5EF4-FFF2-40B4-BE49-F238E27FC236}">
                <a16:creationId xmlns:a16="http://schemas.microsoft.com/office/drawing/2014/main" id="{D9A1CFF0-B7FE-F78D-819F-56F228806E17}"/>
              </a:ext>
            </a:extLst>
          </p:cNvPr>
          <p:cNvSpPr>
            <a:spLocks noChangeArrowheads="1"/>
          </p:cNvSpPr>
          <p:nvPr/>
        </p:nvSpPr>
        <p:spPr bwMode="auto">
          <a:xfrm rot="10800000" flipH="1">
            <a:off x="8848726" y="3090863"/>
            <a:ext cx="1800225" cy="1076854"/>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0488" tIns="44450" rIns="90488" bIns="44450" anchor="ctr"/>
          <a:lstStyle/>
          <a:p>
            <a:pPr algn="ctr" eaLnBrk="0" hangingPunct="0"/>
            <a:r>
              <a:rPr lang="en-US" altLang="en-US" b="1"/>
              <a:t>My hash</a:t>
            </a:r>
          </a:p>
          <a:p>
            <a:pPr algn="ctr" eaLnBrk="0" hangingPunct="0"/>
            <a:r>
              <a:rPr lang="en-US" altLang="en-US" b="1"/>
              <a:t>value is [2].</a:t>
            </a:r>
          </a:p>
        </p:txBody>
      </p:sp>
    </p:spTree>
  </p:cSld>
  <p:clrMapOvr>
    <a:masterClrMapping/>
  </p:clrMapOvr>
  <p:transition>
    <p:strips dir="ld"/>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a:extLst>
              <a:ext uri="{FF2B5EF4-FFF2-40B4-BE49-F238E27FC236}">
                <a16:creationId xmlns:a16="http://schemas.microsoft.com/office/drawing/2014/main" id="{66D72E4A-C236-CB85-9161-38EBA5D81C1A}"/>
              </a:ext>
            </a:extLst>
          </p:cNvPr>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altLang="en-US"/>
              <a:t>Collisions</a:t>
            </a:r>
          </a:p>
        </p:txBody>
      </p:sp>
      <p:sp>
        <p:nvSpPr>
          <p:cNvPr id="28675" name="Rectangle 3">
            <a:extLst>
              <a:ext uri="{FF2B5EF4-FFF2-40B4-BE49-F238E27FC236}">
                <a16:creationId xmlns:a16="http://schemas.microsoft.com/office/drawing/2014/main" id="{02F9F471-B25E-B666-E416-FDE5360818A9}"/>
              </a:ext>
            </a:extLst>
          </p:cNvPr>
          <p:cNvSpPr>
            <a:spLocks noGrp="1" noChangeArrowheads="1"/>
          </p:cNvSpPr>
          <p:nvPr>
            <p:ph type="body" sz="half" idx="1"/>
          </p:nvPr>
        </p:nvSpPr>
        <p:spPr>
          <a:xfrm>
            <a:off x="2209801"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This is called a </a:t>
            </a:r>
            <a:r>
              <a:rPr lang="en-US" altLang="en-US" b="1" u="sng">
                <a:solidFill>
                  <a:schemeClr val="accent2"/>
                </a:solidFill>
              </a:rPr>
              <a:t>collision</a:t>
            </a:r>
            <a:r>
              <a:rPr lang="en-US" altLang="en-US"/>
              <a:t>, because there is already another valid record at [2].</a:t>
            </a:r>
          </a:p>
        </p:txBody>
      </p:sp>
      <p:sp useBgFill="1">
        <p:nvSpPr>
          <p:cNvPr id="28676" name="Freeform 4">
            <a:extLst>
              <a:ext uri="{FF2B5EF4-FFF2-40B4-BE49-F238E27FC236}">
                <a16:creationId xmlns:a16="http://schemas.microsoft.com/office/drawing/2014/main" id="{05B55058-3889-121C-97FB-0604628EFC23}"/>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77" name="Rectangle 5">
            <a:extLst>
              <a:ext uri="{FF2B5EF4-FFF2-40B4-BE49-F238E27FC236}">
                <a16:creationId xmlns:a16="http://schemas.microsoft.com/office/drawing/2014/main" id="{33829624-85DE-70FF-923E-E2B11A20B0F6}"/>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78" name="Line 6">
            <a:extLst>
              <a:ext uri="{FF2B5EF4-FFF2-40B4-BE49-F238E27FC236}">
                <a16:creationId xmlns:a16="http://schemas.microsoft.com/office/drawing/2014/main" id="{D1174E65-08FB-EE06-FEB3-EB6D27FFEDE8}"/>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79" name="Line 7">
            <a:extLst>
              <a:ext uri="{FF2B5EF4-FFF2-40B4-BE49-F238E27FC236}">
                <a16:creationId xmlns:a16="http://schemas.microsoft.com/office/drawing/2014/main" id="{9CBD2E5C-CCD6-66B8-BA34-C6A7F436119D}"/>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0" name="Line 8">
            <a:extLst>
              <a:ext uri="{FF2B5EF4-FFF2-40B4-BE49-F238E27FC236}">
                <a16:creationId xmlns:a16="http://schemas.microsoft.com/office/drawing/2014/main" id="{6EA40CE3-1D46-A877-3AC7-627DCD49E16E}"/>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1" name="Line 9">
            <a:extLst>
              <a:ext uri="{FF2B5EF4-FFF2-40B4-BE49-F238E27FC236}">
                <a16:creationId xmlns:a16="http://schemas.microsoft.com/office/drawing/2014/main" id="{D73674BB-50EE-0C13-3276-00D5B811C2FA}"/>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2" name="Line 10">
            <a:extLst>
              <a:ext uri="{FF2B5EF4-FFF2-40B4-BE49-F238E27FC236}">
                <a16:creationId xmlns:a16="http://schemas.microsoft.com/office/drawing/2014/main" id="{2E6C3D1D-75F0-84F7-61C5-EBC7ED944FD9}"/>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3" name="Line 11">
            <a:extLst>
              <a:ext uri="{FF2B5EF4-FFF2-40B4-BE49-F238E27FC236}">
                <a16:creationId xmlns:a16="http://schemas.microsoft.com/office/drawing/2014/main" id="{6592CED3-8FCA-51AC-2DA8-EEC5600E8222}"/>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684" name="Rectangle 12">
            <a:extLst>
              <a:ext uri="{FF2B5EF4-FFF2-40B4-BE49-F238E27FC236}">
                <a16:creationId xmlns:a16="http://schemas.microsoft.com/office/drawing/2014/main" id="{E3770C1B-717D-0422-051A-971F406FCB89}"/>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28685" name="Rectangle 13">
            <a:extLst>
              <a:ext uri="{FF2B5EF4-FFF2-40B4-BE49-F238E27FC236}">
                <a16:creationId xmlns:a16="http://schemas.microsoft.com/office/drawing/2014/main" id="{C0BEED29-857E-5786-4DB6-975560842100}"/>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28686" name="Rectangle 14">
            <a:extLst>
              <a:ext uri="{FF2B5EF4-FFF2-40B4-BE49-F238E27FC236}">
                <a16:creationId xmlns:a16="http://schemas.microsoft.com/office/drawing/2014/main" id="{ADF3B32C-5544-3A41-1D3D-E30F03E123AD}"/>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28687" name="Rectangle 15">
            <a:extLst>
              <a:ext uri="{FF2B5EF4-FFF2-40B4-BE49-F238E27FC236}">
                <a16:creationId xmlns:a16="http://schemas.microsoft.com/office/drawing/2014/main" id="{54F61D34-A82C-4BFB-B361-B02E53221FA8}"/>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28688" name="Rectangle 16">
            <a:extLst>
              <a:ext uri="{FF2B5EF4-FFF2-40B4-BE49-F238E27FC236}">
                <a16:creationId xmlns:a16="http://schemas.microsoft.com/office/drawing/2014/main" id="{9570E997-B784-C420-E550-893E102D782F}"/>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28689" name="Rectangle 17">
            <a:extLst>
              <a:ext uri="{FF2B5EF4-FFF2-40B4-BE49-F238E27FC236}">
                <a16:creationId xmlns:a16="http://schemas.microsoft.com/office/drawing/2014/main" id="{8F76757B-64AA-9A3B-EFD4-A07C446132C1}"/>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28690" name="Rectangle 18">
            <a:extLst>
              <a:ext uri="{FF2B5EF4-FFF2-40B4-BE49-F238E27FC236}">
                <a16:creationId xmlns:a16="http://schemas.microsoft.com/office/drawing/2014/main" id="{56FD2871-15E8-ABF0-24F0-E7DAD9BB0F8B}"/>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691" name="Rectangle 19">
            <a:extLst>
              <a:ext uri="{FF2B5EF4-FFF2-40B4-BE49-F238E27FC236}">
                <a16:creationId xmlns:a16="http://schemas.microsoft.com/office/drawing/2014/main" id="{C3BB8B94-E3A5-89DB-6E1C-8211302B1C1F}"/>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28692" name="Group 20">
            <a:extLst>
              <a:ext uri="{FF2B5EF4-FFF2-40B4-BE49-F238E27FC236}">
                <a16:creationId xmlns:a16="http://schemas.microsoft.com/office/drawing/2014/main" id="{1B9A829B-BD06-332E-6FFE-CB9676D36010}"/>
              </a:ext>
            </a:extLst>
          </p:cNvPr>
          <p:cNvGrpSpPr>
            <a:grpSpLocks/>
          </p:cNvGrpSpPr>
          <p:nvPr/>
        </p:nvGrpSpPr>
        <p:grpSpPr bwMode="auto">
          <a:xfrm>
            <a:off x="6122988" y="5475288"/>
            <a:ext cx="677862" cy="519112"/>
            <a:chOff x="2897" y="3449"/>
            <a:chExt cx="427" cy="327"/>
          </a:xfrm>
        </p:grpSpPr>
        <p:sp>
          <p:nvSpPr>
            <p:cNvPr id="28693" name="Rectangle 21">
              <a:extLst>
                <a:ext uri="{FF2B5EF4-FFF2-40B4-BE49-F238E27FC236}">
                  <a16:creationId xmlns:a16="http://schemas.microsoft.com/office/drawing/2014/main" id="{2D7B8ADB-B62E-0D8A-26E7-D35350BFADEB}"/>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28694" name="Picture 22">
              <a:extLst>
                <a:ext uri="{FF2B5EF4-FFF2-40B4-BE49-F238E27FC236}">
                  <a16:creationId xmlns:a16="http://schemas.microsoft.com/office/drawing/2014/main" id="{6E81E951-76C1-D66F-8E8A-9C0FADE21930}"/>
                </a:ext>
              </a:extLst>
            </p:cNvPr>
            <p:cNvPicPr>
              <a:picLocks noChangeArrowheads="1"/>
            </p:cNvPicPr>
            <p:nvPr/>
          </p:nvPicPr>
          <p:blipFill>
            <a:blip r:embed="rId3">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8695" name="Group 23">
            <a:extLst>
              <a:ext uri="{FF2B5EF4-FFF2-40B4-BE49-F238E27FC236}">
                <a16:creationId xmlns:a16="http://schemas.microsoft.com/office/drawing/2014/main" id="{350EF222-1B44-7016-5239-C14B27E38FEE}"/>
              </a:ext>
            </a:extLst>
          </p:cNvPr>
          <p:cNvGrpSpPr>
            <a:grpSpLocks/>
          </p:cNvGrpSpPr>
          <p:nvPr/>
        </p:nvGrpSpPr>
        <p:grpSpPr bwMode="auto">
          <a:xfrm>
            <a:off x="4346576" y="5449888"/>
            <a:ext cx="677863" cy="569912"/>
            <a:chOff x="1778" y="3433"/>
            <a:chExt cx="427" cy="359"/>
          </a:xfrm>
        </p:grpSpPr>
        <p:sp>
          <p:nvSpPr>
            <p:cNvPr id="28696" name="Rectangle 24">
              <a:extLst>
                <a:ext uri="{FF2B5EF4-FFF2-40B4-BE49-F238E27FC236}">
                  <a16:creationId xmlns:a16="http://schemas.microsoft.com/office/drawing/2014/main" id="{C4199C22-CFD4-DBA8-07B0-5F284B66FA41}"/>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28697" name="Picture 25">
              <a:extLst>
                <a:ext uri="{FF2B5EF4-FFF2-40B4-BE49-F238E27FC236}">
                  <a16:creationId xmlns:a16="http://schemas.microsoft.com/office/drawing/2014/main" id="{C520DBCA-E3DC-1468-4ADC-BDA746D402C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8698" name="Group 26">
            <a:extLst>
              <a:ext uri="{FF2B5EF4-FFF2-40B4-BE49-F238E27FC236}">
                <a16:creationId xmlns:a16="http://schemas.microsoft.com/office/drawing/2014/main" id="{E99E9271-E888-7FB1-018E-623A7516E63B}"/>
              </a:ext>
            </a:extLst>
          </p:cNvPr>
          <p:cNvGrpSpPr>
            <a:grpSpLocks/>
          </p:cNvGrpSpPr>
          <p:nvPr/>
        </p:nvGrpSpPr>
        <p:grpSpPr bwMode="auto">
          <a:xfrm>
            <a:off x="3430589" y="5445125"/>
            <a:ext cx="625475" cy="577850"/>
            <a:chOff x="1201" y="3430"/>
            <a:chExt cx="394" cy="364"/>
          </a:xfrm>
        </p:grpSpPr>
        <p:sp>
          <p:nvSpPr>
            <p:cNvPr id="28699" name="Rectangle 27">
              <a:extLst>
                <a:ext uri="{FF2B5EF4-FFF2-40B4-BE49-F238E27FC236}">
                  <a16:creationId xmlns:a16="http://schemas.microsoft.com/office/drawing/2014/main" id="{4FCE14E1-0A83-E978-D035-1B64A0B0DB80}"/>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28700" name="Picture 28">
              <a:extLst>
                <a:ext uri="{FF2B5EF4-FFF2-40B4-BE49-F238E27FC236}">
                  <a16:creationId xmlns:a16="http://schemas.microsoft.com/office/drawing/2014/main" id="{A1E892ED-EC78-4C00-F757-9A0FE725FD4E}"/>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8701" name="Group 29">
            <a:extLst>
              <a:ext uri="{FF2B5EF4-FFF2-40B4-BE49-F238E27FC236}">
                <a16:creationId xmlns:a16="http://schemas.microsoft.com/office/drawing/2014/main" id="{F6B43A82-5524-F74B-8F9E-288A02BA0C34}"/>
              </a:ext>
            </a:extLst>
          </p:cNvPr>
          <p:cNvGrpSpPr>
            <a:grpSpLocks/>
          </p:cNvGrpSpPr>
          <p:nvPr/>
        </p:nvGrpSpPr>
        <p:grpSpPr bwMode="auto">
          <a:xfrm>
            <a:off x="9288464" y="5480050"/>
            <a:ext cx="727075" cy="508000"/>
            <a:chOff x="4891" y="3452"/>
            <a:chExt cx="458" cy="320"/>
          </a:xfrm>
        </p:grpSpPr>
        <p:sp>
          <p:nvSpPr>
            <p:cNvPr id="28702" name="Rectangle 30">
              <a:extLst>
                <a:ext uri="{FF2B5EF4-FFF2-40B4-BE49-F238E27FC236}">
                  <a16:creationId xmlns:a16="http://schemas.microsoft.com/office/drawing/2014/main" id="{D9C423C1-238E-627A-B6C2-3F0929C7B1EE}"/>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28703" name="Picture 31">
              <a:extLst>
                <a:ext uri="{FF2B5EF4-FFF2-40B4-BE49-F238E27FC236}">
                  <a16:creationId xmlns:a16="http://schemas.microsoft.com/office/drawing/2014/main" id="{57DD191B-A1D5-1714-DC66-1303501D2AC1}"/>
                </a:ext>
              </a:extLst>
            </p:cNvPr>
            <p:cNvPicPr>
              <a:picLocks noChangeArrowheads="1"/>
            </p:cNvPicPr>
            <p:nvPr/>
          </p:nvPicPr>
          <p:blipFill>
            <a:blip r:embed="rId6">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28704" name="Group 32">
            <a:extLst>
              <a:ext uri="{FF2B5EF4-FFF2-40B4-BE49-F238E27FC236}">
                <a16:creationId xmlns:a16="http://schemas.microsoft.com/office/drawing/2014/main" id="{9025B6FA-88B9-D297-8DE8-F71F11848FD3}"/>
              </a:ext>
            </a:extLst>
          </p:cNvPr>
          <p:cNvGrpSpPr>
            <a:grpSpLocks/>
          </p:cNvGrpSpPr>
          <p:nvPr/>
        </p:nvGrpSpPr>
        <p:grpSpPr bwMode="auto">
          <a:xfrm>
            <a:off x="8120064" y="4014788"/>
            <a:ext cx="1311275" cy="2832100"/>
            <a:chOff x="4155" y="2529"/>
            <a:chExt cx="826" cy="1784"/>
          </a:xfrm>
        </p:grpSpPr>
        <p:sp useBgFill="1">
          <p:nvSpPr>
            <p:cNvPr id="28705" name="Freeform 33">
              <a:extLst>
                <a:ext uri="{FF2B5EF4-FFF2-40B4-BE49-F238E27FC236}">
                  <a16:creationId xmlns:a16="http://schemas.microsoft.com/office/drawing/2014/main" id="{69B7AF9D-FD32-13E7-A898-BC9439AED7EE}"/>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28706" name="Rectangle 34">
              <a:extLst>
                <a:ext uri="{FF2B5EF4-FFF2-40B4-BE49-F238E27FC236}">
                  <a16:creationId xmlns:a16="http://schemas.microsoft.com/office/drawing/2014/main" id="{8147ABC6-816A-65BF-95C6-A337E1F32D39}"/>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grpSp>
        <p:nvGrpSpPr>
          <p:cNvPr id="28707" name="Group 35">
            <a:extLst>
              <a:ext uri="{FF2B5EF4-FFF2-40B4-BE49-F238E27FC236}">
                <a16:creationId xmlns:a16="http://schemas.microsoft.com/office/drawing/2014/main" id="{030C239C-91F5-A6CC-B59C-20611671DDE6}"/>
              </a:ext>
            </a:extLst>
          </p:cNvPr>
          <p:cNvGrpSpPr>
            <a:grpSpLocks/>
          </p:cNvGrpSpPr>
          <p:nvPr/>
        </p:nvGrpSpPr>
        <p:grpSpPr bwMode="auto">
          <a:xfrm>
            <a:off x="5237164" y="5465763"/>
            <a:ext cx="625475" cy="558800"/>
            <a:chOff x="2339" y="3443"/>
            <a:chExt cx="394" cy="352"/>
          </a:xfrm>
        </p:grpSpPr>
        <p:pic>
          <p:nvPicPr>
            <p:cNvPr id="28708" name="Picture 36">
              <a:extLst>
                <a:ext uri="{FF2B5EF4-FFF2-40B4-BE49-F238E27FC236}">
                  <a16:creationId xmlns:a16="http://schemas.microsoft.com/office/drawing/2014/main" id="{F4552F38-6E79-E527-1D87-BEC7490F9968}"/>
                </a:ext>
              </a:extLst>
            </p:cNvPr>
            <p:cNvPicPr>
              <a:picLocks noChangeArrowheads="1"/>
            </p:cNvPicPr>
            <p:nvPr/>
          </p:nvPicPr>
          <p:blipFill>
            <a:blip r:embed="rId7">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709" name="Rectangle 37">
              <a:extLst>
                <a:ext uri="{FF2B5EF4-FFF2-40B4-BE49-F238E27FC236}">
                  <a16:creationId xmlns:a16="http://schemas.microsoft.com/office/drawing/2014/main" id="{CDE97B3D-E373-F965-E725-2FC75EE238FC}"/>
                </a:ext>
              </a:extLst>
            </p:cNvPr>
            <p:cNvSpPr>
              <a:spLocks noChangeArrowheads="1"/>
            </p:cNvSpPr>
            <p:nvPr/>
          </p:nvSpPr>
          <p:spPr bwMode="auto">
            <a:xfrm>
              <a:off x="2339" y="3443"/>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580625685</a:t>
              </a:r>
            </a:p>
          </p:txBody>
        </p:sp>
      </p:grpSp>
      <p:sp>
        <p:nvSpPr>
          <p:cNvPr id="28710" name="Rectangle 38">
            <a:extLst>
              <a:ext uri="{FF2B5EF4-FFF2-40B4-BE49-F238E27FC236}">
                <a16:creationId xmlns:a16="http://schemas.microsoft.com/office/drawing/2014/main" id="{B12E370F-484A-667A-A897-08101D52BFBA}"/>
              </a:ext>
            </a:extLst>
          </p:cNvPr>
          <p:cNvSpPr>
            <a:spLocks noChangeArrowheads="1"/>
          </p:cNvSpPr>
          <p:nvPr/>
        </p:nvSpPr>
        <p:spPr bwMode="auto">
          <a:xfrm>
            <a:off x="7553326"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28711" name="Picture 39">
            <a:extLst>
              <a:ext uri="{FF2B5EF4-FFF2-40B4-BE49-F238E27FC236}">
                <a16:creationId xmlns:a16="http://schemas.microsoft.com/office/drawing/2014/main" id="{1FA039B6-1A2C-F478-A0D7-4EE9D888D77C}"/>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99400" y="1558925"/>
            <a:ext cx="1873250" cy="172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712" name="Oval 40">
            <a:extLst>
              <a:ext uri="{FF2B5EF4-FFF2-40B4-BE49-F238E27FC236}">
                <a16:creationId xmlns:a16="http://schemas.microsoft.com/office/drawing/2014/main" id="{9DC161E1-1D95-2680-3906-FFCE0BEA9D3E}"/>
              </a:ext>
            </a:extLst>
          </p:cNvPr>
          <p:cNvSpPr>
            <a:spLocks noChangeArrowheads="1"/>
          </p:cNvSpPr>
          <p:nvPr/>
        </p:nvSpPr>
        <p:spPr bwMode="auto">
          <a:xfrm>
            <a:off x="8388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28713" name="Rectangle 41">
            <a:extLst>
              <a:ext uri="{FF2B5EF4-FFF2-40B4-BE49-F238E27FC236}">
                <a16:creationId xmlns:a16="http://schemas.microsoft.com/office/drawing/2014/main" id="{1930A0A5-2C0A-96E0-51BF-62DFA4892B54}"/>
              </a:ext>
            </a:extLst>
          </p:cNvPr>
          <p:cNvSpPr>
            <a:spLocks noChangeArrowheads="1"/>
          </p:cNvSpPr>
          <p:nvPr/>
        </p:nvSpPr>
        <p:spPr bwMode="auto">
          <a:xfrm>
            <a:off x="7681914" y="1104901"/>
            <a:ext cx="227305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Number 701466868</a:t>
            </a:r>
          </a:p>
        </p:txBody>
      </p:sp>
      <p:pic>
        <p:nvPicPr>
          <p:cNvPr id="28714" name="Picture 42">
            <a:extLst>
              <a:ext uri="{FF2B5EF4-FFF2-40B4-BE49-F238E27FC236}">
                <a16:creationId xmlns:a16="http://schemas.microsoft.com/office/drawing/2014/main" id="{B13A5E7D-1529-D31D-FBDD-233437661475}"/>
              </a:ext>
            </a:extLst>
          </p:cNvPr>
          <p:cNvPicPr>
            <a:picLocks noChangeArrowheads="1"/>
          </p:cNvPicPr>
          <p:nvPr/>
        </p:nvPicPr>
        <p:blipFill>
          <a:blip r:embed="rId9">
            <a:extLst>
              <a:ext uri="{28A0092B-C50C-407E-A947-70E740481C1C}">
                <a14:useLocalDpi xmlns:a14="http://schemas.microsoft.com/office/drawing/2010/main" val="0"/>
              </a:ext>
            </a:extLst>
          </a:blip>
          <a:srcRect t="67752" r="46098"/>
          <a:stretch>
            <a:fillRect/>
          </a:stretch>
        </p:blipFill>
        <p:spPr bwMode="auto">
          <a:xfrm>
            <a:off x="4867276" y="5910264"/>
            <a:ext cx="1304925" cy="7699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8715" name="AutoShape 43">
            <a:extLst>
              <a:ext uri="{FF2B5EF4-FFF2-40B4-BE49-F238E27FC236}">
                <a16:creationId xmlns:a16="http://schemas.microsoft.com/office/drawing/2014/main" id="{289571CA-D291-25B0-5219-89E02FBA90B1}"/>
              </a:ext>
            </a:extLst>
          </p:cNvPr>
          <p:cNvSpPr>
            <a:spLocks noChangeArrowheads="1"/>
          </p:cNvSpPr>
          <p:nvPr/>
        </p:nvSpPr>
        <p:spPr bwMode="auto">
          <a:xfrm>
            <a:off x="1693864" y="3181351"/>
            <a:ext cx="3978275" cy="1711325"/>
          </a:xfrm>
          <a:prstGeom prst="roundRect">
            <a:avLst>
              <a:gd name="adj" fmla="val 12495"/>
            </a:avLst>
          </a:prstGeom>
          <a:solidFill>
            <a:schemeClr val="folHlink"/>
          </a:solidFill>
          <a:ln w="12700">
            <a:solidFill>
              <a:srgbClr val="000000"/>
            </a:solidFill>
            <a:round/>
            <a:headEnd/>
            <a:tailEnd/>
          </a:ln>
          <a:effectLst>
            <a:outerShdw dist="107763" dir="2700000" algn="ctr" rotWithShape="0">
              <a:srgbClr val="000000"/>
            </a:outerShdw>
          </a:effectLst>
        </p:spPr>
        <p:txBody>
          <a:bodyPr wrap="none" lIns="90488" tIns="44450" rIns="90488" bIns="44450" anchor="ctr"/>
          <a:lstStyle/>
          <a:p>
            <a:pPr algn="ctr" eaLnBrk="0" hangingPunct="0"/>
            <a:r>
              <a:rPr lang="en-US" altLang="en-US" sz="2800" b="1"/>
              <a:t>When a collision occurs,</a:t>
            </a:r>
          </a:p>
          <a:p>
            <a:pPr algn="ctr" eaLnBrk="0" hangingPunct="0"/>
            <a:r>
              <a:rPr lang="en-US" altLang="en-US" sz="2800" b="1"/>
              <a:t>move forward until you</a:t>
            </a:r>
          </a:p>
          <a:p>
            <a:pPr algn="ctr" eaLnBrk="0" hangingPunct="0"/>
            <a:r>
              <a:rPr lang="en-US" altLang="en-US" sz="2800" b="1"/>
              <a:t>find an empty spot.</a:t>
            </a:r>
          </a:p>
        </p:txBody>
      </p:sp>
      <p:sp>
        <p:nvSpPr>
          <p:cNvPr id="28716" name="Line 44">
            <a:extLst>
              <a:ext uri="{FF2B5EF4-FFF2-40B4-BE49-F238E27FC236}">
                <a16:creationId xmlns:a16="http://schemas.microsoft.com/office/drawing/2014/main" id="{CD5E0392-EEAC-68CC-1BF7-9CC357F3A540}"/>
              </a:ext>
            </a:extLst>
          </p:cNvPr>
          <p:cNvSpPr>
            <a:spLocks noChangeShapeType="1"/>
          </p:cNvSpPr>
          <p:nvPr/>
        </p:nvSpPr>
        <p:spPr bwMode="auto">
          <a:xfrm flipH="1">
            <a:off x="5715001" y="2376488"/>
            <a:ext cx="1831975" cy="2449512"/>
          </a:xfrm>
          <a:prstGeom prst="line">
            <a:avLst/>
          </a:prstGeom>
          <a:noFill/>
          <a:ln w="508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p:strips dir="ld"/>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D4A597D1-C805-04CE-84A2-E91C1E00510B}"/>
              </a:ext>
            </a:extLst>
          </p:cNvPr>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altLang="en-US"/>
              <a:t>Collisions</a:t>
            </a:r>
          </a:p>
        </p:txBody>
      </p:sp>
      <p:sp>
        <p:nvSpPr>
          <p:cNvPr id="30723" name="Rectangle 3">
            <a:extLst>
              <a:ext uri="{FF2B5EF4-FFF2-40B4-BE49-F238E27FC236}">
                <a16:creationId xmlns:a16="http://schemas.microsoft.com/office/drawing/2014/main" id="{F1ABCF03-DC4A-E05C-96DF-27777C7AD2C8}"/>
              </a:ext>
            </a:extLst>
          </p:cNvPr>
          <p:cNvSpPr>
            <a:spLocks noGrp="1" noChangeArrowheads="1"/>
          </p:cNvSpPr>
          <p:nvPr>
            <p:ph type="body" sz="half" idx="1"/>
          </p:nvPr>
        </p:nvSpPr>
        <p:spPr>
          <a:xfrm>
            <a:off x="2209801"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This is called a </a:t>
            </a:r>
            <a:r>
              <a:rPr lang="en-US" altLang="en-US" b="1" u="sng">
                <a:solidFill>
                  <a:schemeClr val="accent2"/>
                </a:solidFill>
              </a:rPr>
              <a:t>collision</a:t>
            </a:r>
            <a:r>
              <a:rPr lang="en-US" altLang="en-US"/>
              <a:t>, because there is already another valid record at [2].</a:t>
            </a:r>
          </a:p>
        </p:txBody>
      </p:sp>
      <p:sp useBgFill="1">
        <p:nvSpPr>
          <p:cNvPr id="30724" name="Freeform 4">
            <a:extLst>
              <a:ext uri="{FF2B5EF4-FFF2-40B4-BE49-F238E27FC236}">
                <a16:creationId xmlns:a16="http://schemas.microsoft.com/office/drawing/2014/main" id="{A97361F8-B339-E6DE-B92B-26EE2F695FA1}"/>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5" name="Rectangle 5">
            <a:extLst>
              <a:ext uri="{FF2B5EF4-FFF2-40B4-BE49-F238E27FC236}">
                <a16:creationId xmlns:a16="http://schemas.microsoft.com/office/drawing/2014/main" id="{7D4D73C3-318B-ADFC-D1A6-43C2127BC3C9}"/>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26" name="Line 6">
            <a:extLst>
              <a:ext uri="{FF2B5EF4-FFF2-40B4-BE49-F238E27FC236}">
                <a16:creationId xmlns:a16="http://schemas.microsoft.com/office/drawing/2014/main" id="{B89DC6E9-D34A-0DCC-4F5D-7C2295D4CE43}"/>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7" name="Line 7">
            <a:extLst>
              <a:ext uri="{FF2B5EF4-FFF2-40B4-BE49-F238E27FC236}">
                <a16:creationId xmlns:a16="http://schemas.microsoft.com/office/drawing/2014/main" id="{00EF6A68-578A-B046-11C1-59CBEEE09CF2}"/>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8" name="Line 8">
            <a:extLst>
              <a:ext uri="{FF2B5EF4-FFF2-40B4-BE49-F238E27FC236}">
                <a16:creationId xmlns:a16="http://schemas.microsoft.com/office/drawing/2014/main" id="{131AECC7-77B1-E0B5-CE33-FF7F0EF12D22}"/>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29" name="Line 9">
            <a:extLst>
              <a:ext uri="{FF2B5EF4-FFF2-40B4-BE49-F238E27FC236}">
                <a16:creationId xmlns:a16="http://schemas.microsoft.com/office/drawing/2014/main" id="{1AB23976-6554-B901-7017-05DD611051B0}"/>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0" name="Line 10">
            <a:extLst>
              <a:ext uri="{FF2B5EF4-FFF2-40B4-BE49-F238E27FC236}">
                <a16:creationId xmlns:a16="http://schemas.microsoft.com/office/drawing/2014/main" id="{C0B12331-65D2-1FBC-2557-2AC5896937BD}"/>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1" name="Line 11">
            <a:extLst>
              <a:ext uri="{FF2B5EF4-FFF2-40B4-BE49-F238E27FC236}">
                <a16:creationId xmlns:a16="http://schemas.microsoft.com/office/drawing/2014/main" id="{E2EF469E-5D67-B19B-9406-FC4F7E13875A}"/>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32" name="Rectangle 12">
            <a:extLst>
              <a:ext uri="{FF2B5EF4-FFF2-40B4-BE49-F238E27FC236}">
                <a16:creationId xmlns:a16="http://schemas.microsoft.com/office/drawing/2014/main" id="{F1B9B0E1-CC9A-C5EB-39FB-A6FA18C9C68D}"/>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30733" name="Rectangle 13">
            <a:extLst>
              <a:ext uri="{FF2B5EF4-FFF2-40B4-BE49-F238E27FC236}">
                <a16:creationId xmlns:a16="http://schemas.microsoft.com/office/drawing/2014/main" id="{27826660-7905-839B-6E6F-D184652254A7}"/>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30734" name="Rectangle 14">
            <a:extLst>
              <a:ext uri="{FF2B5EF4-FFF2-40B4-BE49-F238E27FC236}">
                <a16:creationId xmlns:a16="http://schemas.microsoft.com/office/drawing/2014/main" id="{C1CFEC55-A4E0-6C8B-D817-9563867DAAB2}"/>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30735" name="Rectangle 15">
            <a:extLst>
              <a:ext uri="{FF2B5EF4-FFF2-40B4-BE49-F238E27FC236}">
                <a16:creationId xmlns:a16="http://schemas.microsoft.com/office/drawing/2014/main" id="{D6E6B5AB-828B-B4F7-ACA9-A9C9388F52E1}"/>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30736" name="Rectangle 16">
            <a:extLst>
              <a:ext uri="{FF2B5EF4-FFF2-40B4-BE49-F238E27FC236}">
                <a16:creationId xmlns:a16="http://schemas.microsoft.com/office/drawing/2014/main" id="{C45E63A1-9BB6-DDBA-84D0-4B295DA43412}"/>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30737" name="Rectangle 17">
            <a:extLst>
              <a:ext uri="{FF2B5EF4-FFF2-40B4-BE49-F238E27FC236}">
                <a16:creationId xmlns:a16="http://schemas.microsoft.com/office/drawing/2014/main" id="{E3DC995A-A1E2-62D0-E58B-E651E76151C1}"/>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30738" name="Rectangle 18">
            <a:extLst>
              <a:ext uri="{FF2B5EF4-FFF2-40B4-BE49-F238E27FC236}">
                <a16:creationId xmlns:a16="http://schemas.microsoft.com/office/drawing/2014/main" id="{5C4B464E-421F-CDF9-3D66-9AC35BA0A357}"/>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39" name="Rectangle 19">
            <a:extLst>
              <a:ext uri="{FF2B5EF4-FFF2-40B4-BE49-F238E27FC236}">
                <a16:creationId xmlns:a16="http://schemas.microsoft.com/office/drawing/2014/main" id="{2C9A3EE5-6CD8-D07A-11D2-A678A950EEE3}"/>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30740" name="Group 20">
            <a:extLst>
              <a:ext uri="{FF2B5EF4-FFF2-40B4-BE49-F238E27FC236}">
                <a16:creationId xmlns:a16="http://schemas.microsoft.com/office/drawing/2014/main" id="{AB2E075E-E4B4-D444-729E-7EDC523936A9}"/>
              </a:ext>
            </a:extLst>
          </p:cNvPr>
          <p:cNvGrpSpPr>
            <a:grpSpLocks/>
          </p:cNvGrpSpPr>
          <p:nvPr/>
        </p:nvGrpSpPr>
        <p:grpSpPr bwMode="auto">
          <a:xfrm>
            <a:off x="6122988" y="5475288"/>
            <a:ext cx="677862" cy="519112"/>
            <a:chOff x="2897" y="3449"/>
            <a:chExt cx="427" cy="327"/>
          </a:xfrm>
        </p:grpSpPr>
        <p:sp>
          <p:nvSpPr>
            <p:cNvPr id="30741" name="Rectangle 21">
              <a:extLst>
                <a:ext uri="{FF2B5EF4-FFF2-40B4-BE49-F238E27FC236}">
                  <a16:creationId xmlns:a16="http://schemas.microsoft.com/office/drawing/2014/main" id="{5797D017-AB21-AC1F-F1D9-FADC50822B88}"/>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30742" name="Picture 22">
              <a:extLst>
                <a:ext uri="{FF2B5EF4-FFF2-40B4-BE49-F238E27FC236}">
                  <a16:creationId xmlns:a16="http://schemas.microsoft.com/office/drawing/2014/main" id="{E5788C71-E57F-FF45-9A46-11ADDA9FD735}"/>
                </a:ext>
              </a:extLst>
            </p:cNvPr>
            <p:cNvPicPr>
              <a:picLocks noChangeArrowheads="1"/>
            </p:cNvPicPr>
            <p:nvPr/>
          </p:nvPicPr>
          <p:blipFill>
            <a:blip r:embed="rId3">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0743" name="Group 23">
            <a:extLst>
              <a:ext uri="{FF2B5EF4-FFF2-40B4-BE49-F238E27FC236}">
                <a16:creationId xmlns:a16="http://schemas.microsoft.com/office/drawing/2014/main" id="{043F8929-38D1-E984-7659-B68A58E360D6}"/>
              </a:ext>
            </a:extLst>
          </p:cNvPr>
          <p:cNvGrpSpPr>
            <a:grpSpLocks/>
          </p:cNvGrpSpPr>
          <p:nvPr/>
        </p:nvGrpSpPr>
        <p:grpSpPr bwMode="auto">
          <a:xfrm>
            <a:off x="4346576" y="5449888"/>
            <a:ext cx="677863" cy="569912"/>
            <a:chOff x="1778" y="3433"/>
            <a:chExt cx="427" cy="359"/>
          </a:xfrm>
        </p:grpSpPr>
        <p:sp>
          <p:nvSpPr>
            <p:cNvPr id="30744" name="Rectangle 24">
              <a:extLst>
                <a:ext uri="{FF2B5EF4-FFF2-40B4-BE49-F238E27FC236}">
                  <a16:creationId xmlns:a16="http://schemas.microsoft.com/office/drawing/2014/main" id="{729DF80F-390D-64F7-A736-0CC4E091950A}"/>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30745" name="Picture 25">
              <a:extLst>
                <a:ext uri="{FF2B5EF4-FFF2-40B4-BE49-F238E27FC236}">
                  <a16:creationId xmlns:a16="http://schemas.microsoft.com/office/drawing/2014/main" id="{EB1D8FEB-FF10-F8B5-9E9E-5514B9D9F79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0746" name="Group 26">
            <a:extLst>
              <a:ext uri="{FF2B5EF4-FFF2-40B4-BE49-F238E27FC236}">
                <a16:creationId xmlns:a16="http://schemas.microsoft.com/office/drawing/2014/main" id="{169061DF-23FC-A7DA-225C-EF1A1ACCA062}"/>
              </a:ext>
            </a:extLst>
          </p:cNvPr>
          <p:cNvGrpSpPr>
            <a:grpSpLocks/>
          </p:cNvGrpSpPr>
          <p:nvPr/>
        </p:nvGrpSpPr>
        <p:grpSpPr bwMode="auto">
          <a:xfrm>
            <a:off x="3430589" y="5445125"/>
            <a:ext cx="625475" cy="577850"/>
            <a:chOff x="1201" y="3430"/>
            <a:chExt cx="394" cy="364"/>
          </a:xfrm>
        </p:grpSpPr>
        <p:sp>
          <p:nvSpPr>
            <p:cNvPr id="30747" name="Rectangle 27">
              <a:extLst>
                <a:ext uri="{FF2B5EF4-FFF2-40B4-BE49-F238E27FC236}">
                  <a16:creationId xmlns:a16="http://schemas.microsoft.com/office/drawing/2014/main" id="{79947589-AF91-C8C4-1766-31EDE886B57C}"/>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30748" name="Picture 28">
              <a:extLst>
                <a:ext uri="{FF2B5EF4-FFF2-40B4-BE49-F238E27FC236}">
                  <a16:creationId xmlns:a16="http://schemas.microsoft.com/office/drawing/2014/main" id="{B444D3F0-BEEC-056E-6622-C918892C9996}"/>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0749" name="Group 29">
            <a:extLst>
              <a:ext uri="{FF2B5EF4-FFF2-40B4-BE49-F238E27FC236}">
                <a16:creationId xmlns:a16="http://schemas.microsoft.com/office/drawing/2014/main" id="{37E0937B-4907-23F9-6F78-5D25DBA3EAD0}"/>
              </a:ext>
            </a:extLst>
          </p:cNvPr>
          <p:cNvGrpSpPr>
            <a:grpSpLocks/>
          </p:cNvGrpSpPr>
          <p:nvPr/>
        </p:nvGrpSpPr>
        <p:grpSpPr bwMode="auto">
          <a:xfrm>
            <a:off x="9288464" y="5480050"/>
            <a:ext cx="727075" cy="508000"/>
            <a:chOff x="4891" y="3452"/>
            <a:chExt cx="458" cy="320"/>
          </a:xfrm>
        </p:grpSpPr>
        <p:sp>
          <p:nvSpPr>
            <p:cNvPr id="30750" name="Rectangle 30">
              <a:extLst>
                <a:ext uri="{FF2B5EF4-FFF2-40B4-BE49-F238E27FC236}">
                  <a16:creationId xmlns:a16="http://schemas.microsoft.com/office/drawing/2014/main" id="{7C49EEC8-3EEF-9C91-E637-C5E600A502FA}"/>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30751" name="Picture 31">
              <a:extLst>
                <a:ext uri="{FF2B5EF4-FFF2-40B4-BE49-F238E27FC236}">
                  <a16:creationId xmlns:a16="http://schemas.microsoft.com/office/drawing/2014/main" id="{C41BB196-4E0C-9FAC-2A99-CD3823F2158B}"/>
                </a:ext>
              </a:extLst>
            </p:cNvPr>
            <p:cNvPicPr>
              <a:picLocks noChangeArrowheads="1"/>
            </p:cNvPicPr>
            <p:nvPr/>
          </p:nvPicPr>
          <p:blipFill>
            <a:blip r:embed="rId6">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0752" name="Group 32">
            <a:extLst>
              <a:ext uri="{FF2B5EF4-FFF2-40B4-BE49-F238E27FC236}">
                <a16:creationId xmlns:a16="http://schemas.microsoft.com/office/drawing/2014/main" id="{3CA41568-87F7-94AC-EE85-8080DA3DC197}"/>
              </a:ext>
            </a:extLst>
          </p:cNvPr>
          <p:cNvGrpSpPr>
            <a:grpSpLocks/>
          </p:cNvGrpSpPr>
          <p:nvPr/>
        </p:nvGrpSpPr>
        <p:grpSpPr bwMode="auto">
          <a:xfrm>
            <a:off x="8120064" y="4014788"/>
            <a:ext cx="1311275" cy="2832100"/>
            <a:chOff x="4155" y="2529"/>
            <a:chExt cx="826" cy="1784"/>
          </a:xfrm>
        </p:grpSpPr>
        <p:sp useBgFill="1">
          <p:nvSpPr>
            <p:cNvPr id="30753" name="Freeform 33">
              <a:extLst>
                <a:ext uri="{FF2B5EF4-FFF2-40B4-BE49-F238E27FC236}">
                  <a16:creationId xmlns:a16="http://schemas.microsoft.com/office/drawing/2014/main" id="{F790F324-8D0C-5A2C-80BC-5A0FDB7E8DEE}"/>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0754" name="Rectangle 34">
              <a:extLst>
                <a:ext uri="{FF2B5EF4-FFF2-40B4-BE49-F238E27FC236}">
                  <a16:creationId xmlns:a16="http://schemas.microsoft.com/office/drawing/2014/main" id="{78DA2620-F464-4411-8FA8-7321FDCD6DEA}"/>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grpSp>
        <p:nvGrpSpPr>
          <p:cNvPr id="30755" name="Group 35">
            <a:extLst>
              <a:ext uri="{FF2B5EF4-FFF2-40B4-BE49-F238E27FC236}">
                <a16:creationId xmlns:a16="http://schemas.microsoft.com/office/drawing/2014/main" id="{2EA57428-25B2-3C44-1173-192271F81B0F}"/>
              </a:ext>
            </a:extLst>
          </p:cNvPr>
          <p:cNvGrpSpPr>
            <a:grpSpLocks/>
          </p:cNvGrpSpPr>
          <p:nvPr/>
        </p:nvGrpSpPr>
        <p:grpSpPr bwMode="auto">
          <a:xfrm>
            <a:off x="5237164" y="5465763"/>
            <a:ext cx="625475" cy="558800"/>
            <a:chOff x="2339" y="3443"/>
            <a:chExt cx="394" cy="352"/>
          </a:xfrm>
        </p:grpSpPr>
        <p:pic>
          <p:nvPicPr>
            <p:cNvPr id="30756" name="Picture 36">
              <a:extLst>
                <a:ext uri="{FF2B5EF4-FFF2-40B4-BE49-F238E27FC236}">
                  <a16:creationId xmlns:a16="http://schemas.microsoft.com/office/drawing/2014/main" id="{0BF2B53C-4220-E8A4-98E4-077BB3AA1115}"/>
                </a:ext>
              </a:extLst>
            </p:cNvPr>
            <p:cNvPicPr>
              <a:picLocks noChangeArrowheads="1"/>
            </p:cNvPicPr>
            <p:nvPr/>
          </p:nvPicPr>
          <p:blipFill>
            <a:blip r:embed="rId7">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57" name="Rectangle 37">
              <a:extLst>
                <a:ext uri="{FF2B5EF4-FFF2-40B4-BE49-F238E27FC236}">
                  <a16:creationId xmlns:a16="http://schemas.microsoft.com/office/drawing/2014/main" id="{A7BEF651-2BA4-46FB-B9EE-8574C0808879}"/>
                </a:ext>
              </a:extLst>
            </p:cNvPr>
            <p:cNvSpPr>
              <a:spLocks noChangeArrowheads="1"/>
            </p:cNvSpPr>
            <p:nvPr/>
          </p:nvSpPr>
          <p:spPr bwMode="auto">
            <a:xfrm>
              <a:off x="2339" y="3443"/>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580625685</a:t>
              </a:r>
            </a:p>
          </p:txBody>
        </p:sp>
      </p:grpSp>
      <p:sp>
        <p:nvSpPr>
          <p:cNvPr id="30758" name="Rectangle 38">
            <a:extLst>
              <a:ext uri="{FF2B5EF4-FFF2-40B4-BE49-F238E27FC236}">
                <a16:creationId xmlns:a16="http://schemas.microsoft.com/office/drawing/2014/main" id="{4464AA62-E049-5758-6D10-8C7EB444008A}"/>
              </a:ext>
            </a:extLst>
          </p:cNvPr>
          <p:cNvSpPr>
            <a:spLocks noChangeArrowheads="1"/>
          </p:cNvSpPr>
          <p:nvPr/>
        </p:nvSpPr>
        <p:spPr bwMode="auto">
          <a:xfrm>
            <a:off x="7553326"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0759" name="Picture 39">
            <a:extLst>
              <a:ext uri="{FF2B5EF4-FFF2-40B4-BE49-F238E27FC236}">
                <a16:creationId xmlns:a16="http://schemas.microsoft.com/office/drawing/2014/main" id="{CE4F2E15-A2A1-278E-BD1E-11461D323F54}"/>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99400" y="1558925"/>
            <a:ext cx="1873250" cy="172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60" name="Oval 40">
            <a:extLst>
              <a:ext uri="{FF2B5EF4-FFF2-40B4-BE49-F238E27FC236}">
                <a16:creationId xmlns:a16="http://schemas.microsoft.com/office/drawing/2014/main" id="{161227F0-6728-7141-D43D-00FA9C3776D5}"/>
              </a:ext>
            </a:extLst>
          </p:cNvPr>
          <p:cNvSpPr>
            <a:spLocks noChangeArrowheads="1"/>
          </p:cNvSpPr>
          <p:nvPr/>
        </p:nvSpPr>
        <p:spPr bwMode="auto">
          <a:xfrm>
            <a:off x="8388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0761" name="Rectangle 41">
            <a:extLst>
              <a:ext uri="{FF2B5EF4-FFF2-40B4-BE49-F238E27FC236}">
                <a16:creationId xmlns:a16="http://schemas.microsoft.com/office/drawing/2014/main" id="{883115A5-4259-D022-82B7-72BFED207A7A}"/>
              </a:ext>
            </a:extLst>
          </p:cNvPr>
          <p:cNvSpPr>
            <a:spLocks noChangeArrowheads="1"/>
          </p:cNvSpPr>
          <p:nvPr/>
        </p:nvSpPr>
        <p:spPr bwMode="auto">
          <a:xfrm>
            <a:off x="7681914" y="1104901"/>
            <a:ext cx="227305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Number 701466868</a:t>
            </a:r>
          </a:p>
        </p:txBody>
      </p:sp>
      <p:pic>
        <p:nvPicPr>
          <p:cNvPr id="30762" name="Picture 42">
            <a:extLst>
              <a:ext uri="{FF2B5EF4-FFF2-40B4-BE49-F238E27FC236}">
                <a16:creationId xmlns:a16="http://schemas.microsoft.com/office/drawing/2014/main" id="{74B89954-FDAA-2384-0EF0-8A4E825DD146}"/>
              </a:ext>
            </a:extLst>
          </p:cNvPr>
          <p:cNvPicPr>
            <a:picLocks noChangeArrowheads="1"/>
          </p:cNvPicPr>
          <p:nvPr/>
        </p:nvPicPr>
        <p:blipFill>
          <a:blip r:embed="rId9">
            <a:extLst>
              <a:ext uri="{28A0092B-C50C-407E-A947-70E740481C1C}">
                <a14:useLocalDpi xmlns:a14="http://schemas.microsoft.com/office/drawing/2010/main" val="0"/>
              </a:ext>
            </a:extLst>
          </a:blip>
          <a:srcRect t="67752" r="46098"/>
          <a:stretch>
            <a:fillRect/>
          </a:stretch>
        </p:blipFill>
        <p:spPr bwMode="auto">
          <a:xfrm>
            <a:off x="5773739" y="5910264"/>
            <a:ext cx="1304925" cy="76993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0763" name="AutoShape 43">
            <a:extLst>
              <a:ext uri="{FF2B5EF4-FFF2-40B4-BE49-F238E27FC236}">
                <a16:creationId xmlns:a16="http://schemas.microsoft.com/office/drawing/2014/main" id="{8536C059-18D9-EAAC-7113-A10D25460C64}"/>
              </a:ext>
            </a:extLst>
          </p:cNvPr>
          <p:cNvSpPr>
            <a:spLocks noChangeArrowheads="1"/>
          </p:cNvSpPr>
          <p:nvPr/>
        </p:nvSpPr>
        <p:spPr bwMode="auto">
          <a:xfrm>
            <a:off x="1693864" y="3181351"/>
            <a:ext cx="3978275" cy="1711325"/>
          </a:xfrm>
          <a:prstGeom prst="roundRect">
            <a:avLst>
              <a:gd name="adj" fmla="val 12495"/>
            </a:avLst>
          </a:prstGeom>
          <a:solidFill>
            <a:schemeClr val="folHlink"/>
          </a:solidFill>
          <a:ln w="12700">
            <a:solidFill>
              <a:srgbClr val="000000"/>
            </a:solidFill>
            <a:round/>
            <a:headEnd/>
            <a:tailEnd/>
          </a:ln>
          <a:effectLst>
            <a:outerShdw dist="107763" dir="2700000" algn="ctr" rotWithShape="0">
              <a:srgbClr val="000000"/>
            </a:outerShdw>
          </a:effectLst>
        </p:spPr>
        <p:txBody>
          <a:bodyPr wrap="none" lIns="90488" tIns="44450" rIns="90488" bIns="44450" anchor="ctr"/>
          <a:lstStyle/>
          <a:p>
            <a:pPr algn="ctr" eaLnBrk="0" hangingPunct="0"/>
            <a:r>
              <a:rPr lang="en-US" altLang="en-US" sz="2800" b="1"/>
              <a:t>When a collision occurs,</a:t>
            </a:r>
          </a:p>
          <a:p>
            <a:pPr algn="ctr" eaLnBrk="0" hangingPunct="0"/>
            <a:r>
              <a:rPr lang="en-US" altLang="en-US" sz="2800" b="1"/>
              <a:t>move forward until you</a:t>
            </a:r>
          </a:p>
          <a:p>
            <a:pPr algn="ctr" eaLnBrk="0" hangingPunct="0"/>
            <a:r>
              <a:rPr lang="en-US" altLang="en-US" sz="2800" b="1"/>
              <a:t>find an empty spot.</a:t>
            </a:r>
          </a:p>
        </p:txBody>
      </p:sp>
      <p:sp>
        <p:nvSpPr>
          <p:cNvPr id="30764" name="Line 44">
            <a:extLst>
              <a:ext uri="{FF2B5EF4-FFF2-40B4-BE49-F238E27FC236}">
                <a16:creationId xmlns:a16="http://schemas.microsoft.com/office/drawing/2014/main" id="{D1ABE0BB-C5E5-CC50-CA15-57AA38B9ECB9}"/>
              </a:ext>
            </a:extLst>
          </p:cNvPr>
          <p:cNvSpPr>
            <a:spLocks noChangeShapeType="1"/>
          </p:cNvSpPr>
          <p:nvPr/>
        </p:nvSpPr>
        <p:spPr bwMode="auto">
          <a:xfrm flipH="1">
            <a:off x="6403975" y="2376489"/>
            <a:ext cx="1143000" cy="2522537"/>
          </a:xfrm>
          <a:prstGeom prst="line">
            <a:avLst/>
          </a:prstGeom>
          <a:noFill/>
          <a:ln w="508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p:strips dir="ld"/>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4B2080E6-9770-FD9E-829B-08E7D643B803}"/>
              </a:ext>
            </a:extLst>
          </p:cNvPr>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altLang="en-US"/>
              <a:t>Collisions</a:t>
            </a:r>
          </a:p>
        </p:txBody>
      </p:sp>
      <p:sp>
        <p:nvSpPr>
          <p:cNvPr id="32771" name="Rectangle 3">
            <a:extLst>
              <a:ext uri="{FF2B5EF4-FFF2-40B4-BE49-F238E27FC236}">
                <a16:creationId xmlns:a16="http://schemas.microsoft.com/office/drawing/2014/main" id="{CDAD22F0-6FC5-24D3-93B4-6E27687CD2B8}"/>
              </a:ext>
            </a:extLst>
          </p:cNvPr>
          <p:cNvSpPr>
            <a:spLocks noGrp="1" noChangeArrowheads="1"/>
          </p:cNvSpPr>
          <p:nvPr>
            <p:ph type="body" sz="half" idx="1"/>
          </p:nvPr>
        </p:nvSpPr>
        <p:spPr>
          <a:xfrm>
            <a:off x="2209801"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This is called a </a:t>
            </a:r>
            <a:r>
              <a:rPr lang="en-US" altLang="en-US" b="1" u="sng">
                <a:solidFill>
                  <a:schemeClr val="accent2"/>
                </a:solidFill>
              </a:rPr>
              <a:t>collision</a:t>
            </a:r>
            <a:r>
              <a:rPr lang="en-US" altLang="en-US"/>
              <a:t>, because there is already another valid record at [2].</a:t>
            </a:r>
          </a:p>
        </p:txBody>
      </p:sp>
      <p:sp useBgFill="1">
        <p:nvSpPr>
          <p:cNvPr id="32772" name="Freeform 4">
            <a:extLst>
              <a:ext uri="{FF2B5EF4-FFF2-40B4-BE49-F238E27FC236}">
                <a16:creationId xmlns:a16="http://schemas.microsoft.com/office/drawing/2014/main" id="{1644FEF9-FD40-9BF3-5A09-4BCB3CB7F014}"/>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3" name="Rectangle 5">
            <a:extLst>
              <a:ext uri="{FF2B5EF4-FFF2-40B4-BE49-F238E27FC236}">
                <a16:creationId xmlns:a16="http://schemas.microsoft.com/office/drawing/2014/main" id="{8F1541F2-741D-1159-38E8-A76A4B966C09}"/>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74" name="Line 6">
            <a:extLst>
              <a:ext uri="{FF2B5EF4-FFF2-40B4-BE49-F238E27FC236}">
                <a16:creationId xmlns:a16="http://schemas.microsoft.com/office/drawing/2014/main" id="{E7E8C8A3-6EF7-AEE9-7AAC-A5990031FC5B}"/>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5" name="Line 7">
            <a:extLst>
              <a:ext uri="{FF2B5EF4-FFF2-40B4-BE49-F238E27FC236}">
                <a16:creationId xmlns:a16="http://schemas.microsoft.com/office/drawing/2014/main" id="{4D6AC0BA-6B3F-48A0-39E0-9A2E5107132F}"/>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6" name="Line 8">
            <a:extLst>
              <a:ext uri="{FF2B5EF4-FFF2-40B4-BE49-F238E27FC236}">
                <a16:creationId xmlns:a16="http://schemas.microsoft.com/office/drawing/2014/main" id="{3B20D071-D7D0-9568-3941-131AB0E77211}"/>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7" name="Line 9">
            <a:extLst>
              <a:ext uri="{FF2B5EF4-FFF2-40B4-BE49-F238E27FC236}">
                <a16:creationId xmlns:a16="http://schemas.microsoft.com/office/drawing/2014/main" id="{338BDCBF-3FA1-6CFC-0C2A-6296ADE2893A}"/>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8" name="Line 10">
            <a:extLst>
              <a:ext uri="{FF2B5EF4-FFF2-40B4-BE49-F238E27FC236}">
                <a16:creationId xmlns:a16="http://schemas.microsoft.com/office/drawing/2014/main" id="{11EDFF50-6459-10E4-9598-E63DD3E01D2B}"/>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79" name="Line 11">
            <a:extLst>
              <a:ext uri="{FF2B5EF4-FFF2-40B4-BE49-F238E27FC236}">
                <a16:creationId xmlns:a16="http://schemas.microsoft.com/office/drawing/2014/main" id="{31DD467A-B7DA-0C4E-3A38-3521D060EF4B}"/>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780" name="Rectangle 12">
            <a:extLst>
              <a:ext uri="{FF2B5EF4-FFF2-40B4-BE49-F238E27FC236}">
                <a16:creationId xmlns:a16="http://schemas.microsoft.com/office/drawing/2014/main" id="{1D0E3547-73FC-432D-1E9C-5F45CAC9CB28}"/>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32781" name="Rectangle 13">
            <a:extLst>
              <a:ext uri="{FF2B5EF4-FFF2-40B4-BE49-F238E27FC236}">
                <a16:creationId xmlns:a16="http://schemas.microsoft.com/office/drawing/2014/main" id="{8593B82F-A020-230A-1BA6-CDC84D005290}"/>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32782" name="Rectangle 14">
            <a:extLst>
              <a:ext uri="{FF2B5EF4-FFF2-40B4-BE49-F238E27FC236}">
                <a16:creationId xmlns:a16="http://schemas.microsoft.com/office/drawing/2014/main" id="{D60CD831-C21A-5337-20A5-DA6F70B5F955}"/>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32783" name="Rectangle 15">
            <a:extLst>
              <a:ext uri="{FF2B5EF4-FFF2-40B4-BE49-F238E27FC236}">
                <a16:creationId xmlns:a16="http://schemas.microsoft.com/office/drawing/2014/main" id="{62E32EB1-E75B-2B9E-8C9F-850B0CD9DEA4}"/>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32784" name="Rectangle 16">
            <a:extLst>
              <a:ext uri="{FF2B5EF4-FFF2-40B4-BE49-F238E27FC236}">
                <a16:creationId xmlns:a16="http://schemas.microsoft.com/office/drawing/2014/main" id="{893B6AA0-C90E-0480-C15F-B105335B5448}"/>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32785" name="Rectangle 17">
            <a:extLst>
              <a:ext uri="{FF2B5EF4-FFF2-40B4-BE49-F238E27FC236}">
                <a16:creationId xmlns:a16="http://schemas.microsoft.com/office/drawing/2014/main" id="{EC6FAA29-F11F-16AE-27B0-40081D16E6BC}"/>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32786" name="Rectangle 18">
            <a:extLst>
              <a:ext uri="{FF2B5EF4-FFF2-40B4-BE49-F238E27FC236}">
                <a16:creationId xmlns:a16="http://schemas.microsoft.com/office/drawing/2014/main" id="{E51D6318-7EE6-27BE-3123-98C7C499776B}"/>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787" name="Rectangle 19">
            <a:extLst>
              <a:ext uri="{FF2B5EF4-FFF2-40B4-BE49-F238E27FC236}">
                <a16:creationId xmlns:a16="http://schemas.microsoft.com/office/drawing/2014/main" id="{6711DFF2-AF5D-E213-91A5-174361CA4ED1}"/>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32788" name="Group 20">
            <a:extLst>
              <a:ext uri="{FF2B5EF4-FFF2-40B4-BE49-F238E27FC236}">
                <a16:creationId xmlns:a16="http://schemas.microsoft.com/office/drawing/2014/main" id="{741D3235-0C01-BB6E-B89A-48EF8C3FBB71}"/>
              </a:ext>
            </a:extLst>
          </p:cNvPr>
          <p:cNvGrpSpPr>
            <a:grpSpLocks/>
          </p:cNvGrpSpPr>
          <p:nvPr/>
        </p:nvGrpSpPr>
        <p:grpSpPr bwMode="auto">
          <a:xfrm>
            <a:off x="6122988" y="5475288"/>
            <a:ext cx="677862" cy="519112"/>
            <a:chOff x="2897" y="3449"/>
            <a:chExt cx="427" cy="327"/>
          </a:xfrm>
        </p:grpSpPr>
        <p:sp>
          <p:nvSpPr>
            <p:cNvPr id="32789" name="Rectangle 21">
              <a:extLst>
                <a:ext uri="{FF2B5EF4-FFF2-40B4-BE49-F238E27FC236}">
                  <a16:creationId xmlns:a16="http://schemas.microsoft.com/office/drawing/2014/main" id="{9693235E-F78A-7AA4-F062-82502693EC66}"/>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32790" name="Picture 22">
              <a:extLst>
                <a:ext uri="{FF2B5EF4-FFF2-40B4-BE49-F238E27FC236}">
                  <a16:creationId xmlns:a16="http://schemas.microsoft.com/office/drawing/2014/main" id="{1A92DE47-A017-0BCB-BF3F-AA0BA6930130}"/>
                </a:ext>
              </a:extLst>
            </p:cNvPr>
            <p:cNvPicPr>
              <a:picLocks noChangeArrowheads="1"/>
            </p:cNvPicPr>
            <p:nvPr/>
          </p:nvPicPr>
          <p:blipFill>
            <a:blip r:embed="rId3">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2791" name="Group 23">
            <a:extLst>
              <a:ext uri="{FF2B5EF4-FFF2-40B4-BE49-F238E27FC236}">
                <a16:creationId xmlns:a16="http://schemas.microsoft.com/office/drawing/2014/main" id="{C2B1676D-76EF-A56E-3976-6B80A7CF0536}"/>
              </a:ext>
            </a:extLst>
          </p:cNvPr>
          <p:cNvGrpSpPr>
            <a:grpSpLocks/>
          </p:cNvGrpSpPr>
          <p:nvPr/>
        </p:nvGrpSpPr>
        <p:grpSpPr bwMode="auto">
          <a:xfrm>
            <a:off x="4346576" y="5449888"/>
            <a:ext cx="677863" cy="569912"/>
            <a:chOff x="1778" y="3433"/>
            <a:chExt cx="427" cy="359"/>
          </a:xfrm>
        </p:grpSpPr>
        <p:sp>
          <p:nvSpPr>
            <p:cNvPr id="32792" name="Rectangle 24">
              <a:extLst>
                <a:ext uri="{FF2B5EF4-FFF2-40B4-BE49-F238E27FC236}">
                  <a16:creationId xmlns:a16="http://schemas.microsoft.com/office/drawing/2014/main" id="{50A50CED-1BF1-FAA9-2B0C-060CAC84539E}"/>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32793" name="Picture 25">
              <a:extLst>
                <a:ext uri="{FF2B5EF4-FFF2-40B4-BE49-F238E27FC236}">
                  <a16:creationId xmlns:a16="http://schemas.microsoft.com/office/drawing/2014/main" id="{7E7D926E-4761-BC01-4758-0BAD97ECBA0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2794" name="Group 26">
            <a:extLst>
              <a:ext uri="{FF2B5EF4-FFF2-40B4-BE49-F238E27FC236}">
                <a16:creationId xmlns:a16="http://schemas.microsoft.com/office/drawing/2014/main" id="{0ABB5EB9-2EC5-B415-FA86-7A1D023F55E1}"/>
              </a:ext>
            </a:extLst>
          </p:cNvPr>
          <p:cNvGrpSpPr>
            <a:grpSpLocks/>
          </p:cNvGrpSpPr>
          <p:nvPr/>
        </p:nvGrpSpPr>
        <p:grpSpPr bwMode="auto">
          <a:xfrm>
            <a:off x="3430589" y="5445125"/>
            <a:ext cx="625475" cy="577850"/>
            <a:chOff x="1201" y="3430"/>
            <a:chExt cx="394" cy="364"/>
          </a:xfrm>
        </p:grpSpPr>
        <p:sp>
          <p:nvSpPr>
            <p:cNvPr id="32795" name="Rectangle 27">
              <a:extLst>
                <a:ext uri="{FF2B5EF4-FFF2-40B4-BE49-F238E27FC236}">
                  <a16:creationId xmlns:a16="http://schemas.microsoft.com/office/drawing/2014/main" id="{9ABC8EF7-5032-6AAE-42BD-38D587394854}"/>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32796" name="Picture 28">
              <a:extLst>
                <a:ext uri="{FF2B5EF4-FFF2-40B4-BE49-F238E27FC236}">
                  <a16:creationId xmlns:a16="http://schemas.microsoft.com/office/drawing/2014/main" id="{063CB62B-3444-C832-709E-9F35C703D6F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2797" name="Group 29">
            <a:extLst>
              <a:ext uri="{FF2B5EF4-FFF2-40B4-BE49-F238E27FC236}">
                <a16:creationId xmlns:a16="http://schemas.microsoft.com/office/drawing/2014/main" id="{B8604F96-7340-5BF7-6B24-EB7C940E73CE}"/>
              </a:ext>
            </a:extLst>
          </p:cNvPr>
          <p:cNvGrpSpPr>
            <a:grpSpLocks/>
          </p:cNvGrpSpPr>
          <p:nvPr/>
        </p:nvGrpSpPr>
        <p:grpSpPr bwMode="auto">
          <a:xfrm>
            <a:off x="9288464" y="5480050"/>
            <a:ext cx="727075" cy="508000"/>
            <a:chOff x="4891" y="3452"/>
            <a:chExt cx="458" cy="320"/>
          </a:xfrm>
        </p:grpSpPr>
        <p:sp>
          <p:nvSpPr>
            <p:cNvPr id="32798" name="Rectangle 30">
              <a:extLst>
                <a:ext uri="{FF2B5EF4-FFF2-40B4-BE49-F238E27FC236}">
                  <a16:creationId xmlns:a16="http://schemas.microsoft.com/office/drawing/2014/main" id="{BD7A2FD8-E32A-7FAC-DC0D-CF2AFE0576D7}"/>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32799" name="Picture 31">
              <a:extLst>
                <a:ext uri="{FF2B5EF4-FFF2-40B4-BE49-F238E27FC236}">
                  <a16:creationId xmlns:a16="http://schemas.microsoft.com/office/drawing/2014/main" id="{27F12260-4B6F-6DCE-D26B-7484374B521E}"/>
                </a:ext>
              </a:extLst>
            </p:cNvPr>
            <p:cNvPicPr>
              <a:picLocks noChangeArrowheads="1"/>
            </p:cNvPicPr>
            <p:nvPr/>
          </p:nvPicPr>
          <p:blipFill>
            <a:blip r:embed="rId6">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2800" name="Group 32">
            <a:extLst>
              <a:ext uri="{FF2B5EF4-FFF2-40B4-BE49-F238E27FC236}">
                <a16:creationId xmlns:a16="http://schemas.microsoft.com/office/drawing/2014/main" id="{1CE95725-CDE7-8A05-B33D-99040952C85A}"/>
              </a:ext>
            </a:extLst>
          </p:cNvPr>
          <p:cNvGrpSpPr>
            <a:grpSpLocks/>
          </p:cNvGrpSpPr>
          <p:nvPr/>
        </p:nvGrpSpPr>
        <p:grpSpPr bwMode="auto">
          <a:xfrm>
            <a:off x="8120064" y="4014788"/>
            <a:ext cx="1311275" cy="2832100"/>
            <a:chOff x="4155" y="2529"/>
            <a:chExt cx="826" cy="1784"/>
          </a:xfrm>
        </p:grpSpPr>
        <p:sp useBgFill="1">
          <p:nvSpPr>
            <p:cNvPr id="32801" name="Freeform 33">
              <a:extLst>
                <a:ext uri="{FF2B5EF4-FFF2-40B4-BE49-F238E27FC236}">
                  <a16:creationId xmlns:a16="http://schemas.microsoft.com/office/drawing/2014/main" id="{27D10826-C526-9862-0A4F-F3023B282F05}"/>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2802" name="Rectangle 34">
              <a:extLst>
                <a:ext uri="{FF2B5EF4-FFF2-40B4-BE49-F238E27FC236}">
                  <a16:creationId xmlns:a16="http://schemas.microsoft.com/office/drawing/2014/main" id="{1F2C8026-A67A-8626-85F7-67B5DF4AAFA8}"/>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grpSp>
        <p:nvGrpSpPr>
          <p:cNvPr id="32803" name="Group 35">
            <a:extLst>
              <a:ext uri="{FF2B5EF4-FFF2-40B4-BE49-F238E27FC236}">
                <a16:creationId xmlns:a16="http://schemas.microsoft.com/office/drawing/2014/main" id="{AEAA247F-852B-6B87-95DF-F1BB8B34C366}"/>
              </a:ext>
            </a:extLst>
          </p:cNvPr>
          <p:cNvGrpSpPr>
            <a:grpSpLocks/>
          </p:cNvGrpSpPr>
          <p:nvPr/>
        </p:nvGrpSpPr>
        <p:grpSpPr bwMode="auto">
          <a:xfrm>
            <a:off x="5237164" y="5465763"/>
            <a:ext cx="625475" cy="558800"/>
            <a:chOff x="2339" y="3443"/>
            <a:chExt cx="394" cy="352"/>
          </a:xfrm>
        </p:grpSpPr>
        <p:pic>
          <p:nvPicPr>
            <p:cNvPr id="32804" name="Picture 36">
              <a:extLst>
                <a:ext uri="{FF2B5EF4-FFF2-40B4-BE49-F238E27FC236}">
                  <a16:creationId xmlns:a16="http://schemas.microsoft.com/office/drawing/2014/main" id="{485E3F3C-8D09-DC81-4C46-1A6BAC859376}"/>
                </a:ext>
              </a:extLst>
            </p:cNvPr>
            <p:cNvPicPr>
              <a:picLocks noChangeArrowheads="1"/>
            </p:cNvPicPr>
            <p:nvPr/>
          </p:nvPicPr>
          <p:blipFill>
            <a:blip r:embed="rId7">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805" name="Rectangle 37">
              <a:extLst>
                <a:ext uri="{FF2B5EF4-FFF2-40B4-BE49-F238E27FC236}">
                  <a16:creationId xmlns:a16="http://schemas.microsoft.com/office/drawing/2014/main" id="{3FA1D74E-B5CD-9EAD-4EDA-F357DEB373C1}"/>
                </a:ext>
              </a:extLst>
            </p:cNvPr>
            <p:cNvSpPr>
              <a:spLocks noChangeArrowheads="1"/>
            </p:cNvSpPr>
            <p:nvPr/>
          </p:nvSpPr>
          <p:spPr bwMode="auto">
            <a:xfrm>
              <a:off x="2339" y="3443"/>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580625685</a:t>
              </a:r>
            </a:p>
          </p:txBody>
        </p:sp>
      </p:grpSp>
      <p:sp>
        <p:nvSpPr>
          <p:cNvPr id="32806" name="Rectangle 38">
            <a:extLst>
              <a:ext uri="{FF2B5EF4-FFF2-40B4-BE49-F238E27FC236}">
                <a16:creationId xmlns:a16="http://schemas.microsoft.com/office/drawing/2014/main" id="{B9BECBA0-AD7F-688E-5D73-4B59DF21FB42}"/>
              </a:ext>
            </a:extLst>
          </p:cNvPr>
          <p:cNvSpPr>
            <a:spLocks noChangeArrowheads="1"/>
          </p:cNvSpPr>
          <p:nvPr/>
        </p:nvSpPr>
        <p:spPr bwMode="auto">
          <a:xfrm>
            <a:off x="7553326"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pic>
        <p:nvPicPr>
          <p:cNvPr id="32807" name="Picture 39">
            <a:extLst>
              <a:ext uri="{FF2B5EF4-FFF2-40B4-BE49-F238E27FC236}">
                <a16:creationId xmlns:a16="http://schemas.microsoft.com/office/drawing/2014/main" id="{0E7A6EFA-EEA5-4EB8-A946-D54567568BC1}"/>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99400" y="1558925"/>
            <a:ext cx="1873250" cy="172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2808" name="Oval 40">
            <a:extLst>
              <a:ext uri="{FF2B5EF4-FFF2-40B4-BE49-F238E27FC236}">
                <a16:creationId xmlns:a16="http://schemas.microsoft.com/office/drawing/2014/main" id="{BD4E5BE4-9F22-F0EB-1016-73A854D7BE68}"/>
              </a:ext>
            </a:extLst>
          </p:cNvPr>
          <p:cNvSpPr>
            <a:spLocks noChangeArrowheads="1"/>
          </p:cNvSpPr>
          <p:nvPr/>
        </p:nvSpPr>
        <p:spPr bwMode="auto">
          <a:xfrm>
            <a:off x="8388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2809" name="Rectangle 41">
            <a:extLst>
              <a:ext uri="{FF2B5EF4-FFF2-40B4-BE49-F238E27FC236}">
                <a16:creationId xmlns:a16="http://schemas.microsoft.com/office/drawing/2014/main" id="{C5F46378-04E1-042C-B509-3834417CD794}"/>
              </a:ext>
            </a:extLst>
          </p:cNvPr>
          <p:cNvSpPr>
            <a:spLocks noChangeArrowheads="1"/>
          </p:cNvSpPr>
          <p:nvPr/>
        </p:nvSpPr>
        <p:spPr bwMode="auto">
          <a:xfrm>
            <a:off x="7681914" y="1104901"/>
            <a:ext cx="227305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Number 701466868</a:t>
            </a:r>
          </a:p>
        </p:txBody>
      </p:sp>
      <p:sp>
        <p:nvSpPr>
          <p:cNvPr id="32810" name="AutoShape 42">
            <a:extLst>
              <a:ext uri="{FF2B5EF4-FFF2-40B4-BE49-F238E27FC236}">
                <a16:creationId xmlns:a16="http://schemas.microsoft.com/office/drawing/2014/main" id="{D183C2B8-12D7-81B9-FB58-A95E1F8AC7F2}"/>
              </a:ext>
            </a:extLst>
          </p:cNvPr>
          <p:cNvSpPr>
            <a:spLocks noChangeArrowheads="1"/>
          </p:cNvSpPr>
          <p:nvPr/>
        </p:nvSpPr>
        <p:spPr bwMode="auto">
          <a:xfrm>
            <a:off x="1693864" y="3181351"/>
            <a:ext cx="3978275" cy="1711325"/>
          </a:xfrm>
          <a:prstGeom prst="roundRect">
            <a:avLst>
              <a:gd name="adj" fmla="val 12495"/>
            </a:avLst>
          </a:prstGeom>
          <a:solidFill>
            <a:schemeClr val="folHlink"/>
          </a:solidFill>
          <a:ln w="12700">
            <a:solidFill>
              <a:srgbClr val="000000"/>
            </a:solidFill>
            <a:round/>
            <a:headEnd/>
            <a:tailEnd/>
          </a:ln>
          <a:effectLst>
            <a:outerShdw dist="107763" dir="2700000" algn="ctr" rotWithShape="0">
              <a:srgbClr val="000000"/>
            </a:outerShdw>
          </a:effectLst>
        </p:spPr>
        <p:txBody>
          <a:bodyPr wrap="none" lIns="90488" tIns="44450" rIns="90488" bIns="44450" anchor="ctr"/>
          <a:lstStyle/>
          <a:p>
            <a:pPr algn="ctr" eaLnBrk="0" hangingPunct="0"/>
            <a:r>
              <a:rPr lang="en-US" altLang="en-US" sz="2800" b="1"/>
              <a:t>When a collision occurs,</a:t>
            </a:r>
          </a:p>
          <a:p>
            <a:pPr algn="ctr" eaLnBrk="0" hangingPunct="0"/>
            <a:r>
              <a:rPr lang="en-US" altLang="en-US" sz="2800" b="1"/>
              <a:t>move forward until you</a:t>
            </a:r>
          </a:p>
          <a:p>
            <a:pPr algn="ctr" eaLnBrk="0" hangingPunct="0"/>
            <a:r>
              <a:rPr lang="en-US" altLang="en-US" sz="2800" b="1"/>
              <a:t>find an empty spot.</a:t>
            </a:r>
          </a:p>
        </p:txBody>
      </p:sp>
      <p:sp>
        <p:nvSpPr>
          <p:cNvPr id="32811" name="Line 43">
            <a:extLst>
              <a:ext uri="{FF2B5EF4-FFF2-40B4-BE49-F238E27FC236}">
                <a16:creationId xmlns:a16="http://schemas.microsoft.com/office/drawing/2014/main" id="{D55AD176-708A-3160-07DD-632440EE958F}"/>
              </a:ext>
            </a:extLst>
          </p:cNvPr>
          <p:cNvSpPr>
            <a:spLocks noChangeShapeType="1"/>
          </p:cNvSpPr>
          <p:nvPr/>
        </p:nvSpPr>
        <p:spPr bwMode="auto">
          <a:xfrm flipH="1">
            <a:off x="7275513" y="2376488"/>
            <a:ext cx="271462" cy="2449512"/>
          </a:xfrm>
          <a:prstGeom prst="line">
            <a:avLst/>
          </a:prstGeom>
          <a:noFill/>
          <a:ln w="50800">
            <a:solidFill>
              <a:schemeClr val="accent2"/>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Tree>
  </p:cSld>
  <p:clrMapOvr>
    <a:masterClrMapping/>
  </p:clrMapOvr>
  <p:transition>
    <p:strips dir="ld"/>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a:extLst>
              <a:ext uri="{FF2B5EF4-FFF2-40B4-BE49-F238E27FC236}">
                <a16:creationId xmlns:a16="http://schemas.microsoft.com/office/drawing/2014/main" id="{7357DDA2-830B-7579-EE70-78466E2AAB05}"/>
              </a:ext>
            </a:extLst>
          </p:cNvPr>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altLang="en-US"/>
              <a:t>Collisions</a:t>
            </a:r>
          </a:p>
        </p:txBody>
      </p:sp>
      <p:sp>
        <p:nvSpPr>
          <p:cNvPr id="34819" name="Rectangle 3">
            <a:extLst>
              <a:ext uri="{FF2B5EF4-FFF2-40B4-BE49-F238E27FC236}">
                <a16:creationId xmlns:a16="http://schemas.microsoft.com/office/drawing/2014/main" id="{7E64017E-1A16-A711-C123-44C6FDD345AA}"/>
              </a:ext>
            </a:extLst>
          </p:cNvPr>
          <p:cNvSpPr>
            <a:spLocks noGrp="1" noChangeArrowheads="1"/>
          </p:cNvSpPr>
          <p:nvPr>
            <p:ph type="body" sz="half" idx="1"/>
          </p:nvPr>
        </p:nvSpPr>
        <p:spPr>
          <a:xfrm>
            <a:off x="2209801"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This is called a </a:t>
            </a:r>
            <a:r>
              <a:rPr lang="en-US" altLang="en-US" b="1" u="sng">
                <a:solidFill>
                  <a:schemeClr val="accent2"/>
                </a:solidFill>
              </a:rPr>
              <a:t>collision</a:t>
            </a:r>
            <a:r>
              <a:rPr lang="en-US" altLang="en-US"/>
              <a:t>, because there is already another valid record at [2].</a:t>
            </a:r>
          </a:p>
        </p:txBody>
      </p:sp>
      <p:sp useBgFill="1">
        <p:nvSpPr>
          <p:cNvPr id="34820" name="Freeform 4">
            <a:extLst>
              <a:ext uri="{FF2B5EF4-FFF2-40B4-BE49-F238E27FC236}">
                <a16:creationId xmlns:a16="http://schemas.microsoft.com/office/drawing/2014/main" id="{87836C7D-12FC-31E2-7A68-1A88D51A7A6C}"/>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1" name="Rectangle 5">
            <a:extLst>
              <a:ext uri="{FF2B5EF4-FFF2-40B4-BE49-F238E27FC236}">
                <a16:creationId xmlns:a16="http://schemas.microsoft.com/office/drawing/2014/main" id="{4D929143-98BE-0ED0-7FFA-A6A8B6FC1724}"/>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22" name="Line 6">
            <a:extLst>
              <a:ext uri="{FF2B5EF4-FFF2-40B4-BE49-F238E27FC236}">
                <a16:creationId xmlns:a16="http://schemas.microsoft.com/office/drawing/2014/main" id="{AFC78F6D-F4A1-8147-5E97-8E0B8A8078E0}"/>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3" name="Line 7">
            <a:extLst>
              <a:ext uri="{FF2B5EF4-FFF2-40B4-BE49-F238E27FC236}">
                <a16:creationId xmlns:a16="http://schemas.microsoft.com/office/drawing/2014/main" id="{72C8320D-B188-307B-48B6-BD1346025550}"/>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4" name="Line 8">
            <a:extLst>
              <a:ext uri="{FF2B5EF4-FFF2-40B4-BE49-F238E27FC236}">
                <a16:creationId xmlns:a16="http://schemas.microsoft.com/office/drawing/2014/main" id="{CBEAD262-80EA-E050-B18D-8BA6121DEC2D}"/>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5" name="Line 9">
            <a:extLst>
              <a:ext uri="{FF2B5EF4-FFF2-40B4-BE49-F238E27FC236}">
                <a16:creationId xmlns:a16="http://schemas.microsoft.com/office/drawing/2014/main" id="{3D4D7BDB-4A4A-0450-0824-C25ADDE2FE40}"/>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6" name="Line 10">
            <a:extLst>
              <a:ext uri="{FF2B5EF4-FFF2-40B4-BE49-F238E27FC236}">
                <a16:creationId xmlns:a16="http://schemas.microsoft.com/office/drawing/2014/main" id="{D55F60EC-BD99-9810-2973-4C6C91378417}"/>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7" name="Line 11">
            <a:extLst>
              <a:ext uri="{FF2B5EF4-FFF2-40B4-BE49-F238E27FC236}">
                <a16:creationId xmlns:a16="http://schemas.microsoft.com/office/drawing/2014/main" id="{D28B2258-8088-CC76-04CA-35EA5EA83C72}"/>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28" name="Rectangle 12">
            <a:extLst>
              <a:ext uri="{FF2B5EF4-FFF2-40B4-BE49-F238E27FC236}">
                <a16:creationId xmlns:a16="http://schemas.microsoft.com/office/drawing/2014/main" id="{1D619B1B-A657-4D07-8008-8C2ED1B5424A}"/>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34829" name="Rectangle 13">
            <a:extLst>
              <a:ext uri="{FF2B5EF4-FFF2-40B4-BE49-F238E27FC236}">
                <a16:creationId xmlns:a16="http://schemas.microsoft.com/office/drawing/2014/main" id="{13893CAC-E7F2-B6A2-2DB9-7ED7D3609202}"/>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34830" name="Rectangle 14">
            <a:extLst>
              <a:ext uri="{FF2B5EF4-FFF2-40B4-BE49-F238E27FC236}">
                <a16:creationId xmlns:a16="http://schemas.microsoft.com/office/drawing/2014/main" id="{F1ED5D17-CC54-5EBF-D4C1-6607F598368A}"/>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34831" name="Rectangle 15">
            <a:extLst>
              <a:ext uri="{FF2B5EF4-FFF2-40B4-BE49-F238E27FC236}">
                <a16:creationId xmlns:a16="http://schemas.microsoft.com/office/drawing/2014/main" id="{3A264924-E3E7-1107-AE5F-3266961A35D1}"/>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34832" name="Rectangle 16">
            <a:extLst>
              <a:ext uri="{FF2B5EF4-FFF2-40B4-BE49-F238E27FC236}">
                <a16:creationId xmlns:a16="http://schemas.microsoft.com/office/drawing/2014/main" id="{6FFFE356-9F81-8561-F556-B8DC80527DC7}"/>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34833" name="Rectangle 17">
            <a:extLst>
              <a:ext uri="{FF2B5EF4-FFF2-40B4-BE49-F238E27FC236}">
                <a16:creationId xmlns:a16="http://schemas.microsoft.com/office/drawing/2014/main" id="{ED3FD30A-03BB-3EA2-E2D4-3703BDDF63AB}"/>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34834" name="Rectangle 18">
            <a:extLst>
              <a:ext uri="{FF2B5EF4-FFF2-40B4-BE49-F238E27FC236}">
                <a16:creationId xmlns:a16="http://schemas.microsoft.com/office/drawing/2014/main" id="{FD3B85F6-9BB7-8F97-6C2F-BCF5BA5B0DB3}"/>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4835" name="Rectangle 19">
            <a:extLst>
              <a:ext uri="{FF2B5EF4-FFF2-40B4-BE49-F238E27FC236}">
                <a16:creationId xmlns:a16="http://schemas.microsoft.com/office/drawing/2014/main" id="{F7122F28-FB4C-273D-E12D-EC6A185D1519}"/>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34836" name="Group 20">
            <a:extLst>
              <a:ext uri="{FF2B5EF4-FFF2-40B4-BE49-F238E27FC236}">
                <a16:creationId xmlns:a16="http://schemas.microsoft.com/office/drawing/2014/main" id="{9AF6E07F-0077-B7CA-0EE0-833FDBB5300F}"/>
              </a:ext>
            </a:extLst>
          </p:cNvPr>
          <p:cNvGrpSpPr>
            <a:grpSpLocks/>
          </p:cNvGrpSpPr>
          <p:nvPr/>
        </p:nvGrpSpPr>
        <p:grpSpPr bwMode="auto">
          <a:xfrm>
            <a:off x="6122988" y="5475288"/>
            <a:ext cx="677862" cy="519112"/>
            <a:chOff x="2897" y="3449"/>
            <a:chExt cx="427" cy="327"/>
          </a:xfrm>
        </p:grpSpPr>
        <p:sp>
          <p:nvSpPr>
            <p:cNvPr id="34837" name="Rectangle 21">
              <a:extLst>
                <a:ext uri="{FF2B5EF4-FFF2-40B4-BE49-F238E27FC236}">
                  <a16:creationId xmlns:a16="http://schemas.microsoft.com/office/drawing/2014/main" id="{67F1E2F1-6B70-D062-0D55-B6670514912E}"/>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34838" name="Picture 22">
              <a:extLst>
                <a:ext uri="{FF2B5EF4-FFF2-40B4-BE49-F238E27FC236}">
                  <a16:creationId xmlns:a16="http://schemas.microsoft.com/office/drawing/2014/main" id="{AC672B8D-C41D-715F-02F5-5722D6CC4350}"/>
                </a:ext>
              </a:extLst>
            </p:cNvPr>
            <p:cNvPicPr>
              <a:picLocks noChangeArrowheads="1"/>
            </p:cNvPicPr>
            <p:nvPr/>
          </p:nvPicPr>
          <p:blipFill>
            <a:blip r:embed="rId3">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4839" name="Group 23">
            <a:extLst>
              <a:ext uri="{FF2B5EF4-FFF2-40B4-BE49-F238E27FC236}">
                <a16:creationId xmlns:a16="http://schemas.microsoft.com/office/drawing/2014/main" id="{83E806B4-EC97-AEED-65DA-07EF958F744E}"/>
              </a:ext>
            </a:extLst>
          </p:cNvPr>
          <p:cNvGrpSpPr>
            <a:grpSpLocks/>
          </p:cNvGrpSpPr>
          <p:nvPr/>
        </p:nvGrpSpPr>
        <p:grpSpPr bwMode="auto">
          <a:xfrm>
            <a:off x="4346576" y="5449888"/>
            <a:ext cx="677863" cy="569912"/>
            <a:chOff x="1778" y="3433"/>
            <a:chExt cx="427" cy="359"/>
          </a:xfrm>
        </p:grpSpPr>
        <p:sp>
          <p:nvSpPr>
            <p:cNvPr id="34840" name="Rectangle 24">
              <a:extLst>
                <a:ext uri="{FF2B5EF4-FFF2-40B4-BE49-F238E27FC236}">
                  <a16:creationId xmlns:a16="http://schemas.microsoft.com/office/drawing/2014/main" id="{D05B6684-F08E-FBD6-6DFF-E297FFBDA6EE}"/>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34841" name="Picture 25">
              <a:extLst>
                <a:ext uri="{FF2B5EF4-FFF2-40B4-BE49-F238E27FC236}">
                  <a16:creationId xmlns:a16="http://schemas.microsoft.com/office/drawing/2014/main" id="{D5BF0FE9-70C9-B3E5-4122-99CD4D2E71D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4842" name="Group 26">
            <a:extLst>
              <a:ext uri="{FF2B5EF4-FFF2-40B4-BE49-F238E27FC236}">
                <a16:creationId xmlns:a16="http://schemas.microsoft.com/office/drawing/2014/main" id="{92C839AA-38CF-3F6B-FAFB-D7D8086D5545}"/>
              </a:ext>
            </a:extLst>
          </p:cNvPr>
          <p:cNvGrpSpPr>
            <a:grpSpLocks/>
          </p:cNvGrpSpPr>
          <p:nvPr/>
        </p:nvGrpSpPr>
        <p:grpSpPr bwMode="auto">
          <a:xfrm>
            <a:off x="3430589" y="5445125"/>
            <a:ext cx="625475" cy="577850"/>
            <a:chOff x="1201" y="3430"/>
            <a:chExt cx="394" cy="364"/>
          </a:xfrm>
        </p:grpSpPr>
        <p:sp>
          <p:nvSpPr>
            <p:cNvPr id="34843" name="Rectangle 27">
              <a:extLst>
                <a:ext uri="{FF2B5EF4-FFF2-40B4-BE49-F238E27FC236}">
                  <a16:creationId xmlns:a16="http://schemas.microsoft.com/office/drawing/2014/main" id="{18DCFD5D-F1B4-098F-28E0-42B19B660FCB}"/>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34844" name="Picture 28">
              <a:extLst>
                <a:ext uri="{FF2B5EF4-FFF2-40B4-BE49-F238E27FC236}">
                  <a16:creationId xmlns:a16="http://schemas.microsoft.com/office/drawing/2014/main" id="{84984DA3-DEDD-1B2A-0FC6-27F5BD84654D}"/>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4845" name="Group 29">
            <a:extLst>
              <a:ext uri="{FF2B5EF4-FFF2-40B4-BE49-F238E27FC236}">
                <a16:creationId xmlns:a16="http://schemas.microsoft.com/office/drawing/2014/main" id="{E8C46874-5B00-CD01-CDF9-3054A52E5F91}"/>
              </a:ext>
            </a:extLst>
          </p:cNvPr>
          <p:cNvGrpSpPr>
            <a:grpSpLocks/>
          </p:cNvGrpSpPr>
          <p:nvPr/>
        </p:nvGrpSpPr>
        <p:grpSpPr bwMode="auto">
          <a:xfrm>
            <a:off x="9288464" y="5480050"/>
            <a:ext cx="727075" cy="508000"/>
            <a:chOff x="4891" y="3452"/>
            <a:chExt cx="458" cy="320"/>
          </a:xfrm>
        </p:grpSpPr>
        <p:sp>
          <p:nvSpPr>
            <p:cNvPr id="34846" name="Rectangle 30">
              <a:extLst>
                <a:ext uri="{FF2B5EF4-FFF2-40B4-BE49-F238E27FC236}">
                  <a16:creationId xmlns:a16="http://schemas.microsoft.com/office/drawing/2014/main" id="{59311FA2-23D2-0067-5BAE-35CFA0F7D2E0}"/>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34847" name="Picture 31">
              <a:extLst>
                <a:ext uri="{FF2B5EF4-FFF2-40B4-BE49-F238E27FC236}">
                  <a16:creationId xmlns:a16="http://schemas.microsoft.com/office/drawing/2014/main" id="{178AF434-0167-8114-EAB9-1363BF0A6A87}"/>
                </a:ext>
              </a:extLst>
            </p:cNvPr>
            <p:cNvPicPr>
              <a:picLocks noChangeArrowheads="1"/>
            </p:cNvPicPr>
            <p:nvPr/>
          </p:nvPicPr>
          <p:blipFill>
            <a:blip r:embed="rId6">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4848" name="Group 32">
            <a:extLst>
              <a:ext uri="{FF2B5EF4-FFF2-40B4-BE49-F238E27FC236}">
                <a16:creationId xmlns:a16="http://schemas.microsoft.com/office/drawing/2014/main" id="{1D3864DD-0E6A-0862-82D7-3D59C104E3F9}"/>
              </a:ext>
            </a:extLst>
          </p:cNvPr>
          <p:cNvGrpSpPr>
            <a:grpSpLocks/>
          </p:cNvGrpSpPr>
          <p:nvPr/>
        </p:nvGrpSpPr>
        <p:grpSpPr bwMode="auto">
          <a:xfrm>
            <a:off x="8120064" y="4014788"/>
            <a:ext cx="1311275" cy="2832100"/>
            <a:chOff x="4155" y="2529"/>
            <a:chExt cx="826" cy="1784"/>
          </a:xfrm>
        </p:grpSpPr>
        <p:sp useBgFill="1">
          <p:nvSpPr>
            <p:cNvPr id="34849" name="Freeform 33">
              <a:extLst>
                <a:ext uri="{FF2B5EF4-FFF2-40B4-BE49-F238E27FC236}">
                  <a16:creationId xmlns:a16="http://schemas.microsoft.com/office/drawing/2014/main" id="{76102199-CD52-4C40-AE0C-CD8E5982D92E}"/>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4850" name="Rectangle 34">
              <a:extLst>
                <a:ext uri="{FF2B5EF4-FFF2-40B4-BE49-F238E27FC236}">
                  <a16:creationId xmlns:a16="http://schemas.microsoft.com/office/drawing/2014/main" id="{5ADA564F-9875-A58F-519E-77C42E780176}"/>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grpSp>
        <p:nvGrpSpPr>
          <p:cNvPr id="34851" name="Group 35">
            <a:extLst>
              <a:ext uri="{FF2B5EF4-FFF2-40B4-BE49-F238E27FC236}">
                <a16:creationId xmlns:a16="http://schemas.microsoft.com/office/drawing/2014/main" id="{1E058D1E-4C88-C3F2-DBBA-9BFD9CE421FB}"/>
              </a:ext>
            </a:extLst>
          </p:cNvPr>
          <p:cNvGrpSpPr>
            <a:grpSpLocks/>
          </p:cNvGrpSpPr>
          <p:nvPr/>
        </p:nvGrpSpPr>
        <p:grpSpPr bwMode="auto">
          <a:xfrm>
            <a:off x="5237164" y="5465763"/>
            <a:ext cx="625475" cy="558800"/>
            <a:chOff x="2339" y="3443"/>
            <a:chExt cx="394" cy="352"/>
          </a:xfrm>
        </p:grpSpPr>
        <p:pic>
          <p:nvPicPr>
            <p:cNvPr id="34852" name="Picture 36">
              <a:extLst>
                <a:ext uri="{FF2B5EF4-FFF2-40B4-BE49-F238E27FC236}">
                  <a16:creationId xmlns:a16="http://schemas.microsoft.com/office/drawing/2014/main" id="{FCDAED5A-F4AF-E5EC-5A2B-A9CE024003CF}"/>
                </a:ext>
              </a:extLst>
            </p:cNvPr>
            <p:cNvPicPr>
              <a:picLocks noChangeArrowheads="1"/>
            </p:cNvPicPr>
            <p:nvPr/>
          </p:nvPicPr>
          <p:blipFill>
            <a:blip r:embed="rId7">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53" name="Rectangle 37">
              <a:extLst>
                <a:ext uri="{FF2B5EF4-FFF2-40B4-BE49-F238E27FC236}">
                  <a16:creationId xmlns:a16="http://schemas.microsoft.com/office/drawing/2014/main" id="{B7F3C33B-AC54-9C80-D5A4-710F351B2910}"/>
                </a:ext>
              </a:extLst>
            </p:cNvPr>
            <p:cNvSpPr>
              <a:spLocks noChangeArrowheads="1"/>
            </p:cNvSpPr>
            <p:nvPr/>
          </p:nvSpPr>
          <p:spPr bwMode="auto">
            <a:xfrm>
              <a:off x="2339" y="3443"/>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580625685</a:t>
              </a:r>
            </a:p>
          </p:txBody>
        </p:sp>
      </p:grpSp>
      <p:grpSp>
        <p:nvGrpSpPr>
          <p:cNvPr id="34854" name="Group 38">
            <a:extLst>
              <a:ext uri="{FF2B5EF4-FFF2-40B4-BE49-F238E27FC236}">
                <a16:creationId xmlns:a16="http://schemas.microsoft.com/office/drawing/2014/main" id="{0ABCD5F2-EEAE-163F-3367-29F69C50C5C7}"/>
              </a:ext>
            </a:extLst>
          </p:cNvPr>
          <p:cNvGrpSpPr>
            <a:grpSpLocks/>
          </p:cNvGrpSpPr>
          <p:nvPr/>
        </p:nvGrpSpPr>
        <p:grpSpPr bwMode="auto">
          <a:xfrm>
            <a:off x="7072314" y="5454651"/>
            <a:ext cx="625475" cy="550863"/>
            <a:chOff x="3495" y="3436"/>
            <a:chExt cx="394" cy="347"/>
          </a:xfrm>
        </p:grpSpPr>
        <p:pic>
          <p:nvPicPr>
            <p:cNvPr id="34855" name="Picture 39">
              <a:extLst>
                <a:ext uri="{FF2B5EF4-FFF2-40B4-BE49-F238E27FC236}">
                  <a16:creationId xmlns:a16="http://schemas.microsoft.com/office/drawing/2014/main" id="{D17D85F1-575C-DED7-6B85-87E6A9FA3E2F}"/>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4856" name="Rectangle 40">
              <a:extLst>
                <a:ext uri="{FF2B5EF4-FFF2-40B4-BE49-F238E27FC236}">
                  <a16:creationId xmlns:a16="http://schemas.microsoft.com/office/drawing/2014/main" id="{DBCEDF96-6701-9060-8C4E-C9F979DCE78F}"/>
                </a:ext>
              </a:extLst>
            </p:cNvPr>
            <p:cNvSpPr>
              <a:spLocks noChangeArrowheads="1"/>
            </p:cNvSpPr>
            <p:nvPr/>
          </p:nvSpPr>
          <p:spPr bwMode="auto">
            <a:xfrm>
              <a:off x="3495" y="3436"/>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701466868</a:t>
              </a:r>
            </a:p>
          </p:txBody>
        </p:sp>
      </p:grpSp>
      <p:sp>
        <p:nvSpPr>
          <p:cNvPr id="34857" name="AutoShape 41">
            <a:extLst>
              <a:ext uri="{FF2B5EF4-FFF2-40B4-BE49-F238E27FC236}">
                <a16:creationId xmlns:a16="http://schemas.microsoft.com/office/drawing/2014/main" id="{B8AA41B7-8955-F540-86CA-FAEEB0AB8B81}"/>
              </a:ext>
            </a:extLst>
          </p:cNvPr>
          <p:cNvSpPr>
            <a:spLocks noChangeArrowheads="1"/>
          </p:cNvSpPr>
          <p:nvPr/>
        </p:nvSpPr>
        <p:spPr bwMode="auto">
          <a:xfrm>
            <a:off x="1693864" y="3181351"/>
            <a:ext cx="3978275" cy="1711325"/>
          </a:xfrm>
          <a:prstGeom prst="roundRect">
            <a:avLst>
              <a:gd name="adj" fmla="val 12495"/>
            </a:avLst>
          </a:prstGeom>
          <a:solidFill>
            <a:schemeClr val="folHlink"/>
          </a:solidFill>
          <a:ln w="12700">
            <a:solidFill>
              <a:srgbClr val="000000"/>
            </a:solidFill>
            <a:round/>
            <a:headEnd/>
            <a:tailEnd/>
          </a:ln>
          <a:effectLst>
            <a:outerShdw dist="107763" dir="2700000" algn="ctr" rotWithShape="0">
              <a:srgbClr val="000000"/>
            </a:outerShdw>
          </a:effectLst>
        </p:spPr>
        <p:txBody>
          <a:bodyPr wrap="none" lIns="90488" tIns="44450" rIns="90488" bIns="44450" anchor="ctr"/>
          <a:lstStyle/>
          <a:p>
            <a:pPr algn="ctr" eaLnBrk="0" hangingPunct="0"/>
            <a:r>
              <a:rPr lang="en-US" altLang="en-US" sz="2800" b="1"/>
              <a:t>The new record goes</a:t>
            </a:r>
          </a:p>
          <a:p>
            <a:pPr algn="ctr" eaLnBrk="0" hangingPunct="0"/>
            <a:r>
              <a:rPr lang="en-US" altLang="en-US" sz="2800" b="1"/>
              <a:t>in the empty spot.</a:t>
            </a:r>
          </a:p>
        </p:txBody>
      </p:sp>
    </p:spTree>
  </p:cSld>
  <p:clrMapOvr>
    <a:masterClrMapping/>
  </p:clrMapOvr>
  <p:transition>
    <p:strips dir="ld"/>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AC4EAD9A-DD50-2C63-A330-33F540A74F9A}"/>
              </a:ext>
            </a:extLst>
          </p:cNvPr>
          <p:cNvSpPr>
            <a:spLocks noGrp="1" noChangeArrowheads="1"/>
          </p:cNvSpPr>
          <p:nvPr>
            <p:ph type="title"/>
          </p:nvPr>
        </p:nvSpPr>
        <p:spPr>
          <a:xfrm>
            <a:off x="457200" y="609600"/>
            <a:ext cx="7772400" cy="1143000"/>
          </a:xfrm>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altLang="en-US"/>
              <a:t>Searching for a Key</a:t>
            </a:r>
          </a:p>
        </p:txBody>
      </p:sp>
      <p:sp>
        <p:nvSpPr>
          <p:cNvPr id="38915" name="Rectangle 3">
            <a:extLst>
              <a:ext uri="{FF2B5EF4-FFF2-40B4-BE49-F238E27FC236}">
                <a16:creationId xmlns:a16="http://schemas.microsoft.com/office/drawing/2014/main" id="{84059FF6-1A19-56ED-D312-2F0B312AB7DC}"/>
              </a:ext>
            </a:extLst>
          </p:cNvPr>
          <p:cNvSpPr>
            <a:spLocks noGrp="1" noChangeArrowheads="1"/>
          </p:cNvSpPr>
          <p:nvPr>
            <p:ph type="body" sz="half" idx="1"/>
          </p:nvPr>
        </p:nvSpPr>
        <p:spPr>
          <a:xfrm>
            <a:off x="2209801" y="1774825"/>
            <a:ext cx="4525963"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The data that's attached to a key can be found fairly quickly.</a:t>
            </a:r>
          </a:p>
        </p:txBody>
      </p:sp>
      <p:sp useBgFill="1">
        <p:nvSpPr>
          <p:cNvPr id="38916" name="Freeform 4">
            <a:extLst>
              <a:ext uri="{FF2B5EF4-FFF2-40B4-BE49-F238E27FC236}">
                <a16:creationId xmlns:a16="http://schemas.microsoft.com/office/drawing/2014/main" id="{62B4DDEA-32C8-7A8A-C29C-09F741D0E471}"/>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17" name="Rectangle 5">
            <a:extLst>
              <a:ext uri="{FF2B5EF4-FFF2-40B4-BE49-F238E27FC236}">
                <a16:creationId xmlns:a16="http://schemas.microsoft.com/office/drawing/2014/main" id="{3C71AB8A-93FF-6239-E459-A27C101DD23A}"/>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18" name="Line 6">
            <a:extLst>
              <a:ext uri="{FF2B5EF4-FFF2-40B4-BE49-F238E27FC236}">
                <a16:creationId xmlns:a16="http://schemas.microsoft.com/office/drawing/2014/main" id="{256F35E8-8F3B-D61A-85BD-461F9C553786}"/>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19" name="Line 7">
            <a:extLst>
              <a:ext uri="{FF2B5EF4-FFF2-40B4-BE49-F238E27FC236}">
                <a16:creationId xmlns:a16="http://schemas.microsoft.com/office/drawing/2014/main" id="{6A7A1E2C-37B4-3926-87D7-F4E91849E8F0}"/>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0" name="Line 8">
            <a:extLst>
              <a:ext uri="{FF2B5EF4-FFF2-40B4-BE49-F238E27FC236}">
                <a16:creationId xmlns:a16="http://schemas.microsoft.com/office/drawing/2014/main" id="{B53B88C9-4087-1108-3A5B-4980A3500E53}"/>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1" name="Line 9">
            <a:extLst>
              <a:ext uri="{FF2B5EF4-FFF2-40B4-BE49-F238E27FC236}">
                <a16:creationId xmlns:a16="http://schemas.microsoft.com/office/drawing/2014/main" id="{331A8B5D-EA31-72C4-02DB-9278A4EC9679}"/>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2" name="Line 10">
            <a:extLst>
              <a:ext uri="{FF2B5EF4-FFF2-40B4-BE49-F238E27FC236}">
                <a16:creationId xmlns:a16="http://schemas.microsoft.com/office/drawing/2014/main" id="{6F4AC4D5-DD54-106E-76B3-E27EB8A284B6}"/>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3" name="Line 11">
            <a:extLst>
              <a:ext uri="{FF2B5EF4-FFF2-40B4-BE49-F238E27FC236}">
                <a16:creationId xmlns:a16="http://schemas.microsoft.com/office/drawing/2014/main" id="{8E045BF1-6747-B1F5-D27C-BA477053FF74}"/>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24" name="Rectangle 12">
            <a:extLst>
              <a:ext uri="{FF2B5EF4-FFF2-40B4-BE49-F238E27FC236}">
                <a16:creationId xmlns:a16="http://schemas.microsoft.com/office/drawing/2014/main" id="{DD015F48-595E-804C-FD0A-415D85F2469C}"/>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38925" name="Rectangle 13">
            <a:extLst>
              <a:ext uri="{FF2B5EF4-FFF2-40B4-BE49-F238E27FC236}">
                <a16:creationId xmlns:a16="http://schemas.microsoft.com/office/drawing/2014/main" id="{038DD6AD-46FB-EE39-3E87-3A1113B15CBE}"/>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38926" name="Rectangle 14">
            <a:extLst>
              <a:ext uri="{FF2B5EF4-FFF2-40B4-BE49-F238E27FC236}">
                <a16:creationId xmlns:a16="http://schemas.microsoft.com/office/drawing/2014/main" id="{D2467042-155E-7FE6-A377-9F37884676A8}"/>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38927" name="Rectangle 15">
            <a:extLst>
              <a:ext uri="{FF2B5EF4-FFF2-40B4-BE49-F238E27FC236}">
                <a16:creationId xmlns:a16="http://schemas.microsoft.com/office/drawing/2014/main" id="{BEDB4AD3-4DFD-6231-0500-8729C6B0A3C4}"/>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38928" name="Rectangle 16">
            <a:extLst>
              <a:ext uri="{FF2B5EF4-FFF2-40B4-BE49-F238E27FC236}">
                <a16:creationId xmlns:a16="http://schemas.microsoft.com/office/drawing/2014/main" id="{AF621C6D-B4F7-B83F-CBCF-39B3A1FD0CBF}"/>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38929" name="Rectangle 17">
            <a:extLst>
              <a:ext uri="{FF2B5EF4-FFF2-40B4-BE49-F238E27FC236}">
                <a16:creationId xmlns:a16="http://schemas.microsoft.com/office/drawing/2014/main" id="{B1DA52F5-057E-5629-92E9-80E82A33D455}"/>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38930" name="Rectangle 18">
            <a:extLst>
              <a:ext uri="{FF2B5EF4-FFF2-40B4-BE49-F238E27FC236}">
                <a16:creationId xmlns:a16="http://schemas.microsoft.com/office/drawing/2014/main" id="{E80DC7F0-955A-2C46-661B-FA807C244E1A}"/>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31" name="Rectangle 19">
            <a:extLst>
              <a:ext uri="{FF2B5EF4-FFF2-40B4-BE49-F238E27FC236}">
                <a16:creationId xmlns:a16="http://schemas.microsoft.com/office/drawing/2014/main" id="{2AB5930B-3C2D-EDA4-7A59-F2CFB75E9F53}"/>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38932" name="Group 20">
            <a:extLst>
              <a:ext uri="{FF2B5EF4-FFF2-40B4-BE49-F238E27FC236}">
                <a16:creationId xmlns:a16="http://schemas.microsoft.com/office/drawing/2014/main" id="{EDED7DF4-EFFC-13DB-216D-F60693999870}"/>
              </a:ext>
            </a:extLst>
          </p:cNvPr>
          <p:cNvGrpSpPr>
            <a:grpSpLocks/>
          </p:cNvGrpSpPr>
          <p:nvPr/>
        </p:nvGrpSpPr>
        <p:grpSpPr bwMode="auto">
          <a:xfrm>
            <a:off x="6122988" y="5475288"/>
            <a:ext cx="677862" cy="519112"/>
            <a:chOff x="2897" y="3449"/>
            <a:chExt cx="427" cy="327"/>
          </a:xfrm>
        </p:grpSpPr>
        <p:sp>
          <p:nvSpPr>
            <p:cNvPr id="38933" name="Rectangle 21">
              <a:extLst>
                <a:ext uri="{FF2B5EF4-FFF2-40B4-BE49-F238E27FC236}">
                  <a16:creationId xmlns:a16="http://schemas.microsoft.com/office/drawing/2014/main" id="{758FFE9A-886A-9D85-5701-BE216ADF3626}"/>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38934" name="Picture 22">
              <a:extLst>
                <a:ext uri="{FF2B5EF4-FFF2-40B4-BE49-F238E27FC236}">
                  <a16:creationId xmlns:a16="http://schemas.microsoft.com/office/drawing/2014/main" id="{C5E651D7-8D20-39EC-551C-87F8E01A6BE2}"/>
                </a:ext>
              </a:extLst>
            </p:cNvPr>
            <p:cNvPicPr>
              <a:picLocks noChangeArrowheads="1"/>
            </p:cNvPicPr>
            <p:nvPr/>
          </p:nvPicPr>
          <p:blipFill>
            <a:blip r:embed="rId3">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8935" name="Group 23">
            <a:extLst>
              <a:ext uri="{FF2B5EF4-FFF2-40B4-BE49-F238E27FC236}">
                <a16:creationId xmlns:a16="http://schemas.microsoft.com/office/drawing/2014/main" id="{4BDA669B-4D14-53D5-3149-FD2005B853C1}"/>
              </a:ext>
            </a:extLst>
          </p:cNvPr>
          <p:cNvGrpSpPr>
            <a:grpSpLocks/>
          </p:cNvGrpSpPr>
          <p:nvPr/>
        </p:nvGrpSpPr>
        <p:grpSpPr bwMode="auto">
          <a:xfrm>
            <a:off x="4346576" y="5449888"/>
            <a:ext cx="677863" cy="569912"/>
            <a:chOff x="1778" y="3433"/>
            <a:chExt cx="427" cy="359"/>
          </a:xfrm>
        </p:grpSpPr>
        <p:sp>
          <p:nvSpPr>
            <p:cNvPr id="38936" name="Rectangle 24">
              <a:extLst>
                <a:ext uri="{FF2B5EF4-FFF2-40B4-BE49-F238E27FC236}">
                  <a16:creationId xmlns:a16="http://schemas.microsoft.com/office/drawing/2014/main" id="{0190A930-F7CF-9983-FFC1-6004EBE26DDE}"/>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38937" name="Picture 25">
              <a:extLst>
                <a:ext uri="{FF2B5EF4-FFF2-40B4-BE49-F238E27FC236}">
                  <a16:creationId xmlns:a16="http://schemas.microsoft.com/office/drawing/2014/main" id="{F3D52337-9F72-BD01-D736-3A8874C8401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8938" name="Group 26">
            <a:extLst>
              <a:ext uri="{FF2B5EF4-FFF2-40B4-BE49-F238E27FC236}">
                <a16:creationId xmlns:a16="http://schemas.microsoft.com/office/drawing/2014/main" id="{8C0465AC-0AF7-CE0E-11EF-C113F23A0AB9}"/>
              </a:ext>
            </a:extLst>
          </p:cNvPr>
          <p:cNvGrpSpPr>
            <a:grpSpLocks/>
          </p:cNvGrpSpPr>
          <p:nvPr/>
        </p:nvGrpSpPr>
        <p:grpSpPr bwMode="auto">
          <a:xfrm>
            <a:off x="3430589" y="5445125"/>
            <a:ext cx="625475" cy="577850"/>
            <a:chOff x="1201" y="3430"/>
            <a:chExt cx="394" cy="364"/>
          </a:xfrm>
        </p:grpSpPr>
        <p:sp>
          <p:nvSpPr>
            <p:cNvPr id="38939" name="Rectangle 27">
              <a:extLst>
                <a:ext uri="{FF2B5EF4-FFF2-40B4-BE49-F238E27FC236}">
                  <a16:creationId xmlns:a16="http://schemas.microsoft.com/office/drawing/2014/main" id="{7D2A732A-D7E0-E425-AC0B-F9B1EC9FBD91}"/>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38940" name="Picture 28">
              <a:extLst>
                <a:ext uri="{FF2B5EF4-FFF2-40B4-BE49-F238E27FC236}">
                  <a16:creationId xmlns:a16="http://schemas.microsoft.com/office/drawing/2014/main" id="{0AA5F575-147C-EC8D-BD6C-231453891240}"/>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8941" name="Group 29">
            <a:extLst>
              <a:ext uri="{FF2B5EF4-FFF2-40B4-BE49-F238E27FC236}">
                <a16:creationId xmlns:a16="http://schemas.microsoft.com/office/drawing/2014/main" id="{2E425D27-C50F-4C6D-A7A1-FC9A9E3936FF}"/>
              </a:ext>
            </a:extLst>
          </p:cNvPr>
          <p:cNvGrpSpPr>
            <a:grpSpLocks/>
          </p:cNvGrpSpPr>
          <p:nvPr/>
        </p:nvGrpSpPr>
        <p:grpSpPr bwMode="auto">
          <a:xfrm>
            <a:off x="9288464" y="5480050"/>
            <a:ext cx="727075" cy="508000"/>
            <a:chOff x="4891" y="3452"/>
            <a:chExt cx="458" cy="320"/>
          </a:xfrm>
        </p:grpSpPr>
        <p:sp>
          <p:nvSpPr>
            <p:cNvPr id="38942" name="Rectangle 30">
              <a:extLst>
                <a:ext uri="{FF2B5EF4-FFF2-40B4-BE49-F238E27FC236}">
                  <a16:creationId xmlns:a16="http://schemas.microsoft.com/office/drawing/2014/main" id="{66474771-0B32-42E2-DC07-F937719C7BBE}"/>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38943" name="Picture 31">
              <a:extLst>
                <a:ext uri="{FF2B5EF4-FFF2-40B4-BE49-F238E27FC236}">
                  <a16:creationId xmlns:a16="http://schemas.microsoft.com/office/drawing/2014/main" id="{01B248B4-4758-6C1D-389C-140C58B75A14}"/>
                </a:ext>
              </a:extLst>
            </p:cNvPr>
            <p:cNvPicPr>
              <a:picLocks noChangeArrowheads="1"/>
            </p:cNvPicPr>
            <p:nvPr/>
          </p:nvPicPr>
          <p:blipFill>
            <a:blip r:embed="rId6">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38944" name="Group 32">
            <a:extLst>
              <a:ext uri="{FF2B5EF4-FFF2-40B4-BE49-F238E27FC236}">
                <a16:creationId xmlns:a16="http://schemas.microsoft.com/office/drawing/2014/main" id="{69B7ABE4-92B6-0117-9585-F99A9842322E}"/>
              </a:ext>
            </a:extLst>
          </p:cNvPr>
          <p:cNvGrpSpPr>
            <a:grpSpLocks/>
          </p:cNvGrpSpPr>
          <p:nvPr/>
        </p:nvGrpSpPr>
        <p:grpSpPr bwMode="auto">
          <a:xfrm>
            <a:off x="8120064" y="4014788"/>
            <a:ext cx="1311275" cy="2832100"/>
            <a:chOff x="4155" y="2529"/>
            <a:chExt cx="826" cy="1784"/>
          </a:xfrm>
        </p:grpSpPr>
        <p:sp useBgFill="1">
          <p:nvSpPr>
            <p:cNvPr id="38945" name="Freeform 33">
              <a:extLst>
                <a:ext uri="{FF2B5EF4-FFF2-40B4-BE49-F238E27FC236}">
                  <a16:creationId xmlns:a16="http://schemas.microsoft.com/office/drawing/2014/main" id="{B6F9CD6D-38C3-8AC7-ACF9-79B1043F975F}"/>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38946" name="Rectangle 34">
              <a:extLst>
                <a:ext uri="{FF2B5EF4-FFF2-40B4-BE49-F238E27FC236}">
                  <a16:creationId xmlns:a16="http://schemas.microsoft.com/office/drawing/2014/main" id="{9BA74B80-01A9-2000-22FB-C59646BB650E}"/>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grpSp>
        <p:nvGrpSpPr>
          <p:cNvPr id="38947" name="Group 35">
            <a:extLst>
              <a:ext uri="{FF2B5EF4-FFF2-40B4-BE49-F238E27FC236}">
                <a16:creationId xmlns:a16="http://schemas.microsoft.com/office/drawing/2014/main" id="{49FE9FDE-4A92-1F85-4570-58378949DDA0}"/>
              </a:ext>
            </a:extLst>
          </p:cNvPr>
          <p:cNvGrpSpPr>
            <a:grpSpLocks/>
          </p:cNvGrpSpPr>
          <p:nvPr/>
        </p:nvGrpSpPr>
        <p:grpSpPr bwMode="auto">
          <a:xfrm>
            <a:off x="5237164" y="5465763"/>
            <a:ext cx="625475" cy="558800"/>
            <a:chOff x="2339" y="3443"/>
            <a:chExt cx="394" cy="352"/>
          </a:xfrm>
        </p:grpSpPr>
        <p:pic>
          <p:nvPicPr>
            <p:cNvPr id="38948" name="Picture 36">
              <a:extLst>
                <a:ext uri="{FF2B5EF4-FFF2-40B4-BE49-F238E27FC236}">
                  <a16:creationId xmlns:a16="http://schemas.microsoft.com/office/drawing/2014/main" id="{5C1F914F-8FC0-9979-FCE0-0182DFA297B8}"/>
                </a:ext>
              </a:extLst>
            </p:cNvPr>
            <p:cNvPicPr>
              <a:picLocks noChangeArrowheads="1"/>
            </p:cNvPicPr>
            <p:nvPr/>
          </p:nvPicPr>
          <p:blipFill>
            <a:blip r:embed="rId7">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49" name="Rectangle 37">
              <a:extLst>
                <a:ext uri="{FF2B5EF4-FFF2-40B4-BE49-F238E27FC236}">
                  <a16:creationId xmlns:a16="http://schemas.microsoft.com/office/drawing/2014/main" id="{06C5311A-584C-490E-CCCE-404360CAC9D9}"/>
                </a:ext>
              </a:extLst>
            </p:cNvPr>
            <p:cNvSpPr>
              <a:spLocks noChangeArrowheads="1"/>
            </p:cNvSpPr>
            <p:nvPr/>
          </p:nvSpPr>
          <p:spPr bwMode="auto">
            <a:xfrm>
              <a:off x="2339" y="3443"/>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580625685</a:t>
              </a:r>
            </a:p>
          </p:txBody>
        </p:sp>
      </p:grpSp>
      <p:grpSp>
        <p:nvGrpSpPr>
          <p:cNvPr id="38950" name="Group 38">
            <a:extLst>
              <a:ext uri="{FF2B5EF4-FFF2-40B4-BE49-F238E27FC236}">
                <a16:creationId xmlns:a16="http://schemas.microsoft.com/office/drawing/2014/main" id="{CA3181BA-CFE9-F2D2-B47D-58B6032FFF23}"/>
              </a:ext>
            </a:extLst>
          </p:cNvPr>
          <p:cNvGrpSpPr>
            <a:grpSpLocks/>
          </p:cNvGrpSpPr>
          <p:nvPr/>
        </p:nvGrpSpPr>
        <p:grpSpPr bwMode="auto">
          <a:xfrm>
            <a:off x="7072314" y="5454651"/>
            <a:ext cx="625475" cy="550863"/>
            <a:chOff x="3495" y="3436"/>
            <a:chExt cx="394" cy="347"/>
          </a:xfrm>
        </p:grpSpPr>
        <p:pic>
          <p:nvPicPr>
            <p:cNvPr id="38951" name="Picture 39">
              <a:extLst>
                <a:ext uri="{FF2B5EF4-FFF2-40B4-BE49-F238E27FC236}">
                  <a16:creationId xmlns:a16="http://schemas.microsoft.com/office/drawing/2014/main" id="{F54AD327-912E-0185-AA9D-7FEB979A4E6C}"/>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8952" name="Rectangle 40">
              <a:extLst>
                <a:ext uri="{FF2B5EF4-FFF2-40B4-BE49-F238E27FC236}">
                  <a16:creationId xmlns:a16="http://schemas.microsoft.com/office/drawing/2014/main" id="{B5A5F197-44AA-5D92-0B5D-C791B6AD2089}"/>
                </a:ext>
              </a:extLst>
            </p:cNvPr>
            <p:cNvSpPr>
              <a:spLocks noChangeArrowheads="1"/>
            </p:cNvSpPr>
            <p:nvPr/>
          </p:nvSpPr>
          <p:spPr bwMode="auto">
            <a:xfrm>
              <a:off x="3495" y="3436"/>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701466868</a:t>
              </a:r>
            </a:p>
          </p:txBody>
        </p:sp>
      </p:grpSp>
      <p:sp>
        <p:nvSpPr>
          <p:cNvPr id="38953" name="Rectangle 41">
            <a:extLst>
              <a:ext uri="{FF2B5EF4-FFF2-40B4-BE49-F238E27FC236}">
                <a16:creationId xmlns:a16="http://schemas.microsoft.com/office/drawing/2014/main" id="{154433B4-0C1D-636F-A8F6-65ECAAF40999}"/>
              </a:ext>
            </a:extLst>
          </p:cNvPr>
          <p:cNvSpPr>
            <a:spLocks noChangeArrowheads="1"/>
          </p:cNvSpPr>
          <p:nvPr/>
        </p:nvSpPr>
        <p:spPr bwMode="auto">
          <a:xfrm>
            <a:off x="7553326"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54" name="Oval 42">
            <a:extLst>
              <a:ext uri="{FF2B5EF4-FFF2-40B4-BE49-F238E27FC236}">
                <a16:creationId xmlns:a16="http://schemas.microsoft.com/office/drawing/2014/main" id="{432963B7-2CFD-5725-6AD9-F0EDC387DFB8}"/>
              </a:ext>
            </a:extLst>
          </p:cNvPr>
          <p:cNvSpPr>
            <a:spLocks noChangeArrowheads="1"/>
          </p:cNvSpPr>
          <p:nvPr/>
        </p:nvSpPr>
        <p:spPr bwMode="auto">
          <a:xfrm>
            <a:off x="8388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38955" name="Rectangle 43">
            <a:extLst>
              <a:ext uri="{FF2B5EF4-FFF2-40B4-BE49-F238E27FC236}">
                <a16:creationId xmlns:a16="http://schemas.microsoft.com/office/drawing/2014/main" id="{1B21FD31-38AD-2469-ED75-DE4BAFCFB83D}"/>
              </a:ext>
            </a:extLst>
          </p:cNvPr>
          <p:cNvSpPr>
            <a:spLocks noChangeArrowheads="1"/>
          </p:cNvSpPr>
          <p:nvPr/>
        </p:nvSpPr>
        <p:spPr bwMode="auto">
          <a:xfrm>
            <a:off x="7681914" y="1104901"/>
            <a:ext cx="227305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Number 701466868</a:t>
            </a:r>
          </a:p>
        </p:txBody>
      </p:sp>
    </p:spTree>
  </p:cSld>
  <p:clrMapOvr>
    <a:masterClrMapping/>
  </p:clrMapOvr>
  <p:transition>
    <p:pull dir="lu"/>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3" name="Rectangle 3">
            <a:extLst>
              <a:ext uri="{FF2B5EF4-FFF2-40B4-BE49-F238E27FC236}">
                <a16:creationId xmlns:a16="http://schemas.microsoft.com/office/drawing/2014/main" id="{76F80806-7419-791A-2298-029C337EE053}"/>
              </a:ext>
            </a:extLst>
          </p:cNvPr>
          <p:cNvSpPr>
            <a:spLocks noGrp="1" noChangeArrowheads="1"/>
          </p:cNvSpPr>
          <p:nvPr>
            <p:ph type="body" sz="half" idx="1"/>
          </p:nvPr>
        </p:nvSpPr>
        <p:spPr>
          <a:xfrm>
            <a:off x="2209801" y="1774825"/>
            <a:ext cx="5102225"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Calculate the hash value.</a:t>
            </a:r>
          </a:p>
          <a:p>
            <a:r>
              <a:rPr lang="en-US" altLang="en-US"/>
              <a:t>Check that location of the array for the key.</a:t>
            </a:r>
          </a:p>
        </p:txBody>
      </p:sp>
      <p:sp useBgFill="1">
        <p:nvSpPr>
          <p:cNvPr id="40964" name="Freeform 4">
            <a:extLst>
              <a:ext uri="{FF2B5EF4-FFF2-40B4-BE49-F238E27FC236}">
                <a16:creationId xmlns:a16="http://schemas.microsoft.com/office/drawing/2014/main" id="{5E3691A9-20AE-FA94-1191-A09034E54DE4}"/>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5" name="Rectangle 5">
            <a:extLst>
              <a:ext uri="{FF2B5EF4-FFF2-40B4-BE49-F238E27FC236}">
                <a16:creationId xmlns:a16="http://schemas.microsoft.com/office/drawing/2014/main" id="{B47C1209-AE6F-B79E-B0E7-5E524D425E8D}"/>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66" name="Line 6">
            <a:extLst>
              <a:ext uri="{FF2B5EF4-FFF2-40B4-BE49-F238E27FC236}">
                <a16:creationId xmlns:a16="http://schemas.microsoft.com/office/drawing/2014/main" id="{FF65041D-B58B-6074-5DC7-5E825CB8E88F}"/>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7" name="Line 7">
            <a:extLst>
              <a:ext uri="{FF2B5EF4-FFF2-40B4-BE49-F238E27FC236}">
                <a16:creationId xmlns:a16="http://schemas.microsoft.com/office/drawing/2014/main" id="{DA615E1E-94B3-9AC5-4A49-E3414450F7F7}"/>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8" name="Line 8">
            <a:extLst>
              <a:ext uri="{FF2B5EF4-FFF2-40B4-BE49-F238E27FC236}">
                <a16:creationId xmlns:a16="http://schemas.microsoft.com/office/drawing/2014/main" id="{36A8046B-B102-0586-88EB-8BED51536D37}"/>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69" name="Line 9">
            <a:extLst>
              <a:ext uri="{FF2B5EF4-FFF2-40B4-BE49-F238E27FC236}">
                <a16:creationId xmlns:a16="http://schemas.microsoft.com/office/drawing/2014/main" id="{9656C329-EFBE-879B-DA3F-5AF14D9487BC}"/>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0" name="Line 10">
            <a:extLst>
              <a:ext uri="{FF2B5EF4-FFF2-40B4-BE49-F238E27FC236}">
                <a16:creationId xmlns:a16="http://schemas.microsoft.com/office/drawing/2014/main" id="{505B56EB-6A8D-36C1-D9CE-5BDC6222AD4D}"/>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1" name="Line 11">
            <a:extLst>
              <a:ext uri="{FF2B5EF4-FFF2-40B4-BE49-F238E27FC236}">
                <a16:creationId xmlns:a16="http://schemas.microsoft.com/office/drawing/2014/main" id="{C3623169-1397-518D-823F-AAC8120C7321}"/>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72" name="Rectangle 12">
            <a:extLst>
              <a:ext uri="{FF2B5EF4-FFF2-40B4-BE49-F238E27FC236}">
                <a16:creationId xmlns:a16="http://schemas.microsoft.com/office/drawing/2014/main" id="{AF4EAB41-FF0D-708B-8F5B-ECE0E33E32AD}"/>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40973" name="Rectangle 13">
            <a:extLst>
              <a:ext uri="{FF2B5EF4-FFF2-40B4-BE49-F238E27FC236}">
                <a16:creationId xmlns:a16="http://schemas.microsoft.com/office/drawing/2014/main" id="{29EC9CDB-1488-7CE5-3F5A-E67E518F87A8}"/>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40974" name="Rectangle 14">
            <a:extLst>
              <a:ext uri="{FF2B5EF4-FFF2-40B4-BE49-F238E27FC236}">
                <a16:creationId xmlns:a16="http://schemas.microsoft.com/office/drawing/2014/main" id="{3464536F-7B2F-CB9E-7EA2-6262E898194D}"/>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40975" name="Rectangle 15">
            <a:extLst>
              <a:ext uri="{FF2B5EF4-FFF2-40B4-BE49-F238E27FC236}">
                <a16:creationId xmlns:a16="http://schemas.microsoft.com/office/drawing/2014/main" id="{AFA2F12C-4192-AFAD-121C-0F3EBBC62678}"/>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40976" name="Rectangle 16">
            <a:extLst>
              <a:ext uri="{FF2B5EF4-FFF2-40B4-BE49-F238E27FC236}">
                <a16:creationId xmlns:a16="http://schemas.microsoft.com/office/drawing/2014/main" id="{76A6D8DA-4456-47ED-6237-0779D79B0F1F}"/>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40977" name="Rectangle 17">
            <a:extLst>
              <a:ext uri="{FF2B5EF4-FFF2-40B4-BE49-F238E27FC236}">
                <a16:creationId xmlns:a16="http://schemas.microsoft.com/office/drawing/2014/main" id="{53B6B1C0-9269-F622-A096-A457B800E0C0}"/>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40978" name="Rectangle 18">
            <a:extLst>
              <a:ext uri="{FF2B5EF4-FFF2-40B4-BE49-F238E27FC236}">
                <a16:creationId xmlns:a16="http://schemas.microsoft.com/office/drawing/2014/main" id="{3D44338A-CBE5-494A-4BE0-FD4B63410D90}"/>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0979" name="Rectangle 19">
            <a:extLst>
              <a:ext uri="{FF2B5EF4-FFF2-40B4-BE49-F238E27FC236}">
                <a16:creationId xmlns:a16="http://schemas.microsoft.com/office/drawing/2014/main" id="{70F52EB5-638E-C4D2-03FB-64EC471F169C}"/>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40980" name="Group 20">
            <a:extLst>
              <a:ext uri="{FF2B5EF4-FFF2-40B4-BE49-F238E27FC236}">
                <a16:creationId xmlns:a16="http://schemas.microsoft.com/office/drawing/2014/main" id="{14BD4305-7EBD-F8FF-B7C0-98132E03CD7A}"/>
              </a:ext>
            </a:extLst>
          </p:cNvPr>
          <p:cNvGrpSpPr>
            <a:grpSpLocks/>
          </p:cNvGrpSpPr>
          <p:nvPr/>
        </p:nvGrpSpPr>
        <p:grpSpPr bwMode="auto">
          <a:xfrm>
            <a:off x="6122988" y="5475288"/>
            <a:ext cx="677862" cy="519112"/>
            <a:chOff x="2897" y="3449"/>
            <a:chExt cx="427" cy="327"/>
          </a:xfrm>
        </p:grpSpPr>
        <p:sp>
          <p:nvSpPr>
            <p:cNvPr id="40981" name="Rectangle 21">
              <a:extLst>
                <a:ext uri="{FF2B5EF4-FFF2-40B4-BE49-F238E27FC236}">
                  <a16:creationId xmlns:a16="http://schemas.microsoft.com/office/drawing/2014/main" id="{959A5935-9FDA-1654-5E94-8A298369BFB1}"/>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40982" name="Picture 22">
              <a:extLst>
                <a:ext uri="{FF2B5EF4-FFF2-40B4-BE49-F238E27FC236}">
                  <a16:creationId xmlns:a16="http://schemas.microsoft.com/office/drawing/2014/main" id="{73168FB6-37A5-D15C-9249-651E93BB701A}"/>
                </a:ext>
              </a:extLst>
            </p:cNvPr>
            <p:cNvPicPr>
              <a:picLocks noChangeArrowheads="1"/>
            </p:cNvPicPr>
            <p:nvPr/>
          </p:nvPicPr>
          <p:blipFill>
            <a:blip r:embed="rId3">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0983" name="Group 23">
            <a:extLst>
              <a:ext uri="{FF2B5EF4-FFF2-40B4-BE49-F238E27FC236}">
                <a16:creationId xmlns:a16="http://schemas.microsoft.com/office/drawing/2014/main" id="{2148F134-FDE2-686B-FD22-C02D6799884B}"/>
              </a:ext>
            </a:extLst>
          </p:cNvPr>
          <p:cNvGrpSpPr>
            <a:grpSpLocks/>
          </p:cNvGrpSpPr>
          <p:nvPr/>
        </p:nvGrpSpPr>
        <p:grpSpPr bwMode="auto">
          <a:xfrm>
            <a:off x="4346576" y="5449888"/>
            <a:ext cx="677863" cy="569912"/>
            <a:chOff x="1778" y="3433"/>
            <a:chExt cx="427" cy="359"/>
          </a:xfrm>
        </p:grpSpPr>
        <p:sp>
          <p:nvSpPr>
            <p:cNvPr id="40984" name="Rectangle 24">
              <a:extLst>
                <a:ext uri="{FF2B5EF4-FFF2-40B4-BE49-F238E27FC236}">
                  <a16:creationId xmlns:a16="http://schemas.microsoft.com/office/drawing/2014/main" id="{FD6EFF49-A574-389A-06A2-029EF6369727}"/>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40985" name="Picture 25">
              <a:extLst>
                <a:ext uri="{FF2B5EF4-FFF2-40B4-BE49-F238E27FC236}">
                  <a16:creationId xmlns:a16="http://schemas.microsoft.com/office/drawing/2014/main" id="{22B28459-057E-70DE-4D83-3BFD71A6E5E0}"/>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0986" name="Group 26">
            <a:extLst>
              <a:ext uri="{FF2B5EF4-FFF2-40B4-BE49-F238E27FC236}">
                <a16:creationId xmlns:a16="http://schemas.microsoft.com/office/drawing/2014/main" id="{F4D7E928-9FF8-695E-F473-F87A2E3B068B}"/>
              </a:ext>
            </a:extLst>
          </p:cNvPr>
          <p:cNvGrpSpPr>
            <a:grpSpLocks/>
          </p:cNvGrpSpPr>
          <p:nvPr/>
        </p:nvGrpSpPr>
        <p:grpSpPr bwMode="auto">
          <a:xfrm>
            <a:off x="3430589" y="5445125"/>
            <a:ext cx="625475" cy="577850"/>
            <a:chOff x="1201" y="3430"/>
            <a:chExt cx="394" cy="364"/>
          </a:xfrm>
        </p:grpSpPr>
        <p:sp>
          <p:nvSpPr>
            <p:cNvPr id="40987" name="Rectangle 27">
              <a:extLst>
                <a:ext uri="{FF2B5EF4-FFF2-40B4-BE49-F238E27FC236}">
                  <a16:creationId xmlns:a16="http://schemas.microsoft.com/office/drawing/2014/main" id="{6D4A5FCD-7754-6043-D5B8-42D1D769D467}"/>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40988" name="Picture 28">
              <a:extLst>
                <a:ext uri="{FF2B5EF4-FFF2-40B4-BE49-F238E27FC236}">
                  <a16:creationId xmlns:a16="http://schemas.microsoft.com/office/drawing/2014/main" id="{3F1A5AD6-DE75-C1AA-64E6-E004D823EB1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0989" name="Group 29">
            <a:extLst>
              <a:ext uri="{FF2B5EF4-FFF2-40B4-BE49-F238E27FC236}">
                <a16:creationId xmlns:a16="http://schemas.microsoft.com/office/drawing/2014/main" id="{1CB65B35-A4CE-5FF9-C348-6214D786C1BE}"/>
              </a:ext>
            </a:extLst>
          </p:cNvPr>
          <p:cNvGrpSpPr>
            <a:grpSpLocks/>
          </p:cNvGrpSpPr>
          <p:nvPr/>
        </p:nvGrpSpPr>
        <p:grpSpPr bwMode="auto">
          <a:xfrm>
            <a:off x="9288464" y="5480050"/>
            <a:ext cx="727075" cy="508000"/>
            <a:chOff x="4891" y="3452"/>
            <a:chExt cx="458" cy="320"/>
          </a:xfrm>
        </p:grpSpPr>
        <p:sp>
          <p:nvSpPr>
            <p:cNvPr id="40990" name="Rectangle 30">
              <a:extLst>
                <a:ext uri="{FF2B5EF4-FFF2-40B4-BE49-F238E27FC236}">
                  <a16:creationId xmlns:a16="http://schemas.microsoft.com/office/drawing/2014/main" id="{114ECDE8-B274-EEC7-9244-817F2B5A4D2A}"/>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40991" name="Picture 31">
              <a:extLst>
                <a:ext uri="{FF2B5EF4-FFF2-40B4-BE49-F238E27FC236}">
                  <a16:creationId xmlns:a16="http://schemas.microsoft.com/office/drawing/2014/main" id="{C6134753-D3C5-B4B7-DAAD-393B13CA56A7}"/>
                </a:ext>
              </a:extLst>
            </p:cNvPr>
            <p:cNvPicPr>
              <a:picLocks noChangeArrowheads="1"/>
            </p:cNvPicPr>
            <p:nvPr/>
          </p:nvPicPr>
          <p:blipFill>
            <a:blip r:embed="rId6">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0992" name="Group 32">
            <a:extLst>
              <a:ext uri="{FF2B5EF4-FFF2-40B4-BE49-F238E27FC236}">
                <a16:creationId xmlns:a16="http://schemas.microsoft.com/office/drawing/2014/main" id="{0CFCEED6-ED05-3269-40B9-51A583C82CE3}"/>
              </a:ext>
            </a:extLst>
          </p:cNvPr>
          <p:cNvGrpSpPr>
            <a:grpSpLocks/>
          </p:cNvGrpSpPr>
          <p:nvPr/>
        </p:nvGrpSpPr>
        <p:grpSpPr bwMode="auto">
          <a:xfrm>
            <a:off x="8120064" y="4014788"/>
            <a:ext cx="1311275" cy="2832100"/>
            <a:chOff x="4155" y="2529"/>
            <a:chExt cx="826" cy="1784"/>
          </a:xfrm>
        </p:grpSpPr>
        <p:sp useBgFill="1">
          <p:nvSpPr>
            <p:cNvPr id="40993" name="Freeform 33">
              <a:extLst>
                <a:ext uri="{FF2B5EF4-FFF2-40B4-BE49-F238E27FC236}">
                  <a16:creationId xmlns:a16="http://schemas.microsoft.com/office/drawing/2014/main" id="{2494188F-C4EC-4A55-607B-5ED7814C045C}"/>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0994" name="Rectangle 34">
              <a:extLst>
                <a:ext uri="{FF2B5EF4-FFF2-40B4-BE49-F238E27FC236}">
                  <a16:creationId xmlns:a16="http://schemas.microsoft.com/office/drawing/2014/main" id="{7306BBFA-52F6-8129-6F1E-7A4436A1490B}"/>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grpSp>
        <p:nvGrpSpPr>
          <p:cNvPr id="40995" name="Group 35">
            <a:extLst>
              <a:ext uri="{FF2B5EF4-FFF2-40B4-BE49-F238E27FC236}">
                <a16:creationId xmlns:a16="http://schemas.microsoft.com/office/drawing/2014/main" id="{F4115B21-BF9C-0A88-57F3-D6EB3250E443}"/>
              </a:ext>
            </a:extLst>
          </p:cNvPr>
          <p:cNvGrpSpPr>
            <a:grpSpLocks/>
          </p:cNvGrpSpPr>
          <p:nvPr/>
        </p:nvGrpSpPr>
        <p:grpSpPr bwMode="auto">
          <a:xfrm>
            <a:off x="5237164" y="5465763"/>
            <a:ext cx="625475" cy="558800"/>
            <a:chOff x="2339" y="3443"/>
            <a:chExt cx="394" cy="352"/>
          </a:xfrm>
        </p:grpSpPr>
        <p:pic>
          <p:nvPicPr>
            <p:cNvPr id="40996" name="Picture 36">
              <a:extLst>
                <a:ext uri="{FF2B5EF4-FFF2-40B4-BE49-F238E27FC236}">
                  <a16:creationId xmlns:a16="http://schemas.microsoft.com/office/drawing/2014/main" id="{24F5D1CF-A99C-8AC4-0FF6-133F141EEAE3}"/>
                </a:ext>
              </a:extLst>
            </p:cNvPr>
            <p:cNvPicPr>
              <a:picLocks noChangeArrowheads="1"/>
            </p:cNvPicPr>
            <p:nvPr/>
          </p:nvPicPr>
          <p:blipFill>
            <a:blip r:embed="rId7">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0997" name="Rectangle 37">
              <a:extLst>
                <a:ext uri="{FF2B5EF4-FFF2-40B4-BE49-F238E27FC236}">
                  <a16:creationId xmlns:a16="http://schemas.microsoft.com/office/drawing/2014/main" id="{B2E673B9-0A9F-C57A-AFEB-E81E0D1A1919}"/>
                </a:ext>
              </a:extLst>
            </p:cNvPr>
            <p:cNvSpPr>
              <a:spLocks noChangeArrowheads="1"/>
            </p:cNvSpPr>
            <p:nvPr/>
          </p:nvSpPr>
          <p:spPr bwMode="auto">
            <a:xfrm>
              <a:off x="2339" y="3443"/>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580625685</a:t>
              </a:r>
            </a:p>
          </p:txBody>
        </p:sp>
      </p:grpSp>
      <p:grpSp>
        <p:nvGrpSpPr>
          <p:cNvPr id="40998" name="Group 38">
            <a:extLst>
              <a:ext uri="{FF2B5EF4-FFF2-40B4-BE49-F238E27FC236}">
                <a16:creationId xmlns:a16="http://schemas.microsoft.com/office/drawing/2014/main" id="{452D15DD-C79D-EEB9-B05B-51D1B2D5276B}"/>
              </a:ext>
            </a:extLst>
          </p:cNvPr>
          <p:cNvGrpSpPr>
            <a:grpSpLocks/>
          </p:cNvGrpSpPr>
          <p:nvPr/>
        </p:nvGrpSpPr>
        <p:grpSpPr bwMode="auto">
          <a:xfrm>
            <a:off x="7072314" y="5454651"/>
            <a:ext cx="625475" cy="550863"/>
            <a:chOff x="3495" y="3436"/>
            <a:chExt cx="394" cy="347"/>
          </a:xfrm>
        </p:grpSpPr>
        <p:pic>
          <p:nvPicPr>
            <p:cNvPr id="40999" name="Picture 39">
              <a:extLst>
                <a:ext uri="{FF2B5EF4-FFF2-40B4-BE49-F238E27FC236}">
                  <a16:creationId xmlns:a16="http://schemas.microsoft.com/office/drawing/2014/main" id="{19A408D1-7F58-442A-838A-417536B81C26}"/>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1000" name="Rectangle 40">
              <a:extLst>
                <a:ext uri="{FF2B5EF4-FFF2-40B4-BE49-F238E27FC236}">
                  <a16:creationId xmlns:a16="http://schemas.microsoft.com/office/drawing/2014/main" id="{E9EEF4B5-F1F3-7523-7DFD-2ECB84CDD52D}"/>
                </a:ext>
              </a:extLst>
            </p:cNvPr>
            <p:cNvSpPr>
              <a:spLocks noChangeArrowheads="1"/>
            </p:cNvSpPr>
            <p:nvPr/>
          </p:nvSpPr>
          <p:spPr bwMode="auto">
            <a:xfrm>
              <a:off x="3495" y="3436"/>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701466868</a:t>
              </a:r>
            </a:p>
          </p:txBody>
        </p:sp>
      </p:grpSp>
      <p:sp>
        <p:nvSpPr>
          <p:cNvPr id="41001" name="Rectangle 41">
            <a:extLst>
              <a:ext uri="{FF2B5EF4-FFF2-40B4-BE49-F238E27FC236}">
                <a16:creationId xmlns:a16="http://schemas.microsoft.com/office/drawing/2014/main" id="{EF8431A3-5AFD-6FFD-AE03-BC26BB0B7B16}"/>
              </a:ext>
            </a:extLst>
          </p:cNvPr>
          <p:cNvSpPr>
            <a:spLocks noChangeArrowheads="1"/>
          </p:cNvSpPr>
          <p:nvPr/>
        </p:nvSpPr>
        <p:spPr bwMode="auto">
          <a:xfrm>
            <a:off x="7553326"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002" name="Oval 42">
            <a:extLst>
              <a:ext uri="{FF2B5EF4-FFF2-40B4-BE49-F238E27FC236}">
                <a16:creationId xmlns:a16="http://schemas.microsoft.com/office/drawing/2014/main" id="{F188CD00-123B-15F2-9524-650BADFE6CAB}"/>
              </a:ext>
            </a:extLst>
          </p:cNvPr>
          <p:cNvSpPr>
            <a:spLocks noChangeArrowheads="1"/>
          </p:cNvSpPr>
          <p:nvPr/>
        </p:nvSpPr>
        <p:spPr bwMode="auto">
          <a:xfrm>
            <a:off x="8388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1003" name="Rectangle 43">
            <a:extLst>
              <a:ext uri="{FF2B5EF4-FFF2-40B4-BE49-F238E27FC236}">
                <a16:creationId xmlns:a16="http://schemas.microsoft.com/office/drawing/2014/main" id="{573A4951-6D93-74AF-363E-E829123622EA}"/>
              </a:ext>
            </a:extLst>
          </p:cNvPr>
          <p:cNvSpPr>
            <a:spLocks noChangeArrowheads="1"/>
          </p:cNvSpPr>
          <p:nvPr/>
        </p:nvSpPr>
        <p:spPr bwMode="auto">
          <a:xfrm>
            <a:off x="7681914" y="1104901"/>
            <a:ext cx="227305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Number 701466868</a:t>
            </a:r>
          </a:p>
        </p:txBody>
      </p:sp>
      <p:sp>
        <p:nvSpPr>
          <p:cNvPr id="41004" name="AutoShape 44">
            <a:extLst>
              <a:ext uri="{FF2B5EF4-FFF2-40B4-BE49-F238E27FC236}">
                <a16:creationId xmlns:a16="http://schemas.microsoft.com/office/drawing/2014/main" id="{1C74A260-5C2E-A0B5-75B8-DF600A047A79}"/>
              </a:ext>
            </a:extLst>
          </p:cNvPr>
          <p:cNvSpPr>
            <a:spLocks noChangeArrowheads="1"/>
          </p:cNvSpPr>
          <p:nvPr/>
        </p:nvSpPr>
        <p:spPr bwMode="auto">
          <a:xfrm rot="10800000" flipH="1">
            <a:off x="8848726" y="3090863"/>
            <a:ext cx="1800225" cy="1076854"/>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0488" tIns="44450" rIns="90488" bIns="44450" anchor="ctr"/>
          <a:lstStyle/>
          <a:p>
            <a:pPr algn="ctr" eaLnBrk="0" hangingPunct="0"/>
            <a:r>
              <a:rPr lang="en-US" altLang="en-US" b="1"/>
              <a:t>My hash</a:t>
            </a:r>
          </a:p>
          <a:p>
            <a:pPr algn="ctr" eaLnBrk="0" hangingPunct="0"/>
            <a:r>
              <a:rPr lang="en-US" altLang="en-US" b="1"/>
              <a:t>value is [2].</a:t>
            </a:r>
          </a:p>
        </p:txBody>
      </p:sp>
      <p:sp>
        <p:nvSpPr>
          <p:cNvPr id="41005" name="AutoShape 45">
            <a:extLst>
              <a:ext uri="{FF2B5EF4-FFF2-40B4-BE49-F238E27FC236}">
                <a16:creationId xmlns:a16="http://schemas.microsoft.com/office/drawing/2014/main" id="{4D948CCE-F515-A2BA-A33F-2F833BEF5D5F}"/>
              </a:ext>
            </a:extLst>
          </p:cNvPr>
          <p:cNvSpPr>
            <a:spLocks noChangeArrowheads="1"/>
          </p:cNvSpPr>
          <p:nvPr/>
        </p:nvSpPr>
        <p:spPr bwMode="auto">
          <a:xfrm>
            <a:off x="4560888" y="4070351"/>
            <a:ext cx="1365250" cy="644261"/>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en-US" b="1"/>
              <a:t>Not me.</a:t>
            </a:r>
          </a:p>
        </p:txBody>
      </p:sp>
    </p:spTree>
  </p:cSld>
  <p:clrMapOvr>
    <a:masterClrMapping/>
  </p:clrMapOvr>
  <p:transition>
    <p:randomBar dir="vert"/>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Rectangle 3">
            <a:extLst>
              <a:ext uri="{FF2B5EF4-FFF2-40B4-BE49-F238E27FC236}">
                <a16:creationId xmlns:a16="http://schemas.microsoft.com/office/drawing/2014/main" id="{FDFC50C5-F7C2-691F-C9BB-69EEDE99E27C}"/>
              </a:ext>
            </a:extLst>
          </p:cNvPr>
          <p:cNvSpPr>
            <a:spLocks noGrp="1" noChangeArrowheads="1"/>
          </p:cNvSpPr>
          <p:nvPr>
            <p:ph type="body" sz="half" idx="1"/>
          </p:nvPr>
        </p:nvSpPr>
        <p:spPr>
          <a:xfrm>
            <a:off x="2209801" y="1774825"/>
            <a:ext cx="5102225"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Keep moving forward until you find the key, or you reach an empty spot.</a:t>
            </a:r>
          </a:p>
        </p:txBody>
      </p:sp>
      <p:sp useBgFill="1">
        <p:nvSpPr>
          <p:cNvPr id="43012" name="Freeform 4">
            <a:extLst>
              <a:ext uri="{FF2B5EF4-FFF2-40B4-BE49-F238E27FC236}">
                <a16:creationId xmlns:a16="http://schemas.microsoft.com/office/drawing/2014/main" id="{5699B6AA-17C7-1BDE-2D88-E9E7689127B3}"/>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3" name="Rectangle 5">
            <a:extLst>
              <a:ext uri="{FF2B5EF4-FFF2-40B4-BE49-F238E27FC236}">
                <a16:creationId xmlns:a16="http://schemas.microsoft.com/office/drawing/2014/main" id="{41E0AD24-D504-A610-F8F8-EB279CC83440}"/>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14" name="Line 6">
            <a:extLst>
              <a:ext uri="{FF2B5EF4-FFF2-40B4-BE49-F238E27FC236}">
                <a16:creationId xmlns:a16="http://schemas.microsoft.com/office/drawing/2014/main" id="{58A59E39-4FD3-46E7-DF55-A41C7B56D928}"/>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5" name="Line 7">
            <a:extLst>
              <a:ext uri="{FF2B5EF4-FFF2-40B4-BE49-F238E27FC236}">
                <a16:creationId xmlns:a16="http://schemas.microsoft.com/office/drawing/2014/main" id="{DD8AD342-ABA2-5A82-014A-781C7E01EC09}"/>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6" name="Line 8">
            <a:extLst>
              <a:ext uri="{FF2B5EF4-FFF2-40B4-BE49-F238E27FC236}">
                <a16:creationId xmlns:a16="http://schemas.microsoft.com/office/drawing/2014/main" id="{82955832-CF13-B78B-6F53-AA88838730F5}"/>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7" name="Line 9">
            <a:extLst>
              <a:ext uri="{FF2B5EF4-FFF2-40B4-BE49-F238E27FC236}">
                <a16:creationId xmlns:a16="http://schemas.microsoft.com/office/drawing/2014/main" id="{8261845A-8698-63DC-F32D-B374204D9563}"/>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8" name="Line 10">
            <a:extLst>
              <a:ext uri="{FF2B5EF4-FFF2-40B4-BE49-F238E27FC236}">
                <a16:creationId xmlns:a16="http://schemas.microsoft.com/office/drawing/2014/main" id="{95D182CC-EA8B-C402-59CC-DE5DDC97135E}"/>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19" name="Line 11">
            <a:extLst>
              <a:ext uri="{FF2B5EF4-FFF2-40B4-BE49-F238E27FC236}">
                <a16:creationId xmlns:a16="http://schemas.microsoft.com/office/drawing/2014/main" id="{3FB212B3-FDE2-D7FD-6A42-777383DEFF94}"/>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20" name="Rectangle 12">
            <a:extLst>
              <a:ext uri="{FF2B5EF4-FFF2-40B4-BE49-F238E27FC236}">
                <a16:creationId xmlns:a16="http://schemas.microsoft.com/office/drawing/2014/main" id="{89F2E43C-6616-1D1A-3BF0-D897D53FCA24}"/>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43021" name="Rectangle 13">
            <a:extLst>
              <a:ext uri="{FF2B5EF4-FFF2-40B4-BE49-F238E27FC236}">
                <a16:creationId xmlns:a16="http://schemas.microsoft.com/office/drawing/2014/main" id="{29A070E4-C38F-7E11-BAA6-D17E1858D5BE}"/>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43022" name="Rectangle 14">
            <a:extLst>
              <a:ext uri="{FF2B5EF4-FFF2-40B4-BE49-F238E27FC236}">
                <a16:creationId xmlns:a16="http://schemas.microsoft.com/office/drawing/2014/main" id="{ABF17BC7-A882-567C-3A89-1FBEC3AB6B4D}"/>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43023" name="Rectangle 15">
            <a:extLst>
              <a:ext uri="{FF2B5EF4-FFF2-40B4-BE49-F238E27FC236}">
                <a16:creationId xmlns:a16="http://schemas.microsoft.com/office/drawing/2014/main" id="{65F2FCB9-376F-FB92-4F8B-0C18FCFB4791}"/>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43024" name="Rectangle 16">
            <a:extLst>
              <a:ext uri="{FF2B5EF4-FFF2-40B4-BE49-F238E27FC236}">
                <a16:creationId xmlns:a16="http://schemas.microsoft.com/office/drawing/2014/main" id="{AC8FF381-F4DC-AA92-D628-1F3E7654E993}"/>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43025" name="Rectangle 17">
            <a:extLst>
              <a:ext uri="{FF2B5EF4-FFF2-40B4-BE49-F238E27FC236}">
                <a16:creationId xmlns:a16="http://schemas.microsoft.com/office/drawing/2014/main" id="{DCC2625C-8CAA-97A4-23D9-24C33A83DBA6}"/>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43026" name="Rectangle 18">
            <a:extLst>
              <a:ext uri="{FF2B5EF4-FFF2-40B4-BE49-F238E27FC236}">
                <a16:creationId xmlns:a16="http://schemas.microsoft.com/office/drawing/2014/main" id="{CFDA4A50-CBBF-0951-8B80-6A312589BA94}"/>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27" name="Rectangle 19">
            <a:extLst>
              <a:ext uri="{FF2B5EF4-FFF2-40B4-BE49-F238E27FC236}">
                <a16:creationId xmlns:a16="http://schemas.microsoft.com/office/drawing/2014/main" id="{B021DF16-B990-FC9A-1F42-1F89DACD73E2}"/>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43028" name="Group 20">
            <a:extLst>
              <a:ext uri="{FF2B5EF4-FFF2-40B4-BE49-F238E27FC236}">
                <a16:creationId xmlns:a16="http://schemas.microsoft.com/office/drawing/2014/main" id="{5C6EFCB7-1B3B-368D-9995-282D9D171E57}"/>
              </a:ext>
            </a:extLst>
          </p:cNvPr>
          <p:cNvGrpSpPr>
            <a:grpSpLocks/>
          </p:cNvGrpSpPr>
          <p:nvPr/>
        </p:nvGrpSpPr>
        <p:grpSpPr bwMode="auto">
          <a:xfrm>
            <a:off x="6122988" y="5475288"/>
            <a:ext cx="677862" cy="519112"/>
            <a:chOff x="2897" y="3449"/>
            <a:chExt cx="427" cy="327"/>
          </a:xfrm>
        </p:grpSpPr>
        <p:sp>
          <p:nvSpPr>
            <p:cNvPr id="43029" name="Rectangle 21">
              <a:extLst>
                <a:ext uri="{FF2B5EF4-FFF2-40B4-BE49-F238E27FC236}">
                  <a16:creationId xmlns:a16="http://schemas.microsoft.com/office/drawing/2014/main" id="{8E1AE0F1-1DBC-E754-1B86-A3F4BA97B6BC}"/>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43030" name="Picture 22">
              <a:extLst>
                <a:ext uri="{FF2B5EF4-FFF2-40B4-BE49-F238E27FC236}">
                  <a16:creationId xmlns:a16="http://schemas.microsoft.com/office/drawing/2014/main" id="{C48D50C7-9DA9-DCB4-C5CA-F851C65853BE}"/>
                </a:ext>
              </a:extLst>
            </p:cNvPr>
            <p:cNvPicPr>
              <a:picLocks noChangeArrowheads="1"/>
            </p:cNvPicPr>
            <p:nvPr/>
          </p:nvPicPr>
          <p:blipFill>
            <a:blip r:embed="rId3">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3031" name="Group 23">
            <a:extLst>
              <a:ext uri="{FF2B5EF4-FFF2-40B4-BE49-F238E27FC236}">
                <a16:creationId xmlns:a16="http://schemas.microsoft.com/office/drawing/2014/main" id="{A2F9B8EE-84F3-CCD3-B524-AF26C74DA916}"/>
              </a:ext>
            </a:extLst>
          </p:cNvPr>
          <p:cNvGrpSpPr>
            <a:grpSpLocks/>
          </p:cNvGrpSpPr>
          <p:nvPr/>
        </p:nvGrpSpPr>
        <p:grpSpPr bwMode="auto">
          <a:xfrm>
            <a:off x="4346576" y="5449888"/>
            <a:ext cx="677863" cy="569912"/>
            <a:chOff x="1778" y="3433"/>
            <a:chExt cx="427" cy="359"/>
          </a:xfrm>
        </p:grpSpPr>
        <p:sp>
          <p:nvSpPr>
            <p:cNvPr id="43032" name="Rectangle 24">
              <a:extLst>
                <a:ext uri="{FF2B5EF4-FFF2-40B4-BE49-F238E27FC236}">
                  <a16:creationId xmlns:a16="http://schemas.microsoft.com/office/drawing/2014/main" id="{5FD746DA-689E-333A-17C3-0AFBAF3561C5}"/>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43033" name="Picture 25">
              <a:extLst>
                <a:ext uri="{FF2B5EF4-FFF2-40B4-BE49-F238E27FC236}">
                  <a16:creationId xmlns:a16="http://schemas.microsoft.com/office/drawing/2014/main" id="{8CDE3656-A7C3-8BA4-9C85-1A7D2FA6470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3034" name="Group 26">
            <a:extLst>
              <a:ext uri="{FF2B5EF4-FFF2-40B4-BE49-F238E27FC236}">
                <a16:creationId xmlns:a16="http://schemas.microsoft.com/office/drawing/2014/main" id="{93B68CA1-8B57-2225-5EB5-BDAF29333BD5}"/>
              </a:ext>
            </a:extLst>
          </p:cNvPr>
          <p:cNvGrpSpPr>
            <a:grpSpLocks/>
          </p:cNvGrpSpPr>
          <p:nvPr/>
        </p:nvGrpSpPr>
        <p:grpSpPr bwMode="auto">
          <a:xfrm>
            <a:off x="3430589" y="5445125"/>
            <a:ext cx="625475" cy="577850"/>
            <a:chOff x="1201" y="3430"/>
            <a:chExt cx="394" cy="364"/>
          </a:xfrm>
        </p:grpSpPr>
        <p:sp>
          <p:nvSpPr>
            <p:cNvPr id="43035" name="Rectangle 27">
              <a:extLst>
                <a:ext uri="{FF2B5EF4-FFF2-40B4-BE49-F238E27FC236}">
                  <a16:creationId xmlns:a16="http://schemas.microsoft.com/office/drawing/2014/main" id="{DA6CD72B-7646-E6EB-D427-DB8E01A7B3F2}"/>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43036" name="Picture 28">
              <a:extLst>
                <a:ext uri="{FF2B5EF4-FFF2-40B4-BE49-F238E27FC236}">
                  <a16:creationId xmlns:a16="http://schemas.microsoft.com/office/drawing/2014/main" id="{7A1FD891-D16C-620B-D64B-2530008392B3}"/>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3037" name="Group 29">
            <a:extLst>
              <a:ext uri="{FF2B5EF4-FFF2-40B4-BE49-F238E27FC236}">
                <a16:creationId xmlns:a16="http://schemas.microsoft.com/office/drawing/2014/main" id="{10589C63-A8DA-FDE4-2E29-7AE5535D15AE}"/>
              </a:ext>
            </a:extLst>
          </p:cNvPr>
          <p:cNvGrpSpPr>
            <a:grpSpLocks/>
          </p:cNvGrpSpPr>
          <p:nvPr/>
        </p:nvGrpSpPr>
        <p:grpSpPr bwMode="auto">
          <a:xfrm>
            <a:off x="9288464" y="5480050"/>
            <a:ext cx="727075" cy="508000"/>
            <a:chOff x="4891" y="3452"/>
            <a:chExt cx="458" cy="320"/>
          </a:xfrm>
        </p:grpSpPr>
        <p:sp>
          <p:nvSpPr>
            <p:cNvPr id="43038" name="Rectangle 30">
              <a:extLst>
                <a:ext uri="{FF2B5EF4-FFF2-40B4-BE49-F238E27FC236}">
                  <a16:creationId xmlns:a16="http://schemas.microsoft.com/office/drawing/2014/main" id="{A93080D9-2B13-DBA7-5BDC-17734B70D823}"/>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43039" name="Picture 31">
              <a:extLst>
                <a:ext uri="{FF2B5EF4-FFF2-40B4-BE49-F238E27FC236}">
                  <a16:creationId xmlns:a16="http://schemas.microsoft.com/office/drawing/2014/main" id="{3C877640-D435-8CA0-08AF-DC2096B4579C}"/>
                </a:ext>
              </a:extLst>
            </p:cNvPr>
            <p:cNvPicPr>
              <a:picLocks noChangeArrowheads="1"/>
            </p:cNvPicPr>
            <p:nvPr/>
          </p:nvPicPr>
          <p:blipFill>
            <a:blip r:embed="rId6">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3040" name="Group 32">
            <a:extLst>
              <a:ext uri="{FF2B5EF4-FFF2-40B4-BE49-F238E27FC236}">
                <a16:creationId xmlns:a16="http://schemas.microsoft.com/office/drawing/2014/main" id="{5A087019-A45A-A7F8-0105-A6F8E3D9717B}"/>
              </a:ext>
            </a:extLst>
          </p:cNvPr>
          <p:cNvGrpSpPr>
            <a:grpSpLocks/>
          </p:cNvGrpSpPr>
          <p:nvPr/>
        </p:nvGrpSpPr>
        <p:grpSpPr bwMode="auto">
          <a:xfrm>
            <a:off x="8120064" y="4014788"/>
            <a:ext cx="1311275" cy="2832100"/>
            <a:chOff x="4155" y="2529"/>
            <a:chExt cx="826" cy="1784"/>
          </a:xfrm>
        </p:grpSpPr>
        <p:sp useBgFill="1">
          <p:nvSpPr>
            <p:cNvPr id="43041" name="Freeform 33">
              <a:extLst>
                <a:ext uri="{FF2B5EF4-FFF2-40B4-BE49-F238E27FC236}">
                  <a16:creationId xmlns:a16="http://schemas.microsoft.com/office/drawing/2014/main" id="{6A0A0C54-D1B7-CF0C-D9E0-A4B809EA3C8F}"/>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3042" name="Rectangle 34">
              <a:extLst>
                <a:ext uri="{FF2B5EF4-FFF2-40B4-BE49-F238E27FC236}">
                  <a16:creationId xmlns:a16="http://schemas.microsoft.com/office/drawing/2014/main" id="{7DD59467-9557-D342-6F7E-0CC32B223D77}"/>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grpSp>
        <p:nvGrpSpPr>
          <p:cNvPr id="43043" name="Group 35">
            <a:extLst>
              <a:ext uri="{FF2B5EF4-FFF2-40B4-BE49-F238E27FC236}">
                <a16:creationId xmlns:a16="http://schemas.microsoft.com/office/drawing/2014/main" id="{AC653A9F-F5DA-C954-E514-3557278CDCFB}"/>
              </a:ext>
            </a:extLst>
          </p:cNvPr>
          <p:cNvGrpSpPr>
            <a:grpSpLocks/>
          </p:cNvGrpSpPr>
          <p:nvPr/>
        </p:nvGrpSpPr>
        <p:grpSpPr bwMode="auto">
          <a:xfrm>
            <a:off x="5237164" y="5465763"/>
            <a:ext cx="625475" cy="558800"/>
            <a:chOff x="2339" y="3443"/>
            <a:chExt cx="394" cy="352"/>
          </a:xfrm>
        </p:grpSpPr>
        <p:pic>
          <p:nvPicPr>
            <p:cNvPr id="43044" name="Picture 36">
              <a:extLst>
                <a:ext uri="{FF2B5EF4-FFF2-40B4-BE49-F238E27FC236}">
                  <a16:creationId xmlns:a16="http://schemas.microsoft.com/office/drawing/2014/main" id="{F3A6BF78-1AC1-7939-B734-8F44B98F32C2}"/>
                </a:ext>
              </a:extLst>
            </p:cNvPr>
            <p:cNvPicPr>
              <a:picLocks noChangeArrowheads="1"/>
            </p:cNvPicPr>
            <p:nvPr/>
          </p:nvPicPr>
          <p:blipFill>
            <a:blip r:embed="rId7">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045" name="Rectangle 37">
              <a:extLst>
                <a:ext uri="{FF2B5EF4-FFF2-40B4-BE49-F238E27FC236}">
                  <a16:creationId xmlns:a16="http://schemas.microsoft.com/office/drawing/2014/main" id="{B9FA97BA-C993-422A-2770-D03F37D99C76}"/>
                </a:ext>
              </a:extLst>
            </p:cNvPr>
            <p:cNvSpPr>
              <a:spLocks noChangeArrowheads="1"/>
            </p:cNvSpPr>
            <p:nvPr/>
          </p:nvSpPr>
          <p:spPr bwMode="auto">
            <a:xfrm>
              <a:off x="2339" y="3443"/>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580625685</a:t>
              </a:r>
            </a:p>
          </p:txBody>
        </p:sp>
      </p:grpSp>
      <p:grpSp>
        <p:nvGrpSpPr>
          <p:cNvPr id="43046" name="Group 38">
            <a:extLst>
              <a:ext uri="{FF2B5EF4-FFF2-40B4-BE49-F238E27FC236}">
                <a16:creationId xmlns:a16="http://schemas.microsoft.com/office/drawing/2014/main" id="{A82392B5-6828-5148-896C-0C85097D6B13}"/>
              </a:ext>
            </a:extLst>
          </p:cNvPr>
          <p:cNvGrpSpPr>
            <a:grpSpLocks/>
          </p:cNvGrpSpPr>
          <p:nvPr/>
        </p:nvGrpSpPr>
        <p:grpSpPr bwMode="auto">
          <a:xfrm>
            <a:off x="7072314" y="5454651"/>
            <a:ext cx="625475" cy="550863"/>
            <a:chOff x="3495" y="3436"/>
            <a:chExt cx="394" cy="347"/>
          </a:xfrm>
        </p:grpSpPr>
        <p:pic>
          <p:nvPicPr>
            <p:cNvPr id="43047" name="Picture 39">
              <a:extLst>
                <a:ext uri="{FF2B5EF4-FFF2-40B4-BE49-F238E27FC236}">
                  <a16:creationId xmlns:a16="http://schemas.microsoft.com/office/drawing/2014/main" id="{DF57F0EE-78DB-2C3A-F4B6-93B43919855E}"/>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3048" name="Rectangle 40">
              <a:extLst>
                <a:ext uri="{FF2B5EF4-FFF2-40B4-BE49-F238E27FC236}">
                  <a16:creationId xmlns:a16="http://schemas.microsoft.com/office/drawing/2014/main" id="{71CD501B-3FD9-5035-3EDB-8E1DAECE6401}"/>
                </a:ext>
              </a:extLst>
            </p:cNvPr>
            <p:cNvSpPr>
              <a:spLocks noChangeArrowheads="1"/>
            </p:cNvSpPr>
            <p:nvPr/>
          </p:nvSpPr>
          <p:spPr bwMode="auto">
            <a:xfrm>
              <a:off x="3495" y="3436"/>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701466868</a:t>
              </a:r>
            </a:p>
          </p:txBody>
        </p:sp>
      </p:grpSp>
      <p:sp>
        <p:nvSpPr>
          <p:cNvPr id="43049" name="Rectangle 41">
            <a:extLst>
              <a:ext uri="{FF2B5EF4-FFF2-40B4-BE49-F238E27FC236}">
                <a16:creationId xmlns:a16="http://schemas.microsoft.com/office/drawing/2014/main" id="{8CFD3C0B-FD87-60A5-93F5-2F1345BFB370}"/>
              </a:ext>
            </a:extLst>
          </p:cNvPr>
          <p:cNvSpPr>
            <a:spLocks noChangeArrowheads="1"/>
          </p:cNvSpPr>
          <p:nvPr/>
        </p:nvSpPr>
        <p:spPr bwMode="auto">
          <a:xfrm>
            <a:off x="7553326"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50" name="Oval 42">
            <a:extLst>
              <a:ext uri="{FF2B5EF4-FFF2-40B4-BE49-F238E27FC236}">
                <a16:creationId xmlns:a16="http://schemas.microsoft.com/office/drawing/2014/main" id="{27ABD710-8AFF-6DDB-4A5C-E8E7DD18D8E7}"/>
              </a:ext>
            </a:extLst>
          </p:cNvPr>
          <p:cNvSpPr>
            <a:spLocks noChangeArrowheads="1"/>
          </p:cNvSpPr>
          <p:nvPr/>
        </p:nvSpPr>
        <p:spPr bwMode="auto">
          <a:xfrm>
            <a:off x="8388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3051" name="Rectangle 43">
            <a:extLst>
              <a:ext uri="{FF2B5EF4-FFF2-40B4-BE49-F238E27FC236}">
                <a16:creationId xmlns:a16="http://schemas.microsoft.com/office/drawing/2014/main" id="{1EFF7133-B167-9BEF-A15F-C98B88123802}"/>
              </a:ext>
            </a:extLst>
          </p:cNvPr>
          <p:cNvSpPr>
            <a:spLocks noChangeArrowheads="1"/>
          </p:cNvSpPr>
          <p:nvPr/>
        </p:nvSpPr>
        <p:spPr bwMode="auto">
          <a:xfrm>
            <a:off x="7681914" y="1104901"/>
            <a:ext cx="227305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Number 701466868</a:t>
            </a:r>
          </a:p>
        </p:txBody>
      </p:sp>
      <p:sp>
        <p:nvSpPr>
          <p:cNvPr id="43052" name="AutoShape 44">
            <a:extLst>
              <a:ext uri="{FF2B5EF4-FFF2-40B4-BE49-F238E27FC236}">
                <a16:creationId xmlns:a16="http://schemas.microsoft.com/office/drawing/2014/main" id="{AFA4417C-FF18-1401-2DB9-277BD7E9EB44}"/>
              </a:ext>
            </a:extLst>
          </p:cNvPr>
          <p:cNvSpPr>
            <a:spLocks noChangeArrowheads="1"/>
          </p:cNvSpPr>
          <p:nvPr/>
        </p:nvSpPr>
        <p:spPr bwMode="auto">
          <a:xfrm rot="10800000" flipH="1">
            <a:off x="8848726" y="3090863"/>
            <a:ext cx="1800225" cy="1076854"/>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0488" tIns="44450" rIns="90488" bIns="44450" anchor="ctr"/>
          <a:lstStyle/>
          <a:p>
            <a:pPr algn="ctr" eaLnBrk="0" hangingPunct="0"/>
            <a:r>
              <a:rPr lang="en-US" altLang="en-US" b="1"/>
              <a:t>My hash</a:t>
            </a:r>
          </a:p>
          <a:p>
            <a:pPr algn="ctr" eaLnBrk="0" hangingPunct="0"/>
            <a:r>
              <a:rPr lang="en-US" altLang="en-US" b="1"/>
              <a:t>value is [2].</a:t>
            </a:r>
          </a:p>
        </p:txBody>
      </p:sp>
      <p:sp>
        <p:nvSpPr>
          <p:cNvPr id="43053" name="AutoShape 45">
            <a:extLst>
              <a:ext uri="{FF2B5EF4-FFF2-40B4-BE49-F238E27FC236}">
                <a16:creationId xmlns:a16="http://schemas.microsoft.com/office/drawing/2014/main" id="{A42C2F12-239E-AA73-2492-6F0DF9D19D46}"/>
              </a:ext>
            </a:extLst>
          </p:cNvPr>
          <p:cNvSpPr>
            <a:spLocks noChangeArrowheads="1"/>
          </p:cNvSpPr>
          <p:nvPr/>
        </p:nvSpPr>
        <p:spPr bwMode="auto">
          <a:xfrm>
            <a:off x="5434013" y="4070351"/>
            <a:ext cx="1365250" cy="644261"/>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en-US" b="1"/>
              <a:t>Not me.</a:t>
            </a:r>
          </a:p>
        </p:txBody>
      </p:sp>
    </p:spTree>
  </p:cSld>
  <p:clrMapOvr>
    <a:masterClrMapping/>
  </p:clrMapOvr>
  <p:transition>
    <p:checke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9" name="Rectangle 3">
            <a:extLst>
              <a:ext uri="{FF2B5EF4-FFF2-40B4-BE49-F238E27FC236}">
                <a16:creationId xmlns:a16="http://schemas.microsoft.com/office/drawing/2014/main" id="{9250653B-1D2A-9D71-1558-6E92007F22F2}"/>
              </a:ext>
            </a:extLst>
          </p:cNvPr>
          <p:cNvSpPr>
            <a:spLocks noGrp="1" noChangeArrowheads="1"/>
          </p:cNvSpPr>
          <p:nvPr>
            <p:ph type="body" sz="half" idx="1"/>
          </p:nvPr>
        </p:nvSpPr>
        <p:spPr>
          <a:xfrm>
            <a:off x="2209801" y="1774825"/>
            <a:ext cx="5102225"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Keep moving forward until you find the key, or you reach an empty spot.</a:t>
            </a:r>
          </a:p>
        </p:txBody>
      </p:sp>
      <p:sp useBgFill="1">
        <p:nvSpPr>
          <p:cNvPr id="45060" name="Freeform 4">
            <a:extLst>
              <a:ext uri="{FF2B5EF4-FFF2-40B4-BE49-F238E27FC236}">
                <a16:creationId xmlns:a16="http://schemas.microsoft.com/office/drawing/2014/main" id="{3555EA69-5C4E-1C56-F0C4-C61952641D44}"/>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1" name="Rectangle 5">
            <a:extLst>
              <a:ext uri="{FF2B5EF4-FFF2-40B4-BE49-F238E27FC236}">
                <a16:creationId xmlns:a16="http://schemas.microsoft.com/office/drawing/2014/main" id="{2131984E-1A6A-A9C8-E2A5-46CE2DE4B187}"/>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62" name="Line 6">
            <a:extLst>
              <a:ext uri="{FF2B5EF4-FFF2-40B4-BE49-F238E27FC236}">
                <a16:creationId xmlns:a16="http://schemas.microsoft.com/office/drawing/2014/main" id="{A2D437DA-1B63-6032-DFA3-A3D6E6F34FB3}"/>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3" name="Line 7">
            <a:extLst>
              <a:ext uri="{FF2B5EF4-FFF2-40B4-BE49-F238E27FC236}">
                <a16:creationId xmlns:a16="http://schemas.microsoft.com/office/drawing/2014/main" id="{44FAD40F-A776-FE54-D258-6AC0A293E164}"/>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4" name="Line 8">
            <a:extLst>
              <a:ext uri="{FF2B5EF4-FFF2-40B4-BE49-F238E27FC236}">
                <a16:creationId xmlns:a16="http://schemas.microsoft.com/office/drawing/2014/main" id="{2FA41B05-9E83-C909-C7F2-A85D9E4CF73A}"/>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5" name="Line 9">
            <a:extLst>
              <a:ext uri="{FF2B5EF4-FFF2-40B4-BE49-F238E27FC236}">
                <a16:creationId xmlns:a16="http://schemas.microsoft.com/office/drawing/2014/main" id="{D95423A2-BE10-77D8-A3BC-3CEF413A6F63}"/>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6" name="Line 10">
            <a:extLst>
              <a:ext uri="{FF2B5EF4-FFF2-40B4-BE49-F238E27FC236}">
                <a16:creationId xmlns:a16="http://schemas.microsoft.com/office/drawing/2014/main" id="{4101DA71-863F-48B8-0FA2-5EA1ADF8D0AF}"/>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7" name="Line 11">
            <a:extLst>
              <a:ext uri="{FF2B5EF4-FFF2-40B4-BE49-F238E27FC236}">
                <a16:creationId xmlns:a16="http://schemas.microsoft.com/office/drawing/2014/main" id="{C1509066-83F4-AC6F-8F2C-B2D4D838F95B}"/>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68" name="Rectangle 12">
            <a:extLst>
              <a:ext uri="{FF2B5EF4-FFF2-40B4-BE49-F238E27FC236}">
                <a16:creationId xmlns:a16="http://schemas.microsoft.com/office/drawing/2014/main" id="{66763512-B4DD-0CE0-FB7E-F8EF9F2717BB}"/>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45069" name="Rectangle 13">
            <a:extLst>
              <a:ext uri="{FF2B5EF4-FFF2-40B4-BE49-F238E27FC236}">
                <a16:creationId xmlns:a16="http://schemas.microsoft.com/office/drawing/2014/main" id="{14697B73-77EA-6C43-C0B7-5BC3AF694F10}"/>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45070" name="Rectangle 14">
            <a:extLst>
              <a:ext uri="{FF2B5EF4-FFF2-40B4-BE49-F238E27FC236}">
                <a16:creationId xmlns:a16="http://schemas.microsoft.com/office/drawing/2014/main" id="{B576777C-B852-B94C-F2AE-60D693087042}"/>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45071" name="Rectangle 15">
            <a:extLst>
              <a:ext uri="{FF2B5EF4-FFF2-40B4-BE49-F238E27FC236}">
                <a16:creationId xmlns:a16="http://schemas.microsoft.com/office/drawing/2014/main" id="{CECC7ABE-9EE7-BC71-EC69-85C2F8BB212A}"/>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45072" name="Rectangle 16">
            <a:extLst>
              <a:ext uri="{FF2B5EF4-FFF2-40B4-BE49-F238E27FC236}">
                <a16:creationId xmlns:a16="http://schemas.microsoft.com/office/drawing/2014/main" id="{3BC7F3E8-63CB-E379-1E5C-DC26070BA9A7}"/>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45073" name="Rectangle 17">
            <a:extLst>
              <a:ext uri="{FF2B5EF4-FFF2-40B4-BE49-F238E27FC236}">
                <a16:creationId xmlns:a16="http://schemas.microsoft.com/office/drawing/2014/main" id="{F1A6E97A-9EFE-FC80-E583-FE21F47371BC}"/>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45074" name="Rectangle 18">
            <a:extLst>
              <a:ext uri="{FF2B5EF4-FFF2-40B4-BE49-F238E27FC236}">
                <a16:creationId xmlns:a16="http://schemas.microsoft.com/office/drawing/2014/main" id="{185B3630-9AFF-BFE7-C00D-A4AF26D64E9D}"/>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75" name="Rectangle 19">
            <a:extLst>
              <a:ext uri="{FF2B5EF4-FFF2-40B4-BE49-F238E27FC236}">
                <a16:creationId xmlns:a16="http://schemas.microsoft.com/office/drawing/2014/main" id="{A7B9973A-F06E-C43C-2F2E-F547265D872F}"/>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45076" name="Group 20">
            <a:extLst>
              <a:ext uri="{FF2B5EF4-FFF2-40B4-BE49-F238E27FC236}">
                <a16:creationId xmlns:a16="http://schemas.microsoft.com/office/drawing/2014/main" id="{0C6D3A8E-E32C-E1ED-8BE3-141AB640F84A}"/>
              </a:ext>
            </a:extLst>
          </p:cNvPr>
          <p:cNvGrpSpPr>
            <a:grpSpLocks/>
          </p:cNvGrpSpPr>
          <p:nvPr/>
        </p:nvGrpSpPr>
        <p:grpSpPr bwMode="auto">
          <a:xfrm>
            <a:off x="6122988" y="5475288"/>
            <a:ext cx="677862" cy="519112"/>
            <a:chOff x="2897" y="3449"/>
            <a:chExt cx="427" cy="327"/>
          </a:xfrm>
        </p:grpSpPr>
        <p:sp>
          <p:nvSpPr>
            <p:cNvPr id="45077" name="Rectangle 21">
              <a:extLst>
                <a:ext uri="{FF2B5EF4-FFF2-40B4-BE49-F238E27FC236}">
                  <a16:creationId xmlns:a16="http://schemas.microsoft.com/office/drawing/2014/main" id="{39C8BD47-9905-F2EE-0688-E397A92CB335}"/>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45078" name="Picture 22">
              <a:extLst>
                <a:ext uri="{FF2B5EF4-FFF2-40B4-BE49-F238E27FC236}">
                  <a16:creationId xmlns:a16="http://schemas.microsoft.com/office/drawing/2014/main" id="{19E7F799-8DE5-8E6C-E5C4-F46D86B8E0BD}"/>
                </a:ext>
              </a:extLst>
            </p:cNvPr>
            <p:cNvPicPr>
              <a:picLocks noChangeArrowheads="1"/>
            </p:cNvPicPr>
            <p:nvPr/>
          </p:nvPicPr>
          <p:blipFill>
            <a:blip r:embed="rId3">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5079" name="Group 23">
            <a:extLst>
              <a:ext uri="{FF2B5EF4-FFF2-40B4-BE49-F238E27FC236}">
                <a16:creationId xmlns:a16="http://schemas.microsoft.com/office/drawing/2014/main" id="{633A7B2D-D81A-CD86-6377-FECD0D644EFF}"/>
              </a:ext>
            </a:extLst>
          </p:cNvPr>
          <p:cNvGrpSpPr>
            <a:grpSpLocks/>
          </p:cNvGrpSpPr>
          <p:nvPr/>
        </p:nvGrpSpPr>
        <p:grpSpPr bwMode="auto">
          <a:xfrm>
            <a:off x="4346576" y="5449888"/>
            <a:ext cx="677863" cy="569912"/>
            <a:chOff x="1778" y="3433"/>
            <a:chExt cx="427" cy="359"/>
          </a:xfrm>
        </p:grpSpPr>
        <p:sp>
          <p:nvSpPr>
            <p:cNvPr id="45080" name="Rectangle 24">
              <a:extLst>
                <a:ext uri="{FF2B5EF4-FFF2-40B4-BE49-F238E27FC236}">
                  <a16:creationId xmlns:a16="http://schemas.microsoft.com/office/drawing/2014/main" id="{143CF5BA-0EE6-EE72-1AAE-0C59377F4317}"/>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45081" name="Picture 25">
              <a:extLst>
                <a:ext uri="{FF2B5EF4-FFF2-40B4-BE49-F238E27FC236}">
                  <a16:creationId xmlns:a16="http://schemas.microsoft.com/office/drawing/2014/main" id="{85089963-5683-08C7-E3BC-14B015F683A2}"/>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5082" name="Group 26">
            <a:extLst>
              <a:ext uri="{FF2B5EF4-FFF2-40B4-BE49-F238E27FC236}">
                <a16:creationId xmlns:a16="http://schemas.microsoft.com/office/drawing/2014/main" id="{4E14C233-25E2-B93D-BF0B-D0942BFB9F75}"/>
              </a:ext>
            </a:extLst>
          </p:cNvPr>
          <p:cNvGrpSpPr>
            <a:grpSpLocks/>
          </p:cNvGrpSpPr>
          <p:nvPr/>
        </p:nvGrpSpPr>
        <p:grpSpPr bwMode="auto">
          <a:xfrm>
            <a:off x="3430589" y="5445125"/>
            <a:ext cx="625475" cy="577850"/>
            <a:chOff x="1201" y="3430"/>
            <a:chExt cx="394" cy="364"/>
          </a:xfrm>
        </p:grpSpPr>
        <p:sp>
          <p:nvSpPr>
            <p:cNvPr id="45083" name="Rectangle 27">
              <a:extLst>
                <a:ext uri="{FF2B5EF4-FFF2-40B4-BE49-F238E27FC236}">
                  <a16:creationId xmlns:a16="http://schemas.microsoft.com/office/drawing/2014/main" id="{17E7B490-D753-819A-0354-D0867BB30B86}"/>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45084" name="Picture 28">
              <a:extLst>
                <a:ext uri="{FF2B5EF4-FFF2-40B4-BE49-F238E27FC236}">
                  <a16:creationId xmlns:a16="http://schemas.microsoft.com/office/drawing/2014/main" id="{01EC2B20-66CC-2188-9901-D22DA16CE6D4}"/>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5085" name="Group 29">
            <a:extLst>
              <a:ext uri="{FF2B5EF4-FFF2-40B4-BE49-F238E27FC236}">
                <a16:creationId xmlns:a16="http://schemas.microsoft.com/office/drawing/2014/main" id="{FC117838-01D1-70D4-A201-6BDEA5ACBC9D}"/>
              </a:ext>
            </a:extLst>
          </p:cNvPr>
          <p:cNvGrpSpPr>
            <a:grpSpLocks/>
          </p:cNvGrpSpPr>
          <p:nvPr/>
        </p:nvGrpSpPr>
        <p:grpSpPr bwMode="auto">
          <a:xfrm>
            <a:off x="9288464" y="5480050"/>
            <a:ext cx="727075" cy="508000"/>
            <a:chOff x="4891" y="3452"/>
            <a:chExt cx="458" cy="320"/>
          </a:xfrm>
        </p:grpSpPr>
        <p:sp>
          <p:nvSpPr>
            <p:cNvPr id="45086" name="Rectangle 30">
              <a:extLst>
                <a:ext uri="{FF2B5EF4-FFF2-40B4-BE49-F238E27FC236}">
                  <a16:creationId xmlns:a16="http://schemas.microsoft.com/office/drawing/2014/main" id="{5912CD48-40FC-963B-7EDE-B835927A37CD}"/>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45087" name="Picture 31">
              <a:extLst>
                <a:ext uri="{FF2B5EF4-FFF2-40B4-BE49-F238E27FC236}">
                  <a16:creationId xmlns:a16="http://schemas.microsoft.com/office/drawing/2014/main" id="{339B8E1E-6838-9D63-D829-2775E8B50F28}"/>
                </a:ext>
              </a:extLst>
            </p:cNvPr>
            <p:cNvPicPr>
              <a:picLocks noChangeArrowheads="1"/>
            </p:cNvPicPr>
            <p:nvPr/>
          </p:nvPicPr>
          <p:blipFill>
            <a:blip r:embed="rId6">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5088" name="Group 32">
            <a:extLst>
              <a:ext uri="{FF2B5EF4-FFF2-40B4-BE49-F238E27FC236}">
                <a16:creationId xmlns:a16="http://schemas.microsoft.com/office/drawing/2014/main" id="{5767D1E9-3D32-3D2E-23B0-97CC30533CC9}"/>
              </a:ext>
            </a:extLst>
          </p:cNvPr>
          <p:cNvGrpSpPr>
            <a:grpSpLocks/>
          </p:cNvGrpSpPr>
          <p:nvPr/>
        </p:nvGrpSpPr>
        <p:grpSpPr bwMode="auto">
          <a:xfrm>
            <a:off x="8120064" y="4014788"/>
            <a:ext cx="1311275" cy="2832100"/>
            <a:chOff x="4155" y="2529"/>
            <a:chExt cx="826" cy="1784"/>
          </a:xfrm>
        </p:grpSpPr>
        <p:sp useBgFill="1">
          <p:nvSpPr>
            <p:cNvPr id="45089" name="Freeform 33">
              <a:extLst>
                <a:ext uri="{FF2B5EF4-FFF2-40B4-BE49-F238E27FC236}">
                  <a16:creationId xmlns:a16="http://schemas.microsoft.com/office/drawing/2014/main" id="{D0D34501-36DC-D196-DBFF-F3E3FB3041AD}"/>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5090" name="Rectangle 34">
              <a:extLst>
                <a:ext uri="{FF2B5EF4-FFF2-40B4-BE49-F238E27FC236}">
                  <a16:creationId xmlns:a16="http://schemas.microsoft.com/office/drawing/2014/main" id="{12FD481E-3D3D-52E9-28E3-8DA07080E1A4}"/>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grpSp>
        <p:nvGrpSpPr>
          <p:cNvPr id="45091" name="Group 35">
            <a:extLst>
              <a:ext uri="{FF2B5EF4-FFF2-40B4-BE49-F238E27FC236}">
                <a16:creationId xmlns:a16="http://schemas.microsoft.com/office/drawing/2014/main" id="{6FB7FE77-374B-669D-471D-67894F6363FF}"/>
              </a:ext>
            </a:extLst>
          </p:cNvPr>
          <p:cNvGrpSpPr>
            <a:grpSpLocks/>
          </p:cNvGrpSpPr>
          <p:nvPr/>
        </p:nvGrpSpPr>
        <p:grpSpPr bwMode="auto">
          <a:xfrm>
            <a:off x="5237164" y="5465763"/>
            <a:ext cx="625475" cy="558800"/>
            <a:chOff x="2339" y="3443"/>
            <a:chExt cx="394" cy="352"/>
          </a:xfrm>
        </p:grpSpPr>
        <p:pic>
          <p:nvPicPr>
            <p:cNvPr id="45092" name="Picture 36">
              <a:extLst>
                <a:ext uri="{FF2B5EF4-FFF2-40B4-BE49-F238E27FC236}">
                  <a16:creationId xmlns:a16="http://schemas.microsoft.com/office/drawing/2014/main" id="{34E40759-E361-4B02-3870-79CD3AC9C6DB}"/>
                </a:ext>
              </a:extLst>
            </p:cNvPr>
            <p:cNvPicPr>
              <a:picLocks noChangeArrowheads="1"/>
            </p:cNvPicPr>
            <p:nvPr/>
          </p:nvPicPr>
          <p:blipFill>
            <a:blip r:embed="rId7">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093" name="Rectangle 37">
              <a:extLst>
                <a:ext uri="{FF2B5EF4-FFF2-40B4-BE49-F238E27FC236}">
                  <a16:creationId xmlns:a16="http://schemas.microsoft.com/office/drawing/2014/main" id="{633C1B71-DF48-2A85-4350-42776FD90F7B}"/>
                </a:ext>
              </a:extLst>
            </p:cNvPr>
            <p:cNvSpPr>
              <a:spLocks noChangeArrowheads="1"/>
            </p:cNvSpPr>
            <p:nvPr/>
          </p:nvSpPr>
          <p:spPr bwMode="auto">
            <a:xfrm>
              <a:off x="2339" y="3443"/>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580625685</a:t>
              </a:r>
            </a:p>
          </p:txBody>
        </p:sp>
      </p:grpSp>
      <p:grpSp>
        <p:nvGrpSpPr>
          <p:cNvPr id="45094" name="Group 38">
            <a:extLst>
              <a:ext uri="{FF2B5EF4-FFF2-40B4-BE49-F238E27FC236}">
                <a16:creationId xmlns:a16="http://schemas.microsoft.com/office/drawing/2014/main" id="{3A4D8226-F3D7-23BB-9AD5-A24C610C9D0A}"/>
              </a:ext>
            </a:extLst>
          </p:cNvPr>
          <p:cNvGrpSpPr>
            <a:grpSpLocks/>
          </p:cNvGrpSpPr>
          <p:nvPr/>
        </p:nvGrpSpPr>
        <p:grpSpPr bwMode="auto">
          <a:xfrm>
            <a:off x="7072314" y="5454651"/>
            <a:ext cx="625475" cy="550863"/>
            <a:chOff x="3495" y="3436"/>
            <a:chExt cx="394" cy="347"/>
          </a:xfrm>
        </p:grpSpPr>
        <p:pic>
          <p:nvPicPr>
            <p:cNvPr id="45095" name="Picture 39">
              <a:extLst>
                <a:ext uri="{FF2B5EF4-FFF2-40B4-BE49-F238E27FC236}">
                  <a16:creationId xmlns:a16="http://schemas.microsoft.com/office/drawing/2014/main" id="{921D20DD-B985-2F0C-06D6-BB72A77708B4}"/>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5096" name="Rectangle 40">
              <a:extLst>
                <a:ext uri="{FF2B5EF4-FFF2-40B4-BE49-F238E27FC236}">
                  <a16:creationId xmlns:a16="http://schemas.microsoft.com/office/drawing/2014/main" id="{382DC1C7-2A4B-F6C7-A84A-C6A80CB858FF}"/>
                </a:ext>
              </a:extLst>
            </p:cNvPr>
            <p:cNvSpPr>
              <a:spLocks noChangeArrowheads="1"/>
            </p:cNvSpPr>
            <p:nvPr/>
          </p:nvSpPr>
          <p:spPr bwMode="auto">
            <a:xfrm>
              <a:off x="3495" y="3436"/>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701466868</a:t>
              </a:r>
            </a:p>
          </p:txBody>
        </p:sp>
      </p:grpSp>
      <p:sp>
        <p:nvSpPr>
          <p:cNvPr id="45097" name="Rectangle 41">
            <a:extLst>
              <a:ext uri="{FF2B5EF4-FFF2-40B4-BE49-F238E27FC236}">
                <a16:creationId xmlns:a16="http://schemas.microsoft.com/office/drawing/2014/main" id="{468CB954-0202-714A-B378-AE99E114F816}"/>
              </a:ext>
            </a:extLst>
          </p:cNvPr>
          <p:cNvSpPr>
            <a:spLocks noChangeArrowheads="1"/>
          </p:cNvSpPr>
          <p:nvPr/>
        </p:nvSpPr>
        <p:spPr bwMode="auto">
          <a:xfrm>
            <a:off x="7553326"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98" name="Oval 42">
            <a:extLst>
              <a:ext uri="{FF2B5EF4-FFF2-40B4-BE49-F238E27FC236}">
                <a16:creationId xmlns:a16="http://schemas.microsoft.com/office/drawing/2014/main" id="{8AF79E09-3C70-38C0-7CCD-84FD2B1E7CDD}"/>
              </a:ext>
            </a:extLst>
          </p:cNvPr>
          <p:cNvSpPr>
            <a:spLocks noChangeArrowheads="1"/>
          </p:cNvSpPr>
          <p:nvPr/>
        </p:nvSpPr>
        <p:spPr bwMode="auto">
          <a:xfrm>
            <a:off x="8388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5099" name="Rectangle 43">
            <a:extLst>
              <a:ext uri="{FF2B5EF4-FFF2-40B4-BE49-F238E27FC236}">
                <a16:creationId xmlns:a16="http://schemas.microsoft.com/office/drawing/2014/main" id="{64740E63-E1C3-6C4F-6DBE-EA594F16BE9F}"/>
              </a:ext>
            </a:extLst>
          </p:cNvPr>
          <p:cNvSpPr>
            <a:spLocks noChangeArrowheads="1"/>
          </p:cNvSpPr>
          <p:nvPr/>
        </p:nvSpPr>
        <p:spPr bwMode="auto">
          <a:xfrm>
            <a:off x="7681914" y="1104901"/>
            <a:ext cx="227305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Number 701466868</a:t>
            </a:r>
          </a:p>
        </p:txBody>
      </p:sp>
      <p:sp>
        <p:nvSpPr>
          <p:cNvPr id="45100" name="AutoShape 44">
            <a:extLst>
              <a:ext uri="{FF2B5EF4-FFF2-40B4-BE49-F238E27FC236}">
                <a16:creationId xmlns:a16="http://schemas.microsoft.com/office/drawing/2014/main" id="{83AD3145-567C-06C6-8814-724C60C6E477}"/>
              </a:ext>
            </a:extLst>
          </p:cNvPr>
          <p:cNvSpPr>
            <a:spLocks noChangeArrowheads="1"/>
          </p:cNvSpPr>
          <p:nvPr/>
        </p:nvSpPr>
        <p:spPr bwMode="auto">
          <a:xfrm rot="10800000" flipH="1">
            <a:off x="8848726" y="3090863"/>
            <a:ext cx="1800225" cy="1076854"/>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0488" tIns="44450" rIns="90488" bIns="44450" anchor="ctr"/>
          <a:lstStyle/>
          <a:p>
            <a:pPr algn="ctr" eaLnBrk="0" hangingPunct="0"/>
            <a:r>
              <a:rPr lang="en-US" altLang="en-US" b="1"/>
              <a:t>My hash</a:t>
            </a:r>
          </a:p>
          <a:p>
            <a:pPr algn="ctr" eaLnBrk="0" hangingPunct="0"/>
            <a:r>
              <a:rPr lang="en-US" altLang="en-US" b="1"/>
              <a:t>value is [2].</a:t>
            </a:r>
          </a:p>
        </p:txBody>
      </p:sp>
      <p:sp>
        <p:nvSpPr>
          <p:cNvPr id="45101" name="AutoShape 45">
            <a:extLst>
              <a:ext uri="{FF2B5EF4-FFF2-40B4-BE49-F238E27FC236}">
                <a16:creationId xmlns:a16="http://schemas.microsoft.com/office/drawing/2014/main" id="{278788F3-E69D-46A2-4FD7-1E7F525F7F52}"/>
              </a:ext>
            </a:extLst>
          </p:cNvPr>
          <p:cNvSpPr>
            <a:spLocks noChangeArrowheads="1"/>
          </p:cNvSpPr>
          <p:nvPr/>
        </p:nvSpPr>
        <p:spPr bwMode="auto">
          <a:xfrm>
            <a:off x="6289675" y="4070351"/>
            <a:ext cx="1365250" cy="644261"/>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en-US" b="1"/>
              <a:t>Not me.</a:t>
            </a:r>
          </a:p>
        </p:txBody>
      </p:sp>
    </p:spTree>
  </p:cSld>
  <p:clrMapOvr>
    <a:masterClrMapping/>
  </p:clrMapOvr>
  <p:transition>
    <p:checke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7" name="Rectangle 3">
            <a:extLst>
              <a:ext uri="{FF2B5EF4-FFF2-40B4-BE49-F238E27FC236}">
                <a16:creationId xmlns:a16="http://schemas.microsoft.com/office/drawing/2014/main" id="{86809D3C-8935-43D8-64F1-F7286F907B44}"/>
              </a:ext>
            </a:extLst>
          </p:cNvPr>
          <p:cNvSpPr>
            <a:spLocks noGrp="1" noChangeArrowheads="1"/>
          </p:cNvSpPr>
          <p:nvPr>
            <p:ph type="body" sz="half" idx="1"/>
          </p:nvPr>
        </p:nvSpPr>
        <p:spPr>
          <a:xfrm>
            <a:off x="2209801" y="1774825"/>
            <a:ext cx="5102225"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Keep moving forward until you find the key, or you reach an empty spot.</a:t>
            </a:r>
          </a:p>
        </p:txBody>
      </p:sp>
      <p:sp useBgFill="1">
        <p:nvSpPr>
          <p:cNvPr id="47108" name="Freeform 4">
            <a:extLst>
              <a:ext uri="{FF2B5EF4-FFF2-40B4-BE49-F238E27FC236}">
                <a16:creationId xmlns:a16="http://schemas.microsoft.com/office/drawing/2014/main" id="{BC860173-912C-0AA2-2666-7CEA06EE84D8}"/>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09" name="Rectangle 5">
            <a:extLst>
              <a:ext uri="{FF2B5EF4-FFF2-40B4-BE49-F238E27FC236}">
                <a16:creationId xmlns:a16="http://schemas.microsoft.com/office/drawing/2014/main" id="{1004962B-4EBB-AD94-F6A2-E8B9B1D1A19E}"/>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10" name="Line 6">
            <a:extLst>
              <a:ext uri="{FF2B5EF4-FFF2-40B4-BE49-F238E27FC236}">
                <a16:creationId xmlns:a16="http://schemas.microsoft.com/office/drawing/2014/main" id="{DDB52D9C-B474-D32B-A09E-C9A6D777A296}"/>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1" name="Line 7">
            <a:extLst>
              <a:ext uri="{FF2B5EF4-FFF2-40B4-BE49-F238E27FC236}">
                <a16:creationId xmlns:a16="http://schemas.microsoft.com/office/drawing/2014/main" id="{6A94F94D-B004-68B9-C7FE-BCCD6712900C}"/>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2" name="Line 8">
            <a:extLst>
              <a:ext uri="{FF2B5EF4-FFF2-40B4-BE49-F238E27FC236}">
                <a16:creationId xmlns:a16="http://schemas.microsoft.com/office/drawing/2014/main" id="{C2486E61-C0B3-FBB9-3908-907C63E1A0E9}"/>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3" name="Line 9">
            <a:extLst>
              <a:ext uri="{FF2B5EF4-FFF2-40B4-BE49-F238E27FC236}">
                <a16:creationId xmlns:a16="http://schemas.microsoft.com/office/drawing/2014/main" id="{6266BF33-CF07-9ECB-E189-A5951B39E54E}"/>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4" name="Line 10">
            <a:extLst>
              <a:ext uri="{FF2B5EF4-FFF2-40B4-BE49-F238E27FC236}">
                <a16:creationId xmlns:a16="http://schemas.microsoft.com/office/drawing/2014/main" id="{2148CE80-0EF1-2E87-C975-93E466D11030}"/>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5" name="Line 11">
            <a:extLst>
              <a:ext uri="{FF2B5EF4-FFF2-40B4-BE49-F238E27FC236}">
                <a16:creationId xmlns:a16="http://schemas.microsoft.com/office/drawing/2014/main" id="{630BA057-6C35-CFE5-97EA-0EFE6A85BA80}"/>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16" name="Rectangle 12">
            <a:extLst>
              <a:ext uri="{FF2B5EF4-FFF2-40B4-BE49-F238E27FC236}">
                <a16:creationId xmlns:a16="http://schemas.microsoft.com/office/drawing/2014/main" id="{FFFDB2C3-507E-02FD-CF7A-8BF6D1411066}"/>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47117" name="Rectangle 13">
            <a:extLst>
              <a:ext uri="{FF2B5EF4-FFF2-40B4-BE49-F238E27FC236}">
                <a16:creationId xmlns:a16="http://schemas.microsoft.com/office/drawing/2014/main" id="{79488054-0D55-1DA4-15CB-204859F9F141}"/>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47118" name="Rectangle 14">
            <a:extLst>
              <a:ext uri="{FF2B5EF4-FFF2-40B4-BE49-F238E27FC236}">
                <a16:creationId xmlns:a16="http://schemas.microsoft.com/office/drawing/2014/main" id="{AD3A6CEB-0C21-75F7-552A-B12C52F026BB}"/>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47119" name="Rectangle 15">
            <a:extLst>
              <a:ext uri="{FF2B5EF4-FFF2-40B4-BE49-F238E27FC236}">
                <a16:creationId xmlns:a16="http://schemas.microsoft.com/office/drawing/2014/main" id="{69012A65-EB0A-6731-248E-483B89955425}"/>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47120" name="Rectangle 16">
            <a:extLst>
              <a:ext uri="{FF2B5EF4-FFF2-40B4-BE49-F238E27FC236}">
                <a16:creationId xmlns:a16="http://schemas.microsoft.com/office/drawing/2014/main" id="{B763EC95-B8F1-181B-A6FE-9C3B961EB8A9}"/>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47121" name="Rectangle 17">
            <a:extLst>
              <a:ext uri="{FF2B5EF4-FFF2-40B4-BE49-F238E27FC236}">
                <a16:creationId xmlns:a16="http://schemas.microsoft.com/office/drawing/2014/main" id="{39A0B9B4-72D9-5A97-360F-EDC9A0724D48}"/>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47122" name="Rectangle 18">
            <a:extLst>
              <a:ext uri="{FF2B5EF4-FFF2-40B4-BE49-F238E27FC236}">
                <a16:creationId xmlns:a16="http://schemas.microsoft.com/office/drawing/2014/main" id="{A56BAE61-13F5-28C1-F0C3-E2FE30EF1EC6}"/>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23" name="Rectangle 19">
            <a:extLst>
              <a:ext uri="{FF2B5EF4-FFF2-40B4-BE49-F238E27FC236}">
                <a16:creationId xmlns:a16="http://schemas.microsoft.com/office/drawing/2014/main" id="{CC15C250-1270-5962-C5CA-4017FBA390B2}"/>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47124" name="Group 20">
            <a:extLst>
              <a:ext uri="{FF2B5EF4-FFF2-40B4-BE49-F238E27FC236}">
                <a16:creationId xmlns:a16="http://schemas.microsoft.com/office/drawing/2014/main" id="{379E2E23-CA1D-9372-D4C3-B716A2AD3560}"/>
              </a:ext>
            </a:extLst>
          </p:cNvPr>
          <p:cNvGrpSpPr>
            <a:grpSpLocks/>
          </p:cNvGrpSpPr>
          <p:nvPr/>
        </p:nvGrpSpPr>
        <p:grpSpPr bwMode="auto">
          <a:xfrm>
            <a:off x="6122988" y="5475288"/>
            <a:ext cx="677862" cy="519112"/>
            <a:chOff x="2897" y="3449"/>
            <a:chExt cx="427" cy="327"/>
          </a:xfrm>
        </p:grpSpPr>
        <p:sp>
          <p:nvSpPr>
            <p:cNvPr id="47125" name="Rectangle 21">
              <a:extLst>
                <a:ext uri="{FF2B5EF4-FFF2-40B4-BE49-F238E27FC236}">
                  <a16:creationId xmlns:a16="http://schemas.microsoft.com/office/drawing/2014/main" id="{AEE320EC-4171-ACD6-CFE8-57CB4E704139}"/>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47126" name="Picture 22">
              <a:extLst>
                <a:ext uri="{FF2B5EF4-FFF2-40B4-BE49-F238E27FC236}">
                  <a16:creationId xmlns:a16="http://schemas.microsoft.com/office/drawing/2014/main" id="{66148EAF-4EF5-33CC-BB33-4BEFC3CCEE88}"/>
                </a:ext>
              </a:extLst>
            </p:cNvPr>
            <p:cNvPicPr>
              <a:picLocks noChangeArrowheads="1"/>
            </p:cNvPicPr>
            <p:nvPr/>
          </p:nvPicPr>
          <p:blipFill>
            <a:blip r:embed="rId3">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7127" name="Group 23">
            <a:extLst>
              <a:ext uri="{FF2B5EF4-FFF2-40B4-BE49-F238E27FC236}">
                <a16:creationId xmlns:a16="http://schemas.microsoft.com/office/drawing/2014/main" id="{208D7065-BD23-CFF9-7DD0-EE5ABB17026E}"/>
              </a:ext>
            </a:extLst>
          </p:cNvPr>
          <p:cNvGrpSpPr>
            <a:grpSpLocks/>
          </p:cNvGrpSpPr>
          <p:nvPr/>
        </p:nvGrpSpPr>
        <p:grpSpPr bwMode="auto">
          <a:xfrm>
            <a:off x="4346576" y="5449888"/>
            <a:ext cx="677863" cy="569912"/>
            <a:chOff x="1778" y="3433"/>
            <a:chExt cx="427" cy="359"/>
          </a:xfrm>
        </p:grpSpPr>
        <p:sp>
          <p:nvSpPr>
            <p:cNvPr id="47128" name="Rectangle 24">
              <a:extLst>
                <a:ext uri="{FF2B5EF4-FFF2-40B4-BE49-F238E27FC236}">
                  <a16:creationId xmlns:a16="http://schemas.microsoft.com/office/drawing/2014/main" id="{FA97354F-14B4-D408-22D3-B15024599E1D}"/>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47129" name="Picture 25">
              <a:extLst>
                <a:ext uri="{FF2B5EF4-FFF2-40B4-BE49-F238E27FC236}">
                  <a16:creationId xmlns:a16="http://schemas.microsoft.com/office/drawing/2014/main" id="{A73A2C65-254A-DB46-1EC9-885F6671011A}"/>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7130" name="Group 26">
            <a:extLst>
              <a:ext uri="{FF2B5EF4-FFF2-40B4-BE49-F238E27FC236}">
                <a16:creationId xmlns:a16="http://schemas.microsoft.com/office/drawing/2014/main" id="{CCE5DC62-453A-0F7F-8B35-E9E481EEC3E8}"/>
              </a:ext>
            </a:extLst>
          </p:cNvPr>
          <p:cNvGrpSpPr>
            <a:grpSpLocks/>
          </p:cNvGrpSpPr>
          <p:nvPr/>
        </p:nvGrpSpPr>
        <p:grpSpPr bwMode="auto">
          <a:xfrm>
            <a:off x="3430589" y="5445125"/>
            <a:ext cx="625475" cy="577850"/>
            <a:chOff x="1201" y="3430"/>
            <a:chExt cx="394" cy="364"/>
          </a:xfrm>
        </p:grpSpPr>
        <p:sp>
          <p:nvSpPr>
            <p:cNvPr id="47131" name="Rectangle 27">
              <a:extLst>
                <a:ext uri="{FF2B5EF4-FFF2-40B4-BE49-F238E27FC236}">
                  <a16:creationId xmlns:a16="http://schemas.microsoft.com/office/drawing/2014/main" id="{C461665F-93C2-A0DF-5442-041F30D4DD40}"/>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47132" name="Picture 28">
              <a:extLst>
                <a:ext uri="{FF2B5EF4-FFF2-40B4-BE49-F238E27FC236}">
                  <a16:creationId xmlns:a16="http://schemas.microsoft.com/office/drawing/2014/main" id="{3451AC96-68DD-96C5-E421-C6EAA62538F5}"/>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7133" name="Group 29">
            <a:extLst>
              <a:ext uri="{FF2B5EF4-FFF2-40B4-BE49-F238E27FC236}">
                <a16:creationId xmlns:a16="http://schemas.microsoft.com/office/drawing/2014/main" id="{C321E1F6-C56E-026D-AC37-69128160F463}"/>
              </a:ext>
            </a:extLst>
          </p:cNvPr>
          <p:cNvGrpSpPr>
            <a:grpSpLocks/>
          </p:cNvGrpSpPr>
          <p:nvPr/>
        </p:nvGrpSpPr>
        <p:grpSpPr bwMode="auto">
          <a:xfrm>
            <a:off x="9288464" y="5480050"/>
            <a:ext cx="727075" cy="508000"/>
            <a:chOff x="4891" y="3452"/>
            <a:chExt cx="458" cy="320"/>
          </a:xfrm>
        </p:grpSpPr>
        <p:sp>
          <p:nvSpPr>
            <p:cNvPr id="47134" name="Rectangle 30">
              <a:extLst>
                <a:ext uri="{FF2B5EF4-FFF2-40B4-BE49-F238E27FC236}">
                  <a16:creationId xmlns:a16="http://schemas.microsoft.com/office/drawing/2014/main" id="{42A6DBCA-1552-ABCB-2C36-4E5E6C80EA1B}"/>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47135" name="Picture 31">
              <a:extLst>
                <a:ext uri="{FF2B5EF4-FFF2-40B4-BE49-F238E27FC236}">
                  <a16:creationId xmlns:a16="http://schemas.microsoft.com/office/drawing/2014/main" id="{38C8D68C-F607-EDEB-77BB-EDA46DC1ADD6}"/>
                </a:ext>
              </a:extLst>
            </p:cNvPr>
            <p:cNvPicPr>
              <a:picLocks noChangeArrowheads="1"/>
            </p:cNvPicPr>
            <p:nvPr/>
          </p:nvPicPr>
          <p:blipFill>
            <a:blip r:embed="rId6">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7136" name="Group 32">
            <a:extLst>
              <a:ext uri="{FF2B5EF4-FFF2-40B4-BE49-F238E27FC236}">
                <a16:creationId xmlns:a16="http://schemas.microsoft.com/office/drawing/2014/main" id="{D50911F0-35A7-B7BF-91BF-B48BC4D4C464}"/>
              </a:ext>
            </a:extLst>
          </p:cNvPr>
          <p:cNvGrpSpPr>
            <a:grpSpLocks/>
          </p:cNvGrpSpPr>
          <p:nvPr/>
        </p:nvGrpSpPr>
        <p:grpSpPr bwMode="auto">
          <a:xfrm>
            <a:off x="8120064" y="4014788"/>
            <a:ext cx="1311275" cy="2832100"/>
            <a:chOff x="4155" y="2529"/>
            <a:chExt cx="826" cy="1784"/>
          </a:xfrm>
        </p:grpSpPr>
        <p:sp useBgFill="1">
          <p:nvSpPr>
            <p:cNvPr id="47137" name="Freeform 33">
              <a:extLst>
                <a:ext uri="{FF2B5EF4-FFF2-40B4-BE49-F238E27FC236}">
                  <a16:creationId xmlns:a16="http://schemas.microsoft.com/office/drawing/2014/main" id="{EA087FFD-A764-6B5A-EBDB-60BAD6E6F2E7}"/>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7138" name="Rectangle 34">
              <a:extLst>
                <a:ext uri="{FF2B5EF4-FFF2-40B4-BE49-F238E27FC236}">
                  <a16:creationId xmlns:a16="http://schemas.microsoft.com/office/drawing/2014/main" id="{4BF9EB08-67DE-03F9-EEA9-572154052D62}"/>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grpSp>
        <p:nvGrpSpPr>
          <p:cNvPr id="47139" name="Group 35">
            <a:extLst>
              <a:ext uri="{FF2B5EF4-FFF2-40B4-BE49-F238E27FC236}">
                <a16:creationId xmlns:a16="http://schemas.microsoft.com/office/drawing/2014/main" id="{DE10F7FA-F75A-7C96-8FF7-E4BC6041E101}"/>
              </a:ext>
            </a:extLst>
          </p:cNvPr>
          <p:cNvGrpSpPr>
            <a:grpSpLocks/>
          </p:cNvGrpSpPr>
          <p:nvPr/>
        </p:nvGrpSpPr>
        <p:grpSpPr bwMode="auto">
          <a:xfrm>
            <a:off x="5237164" y="5465763"/>
            <a:ext cx="625475" cy="558800"/>
            <a:chOff x="2339" y="3443"/>
            <a:chExt cx="394" cy="352"/>
          </a:xfrm>
        </p:grpSpPr>
        <p:pic>
          <p:nvPicPr>
            <p:cNvPr id="47140" name="Picture 36">
              <a:extLst>
                <a:ext uri="{FF2B5EF4-FFF2-40B4-BE49-F238E27FC236}">
                  <a16:creationId xmlns:a16="http://schemas.microsoft.com/office/drawing/2014/main" id="{38B4273C-B3B6-92DF-E6CE-C6E62F9ACE26}"/>
                </a:ext>
              </a:extLst>
            </p:cNvPr>
            <p:cNvPicPr>
              <a:picLocks noChangeArrowheads="1"/>
            </p:cNvPicPr>
            <p:nvPr/>
          </p:nvPicPr>
          <p:blipFill>
            <a:blip r:embed="rId7">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141" name="Rectangle 37">
              <a:extLst>
                <a:ext uri="{FF2B5EF4-FFF2-40B4-BE49-F238E27FC236}">
                  <a16:creationId xmlns:a16="http://schemas.microsoft.com/office/drawing/2014/main" id="{C39BABC4-0F59-066F-84C1-8CAF2CCC120E}"/>
                </a:ext>
              </a:extLst>
            </p:cNvPr>
            <p:cNvSpPr>
              <a:spLocks noChangeArrowheads="1"/>
            </p:cNvSpPr>
            <p:nvPr/>
          </p:nvSpPr>
          <p:spPr bwMode="auto">
            <a:xfrm>
              <a:off x="2339" y="3443"/>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580625685</a:t>
              </a:r>
            </a:p>
          </p:txBody>
        </p:sp>
      </p:grpSp>
      <p:grpSp>
        <p:nvGrpSpPr>
          <p:cNvPr id="47142" name="Group 38">
            <a:extLst>
              <a:ext uri="{FF2B5EF4-FFF2-40B4-BE49-F238E27FC236}">
                <a16:creationId xmlns:a16="http://schemas.microsoft.com/office/drawing/2014/main" id="{5FA998DC-B3E0-9606-804D-A091B8CB66EA}"/>
              </a:ext>
            </a:extLst>
          </p:cNvPr>
          <p:cNvGrpSpPr>
            <a:grpSpLocks/>
          </p:cNvGrpSpPr>
          <p:nvPr/>
        </p:nvGrpSpPr>
        <p:grpSpPr bwMode="auto">
          <a:xfrm>
            <a:off x="7072314" y="5454651"/>
            <a:ext cx="625475" cy="550863"/>
            <a:chOff x="3495" y="3436"/>
            <a:chExt cx="394" cy="347"/>
          </a:xfrm>
        </p:grpSpPr>
        <p:pic>
          <p:nvPicPr>
            <p:cNvPr id="47143" name="Picture 39">
              <a:extLst>
                <a:ext uri="{FF2B5EF4-FFF2-40B4-BE49-F238E27FC236}">
                  <a16:creationId xmlns:a16="http://schemas.microsoft.com/office/drawing/2014/main" id="{DEDCC238-9F8D-40CF-C776-4B7B9CD37F7C}"/>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7144" name="Rectangle 40">
              <a:extLst>
                <a:ext uri="{FF2B5EF4-FFF2-40B4-BE49-F238E27FC236}">
                  <a16:creationId xmlns:a16="http://schemas.microsoft.com/office/drawing/2014/main" id="{AA65E31E-8F59-F817-6EF4-055DEFD99C60}"/>
                </a:ext>
              </a:extLst>
            </p:cNvPr>
            <p:cNvSpPr>
              <a:spLocks noChangeArrowheads="1"/>
            </p:cNvSpPr>
            <p:nvPr/>
          </p:nvSpPr>
          <p:spPr bwMode="auto">
            <a:xfrm>
              <a:off x="3495" y="3436"/>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701466868</a:t>
              </a:r>
            </a:p>
          </p:txBody>
        </p:sp>
      </p:grpSp>
      <p:sp>
        <p:nvSpPr>
          <p:cNvPr id="47145" name="Rectangle 41">
            <a:extLst>
              <a:ext uri="{FF2B5EF4-FFF2-40B4-BE49-F238E27FC236}">
                <a16:creationId xmlns:a16="http://schemas.microsoft.com/office/drawing/2014/main" id="{27684CB6-889C-4529-7124-C5C82D7AEA14}"/>
              </a:ext>
            </a:extLst>
          </p:cNvPr>
          <p:cNvSpPr>
            <a:spLocks noChangeArrowheads="1"/>
          </p:cNvSpPr>
          <p:nvPr/>
        </p:nvSpPr>
        <p:spPr bwMode="auto">
          <a:xfrm>
            <a:off x="7553326"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46" name="Oval 42">
            <a:extLst>
              <a:ext uri="{FF2B5EF4-FFF2-40B4-BE49-F238E27FC236}">
                <a16:creationId xmlns:a16="http://schemas.microsoft.com/office/drawing/2014/main" id="{F8ECC5D2-F501-4BF6-8D5A-5BC19E58B987}"/>
              </a:ext>
            </a:extLst>
          </p:cNvPr>
          <p:cNvSpPr>
            <a:spLocks noChangeArrowheads="1"/>
          </p:cNvSpPr>
          <p:nvPr/>
        </p:nvSpPr>
        <p:spPr bwMode="auto">
          <a:xfrm>
            <a:off x="8388350" y="895350"/>
            <a:ext cx="1874838" cy="858838"/>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7147" name="Rectangle 43">
            <a:extLst>
              <a:ext uri="{FF2B5EF4-FFF2-40B4-BE49-F238E27FC236}">
                <a16:creationId xmlns:a16="http://schemas.microsoft.com/office/drawing/2014/main" id="{9A7F0438-1162-B0DF-05F7-B06F4BC1CEA2}"/>
              </a:ext>
            </a:extLst>
          </p:cNvPr>
          <p:cNvSpPr>
            <a:spLocks noChangeArrowheads="1"/>
          </p:cNvSpPr>
          <p:nvPr/>
        </p:nvSpPr>
        <p:spPr bwMode="auto">
          <a:xfrm>
            <a:off x="7681914" y="1104901"/>
            <a:ext cx="227305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Number 701466868</a:t>
            </a:r>
          </a:p>
        </p:txBody>
      </p:sp>
      <p:sp>
        <p:nvSpPr>
          <p:cNvPr id="47148" name="AutoShape 44">
            <a:extLst>
              <a:ext uri="{FF2B5EF4-FFF2-40B4-BE49-F238E27FC236}">
                <a16:creationId xmlns:a16="http://schemas.microsoft.com/office/drawing/2014/main" id="{1897DF9D-4DB3-75CE-3127-A7129377C5EB}"/>
              </a:ext>
            </a:extLst>
          </p:cNvPr>
          <p:cNvSpPr>
            <a:spLocks noChangeArrowheads="1"/>
          </p:cNvSpPr>
          <p:nvPr/>
        </p:nvSpPr>
        <p:spPr bwMode="auto">
          <a:xfrm rot="10800000" flipH="1">
            <a:off x="8848726" y="3090863"/>
            <a:ext cx="1800225" cy="1076854"/>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0488" tIns="44450" rIns="90488" bIns="44450" anchor="ctr"/>
          <a:lstStyle/>
          <a:p>
            <a:pPr algn="ctr" eaLnBrk="0" hangingPunct="0"/>
            <a:r>
              <a:rPr lang="en-US" altLang="en-US" b="1"/>
              <a:t>My hash</a:t>
            </a:r>
          </a:p>
          <a:p>
            <a:pPr algn="ctr" eaLnBrk="0" hangingPunct="0"/>
            <a:r>
              <a:rPr lang="en-US" altLang="en-US" b="1"/>
              <a:t>value is [2].</a:t>
            </a:r>
          </a:p>
        </p:txBody>
      </p:sp>
      <p:sp>
        <p:nvSpPr>
          <p:cNvPr id="47149" name="AutoShape 45">
            <a:extLst>
              <a:ext uri="{FF2B5EF4-FFF2-40B4-BE49-F238E27FC236}">
                <a16:creationId xmlns:a16="http://schemas.microsoft.com/office/drawing/2014/main" id="{23B89976-DD8D-A681-8987-F5A51237B312}"/>
              </a:ext>
            </a:extLst>
          </p:cNvPr>
          <p:cNvSpPr>
            <a:spLocks noChangeArrowheads="1"/>
          </p:cNvSpPr>
          <p:nvPr/>
        </p:nvSpPr>
        <p:spPr bwMode="auto">
          <a:xfrm>
            <a:off x="7197725" y="4070351"/>
            <a:ext cx="1365250" cy="644261"/>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en-US" b="1"/>
              <a:t>Yes!</a:t>
            </a:r>
          </a:p>
        </p:txBody>
      </p:sp>
    </p:spTree>
  </p:cSld>
  <p:clrMapOvr>
    <a:masterClrMapping/>
  </p:clrMapOvr>
  <p:transition>
    <p:checke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5" name="Rectangle 3">
            <a:extLst>
              <a:ext uri="{FF2B5EF4-FFF2-40B4-BE49-F238E27FC236}">
                <a16:creationId xmlns:a16="http://schemas.microsoft.com/office/drawing/2014/main" id="{AD424EA3-1BE9-150C-972A-95B931239979}"/>
              </a:ext>
            </a:extLst>
          </p:cNvPr>
          <p:cNvSpPr>
            <a:spLocks noGrp="1" noChangeArrowheads="1"/>
          </p:cNvSpPr>
          <p:nvPr>
            <p:ph type="body" sz="half" idx="1"/>
          </p:nvPr>
        </p:nvSpPr>
        <p:spPr>
          <a:xfrm>
            <a:off x="2209801" y="1774825"/>
            <a:ext cx="5102225"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When the item is found, the information can be copied to the necessary location.</a:t>
            </a:r>
          </a:p>
        </p:txBody>
      </p:sp>
      <p:sp useBgFill="1">
        <p:nvSpPr>
          <p:cNvPr id="49156" name="Freeform 4">
            <a:extLst>
              <a:ext uri="{FF2B5EF4-FFF2-40B4-BE49-F238E27FC236}">
                <a16:creationId xmlns:a16="http://schemas.microsoft.com/office/drawing/2014/main" id="{4216714C-7D82-E4DA-9034-0873633B3905}"/>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57" name="Rectangle 5">
            <a:extLst>
              <a:ext uri="{FF2B5EF4-FFF2-40B4-BE49-F238E27FC236}">
                <a16:creationId xmlns:a16="http://schemas.microsoft.com/office/drawing/2014/main" id="{827E355C-032E-5914-95C8-A60CC33C18FE}"/>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58" name="Line 6">
            <a:extLst>
              <a:ext uri="{FF2B5EF4-FFF2-40B4-BE49-F238E27FC236}">
                <a16:creationId xmlns:a16="http://schemas.microsoft.com/office/drawing/2014/main" id="{E46B27EB-E6ED-408D-8F84-8A4750BA7D14}"/>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59" name="Line 7">
            <a:extLst>
              <a:ext uri="{FF2B5EF4-FFF2-40B4-BE49-F238E27FC236}">
                <a16:creationId xmlns:a16="http://schemas.microsoft.com/office/drawing/2014/main" id="{A82D9127-5059-9E4B-C24E-33A7A63C5A69}"/>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60" name="Line 8">
            <a:extLst>
              <a:ext uri="{FF2B5EF4-FFF2-40B4-BE49-F238E27FC236}">
                <a16:creationId xmlns:a16="http://schemas.microsoft.com/office/drawing/2014/main" id="{B00ED06E-5B6F-667D-FF82-1315FF62D81C}"/>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61" name="Line 9">
            <a:extLst>
              <a:ext uri="{FF2B5EF4-FFF2-40B4-BE49-F238E27FC236}">
                <a16:creationId xmlns:a16="http://schemas.microsoft.com/office/drawing/2014/main" id="{402A5CF0-AF99-DEB1-5835-C862678379DE}"/>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62" name="Line 10">
            <a:extLst>
              <a:ext uri="{FF2B5EF4-FFF2-40B4-BE49-F238E27FC236}">
                <a16:creationId xmlns:a16="http://schemas.microsoft.com/office/drawing/2014/main" id="{2F374F2B-9197-848C-7E68-866C97374CA3}"/>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63" name="Line 11">
            <a:extLst>
              <a:ext uri="{FF2B5EF4-FFF2-40B4-BE49-F238E27FC236}">
                <a16:creationId xmlns:a16="http://schemas.microsoft.com/office/drawing/2014/main" id="{C9597535-2358-9F27-A7F2-CA6EDA4FC19C}"/>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64" name="Rectangle 12">
            <a:extLst>
              <a:ext uri="{FF2B5EF4-FFF2-40B4-BE49-F238E27FC236}">
                <a16:creationId xmlns:a16="http://schemas.microsoft.com/office/drawing/2014/main" id="{51CACDA2-6943-8F1D-2B3C-C69BEEC74DD3}"/>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49165" name="Rectangle 13">
            <a:extLst>
              <a:ext uri="{FF2B5EF4-FFF2-40B4-BE49-F238E27FC236}">
                <a16:creationId xmlns:a16="http://schemas.microsoft.com/office/drawing/2014/main" id="{BD3F8916-2B65-E35A-6867-18C29F697457}"/>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49166" name="Rectangle 14">
            <a:extLst>
              <a:ext uri="{FF2B5EF4-FFF2-40B4-BE49-F238E27FC236}">
                <a16:creationId xmlns:a16="http://schemas.microsoft.com/office/drawing/2014/main" id="{D30056A4-1FCD-4884-A778-9698F0F229FE}"/>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49167" name="Rectangle 15">
            <a:extLst>
              <a:ext uri="{FF2B5EF4-FFF2-40B4-BE49-F238E27FC236}">
                <a16:creationId xmlns:a16="http://schemas.microsoft.com/office/drawing/2014/main" id="{445F1B0F-B810-01E3-E078-FDC92704DED1}"/>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49168" name="Rectangle 16">
            <a:extLst>
              <a:ext uri="{FF2B5EF4-FFF2-40B4-BE49-F238E27FC236}">
                <a16:creationId xmlns:a16="http://schemas.microsoft.com/office/drawing/2014/main" id="{B44D25F6-F816-8207-ABDA-A61B6FDA5A3C}"/>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49169" name="Rectangle 17">
            <a:extLst>
              <a:ext uri="{FF2B5EF4-FFF2-40B4-BE49-F238E27FC236}">
                <a16:creationId xmlns:a16="http://schemas.microsoft.com/office/drawing/2014/main" id="{50EDA035-889A-9B4C-3AAA-CE461BBDDC71}"/>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49170" name="Rectangle 18">
            <a:extLst>
              <a:ext uri="{FF2B5EF4-FFF2-40B4-BE49-F238E27FC236}">
                <a16:creationId xmlns:a16="http://schemas.microsoft.com/office/drawing/2014/main" id="{67164CA7-55B9-D460-8669-5D177E8AE594}"/>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71" name="Rectangle 19">
            <a:extLst>
              <a:ext uri="{FF2B5EF4-FFF2-40B4-BE49-F238E27FC236}">
                <a16:creationId xmlns:a16="http://schemas.microsoft.com/office/drawing/2014/main" id="{473DF05C-346D-F5F5-7BAA-1C18D0146079}"/>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49172" name="Group 20">
            <a:extLst>
              <a:ext uri="{FF2B5EF4-FFF2-40B4-BE49-F238E27FC236}">
                <a16:creationId xmlns:a16="http://schemas.microsoft.com/office/drawing/2014/main" id="{36D49637-4F65-2C0B-2C60-ECECC34C9261}"/>
              </a:ext>
            </a:extLst>
          </p:cNvPr>
          <p:cNvGrpSpPr>
            <a:grpSpLocks/>
          </p:cNvGrpSpPr>
          <p:nvPr/>
        </p:nvGrpSpPr>
        <p:grpSpPr bwMode="auto">
          <a:xfrm>
            <a:off x="6122988" y="5475288"/>
            <a:ext cx="677862" cy="519112"/>
            <a:chOff x="2897" y="3449"/>
            <a:chExt cx="427" cy="327"/>
          </a:xfrm>
        </p:grpSpPr>
        <p:sp>
          <p:nvSpPr>
            <p:cNvPr id="49173" name="Rectangle 21">
              <a:extLst>
                <a:ext uri="{FF2B5EF4-FFF2-40B4-BE49-F238E27FC236}">
                  <a16:creationId xmlns:a16="http://schemas.microsoft.com/office/drawing/2014/main" id="{F12280A1-FBD7-1DFA-A706-C955125FB630}"/>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49174" name="Picture 22">
              <a:extLst>
                <a:ext uri="{FF2B5EF4-FFF2-40B4-BE49-F238E27FC236}">
                  <a16:creationId xmlns:a16="http://schemas.microsoft.com/office/drawing/2014/main" id="{DCA1C82E-2C20-E28D-0792-FC061400F0B5}"/>
                </a:ext>
              </a:extLst>
            </p:cNvPr>
            <p:cNvPicPr>
              <a:picLocks noChangeArrowheads="1"/>
            </p:cNvPicPr>
            <p:nvPr/>
          </p:nvPicPr>
          <p:blipFill>
            <a:blip r:embed="rId3">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9175" name="Group 23">
            <a:extLst>
              <a:ext uri="{FF2B5EF4-FFF2-40B4-BE49-F238E27FC236}">
                <a16:creationId xmlns:a16="http://schemas.microsoft.com/office/drawing/2014/main" id="{89F1FB44-B665-31E4-F9BC-D458BC20BC0A}"/>
              </a:ext>
            </a:extLst>
          </p:cNvPr>
          <p:cNvGrpSpPr>
            <a:grpSpLocks/>
          </p:cNvGrpSpPr>
          <p:nvPr/>
        </p:nvGrpSpPr>
        <p:grpSpPr bwMode="auto">
          <a:xfrm>
            <a:off x="4346576" y="5449888"/>
            <a:ext cx="677863" cy="569912"/>
            <a:chOff x="1778" y="3433"/>
            <a:chExt cx="427" cy="359"/>
          </a:xfrm>
        </p:grpSpPr>
        <p:sp>
          <p:nvSpPr>
            <p:cNvPr id="49176" name="Rectangle 24">
              <a:extLst>
                <a:ext uri="{FF2B5EF4-FFF2-40B4-BE49-F238E27FC236}">
                  <a16:creationId xmlns:a16="http://schemas.microsoft.com/office/drawing/2014/main" id="{8872EC84-198A-5BBA-EB3F-265888791358}"/>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49177" name="Picture 25">
              <a:extLst>
                <a:ext uri="{FF2B5EF4-FFF2-40B4-BE49-F238E27FC236}">
                  <a16:creationId xmlns:a16="http://schemas.microsoft.com/office/drawing/2014/main" id="{056548B8-A45B-4A59-6F0B-91F8DA4FEC74}"/>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9178" name="Group 26">
            <a:extLst>
              <a:ext uri="{FF2B5EF4-FFF2-40B4-BE49-F238E27FC236}">
                <a16:creationId xmlns:a16="http://schemas.microsoft.com/office/drawing/2014/main" id="{C98C7995-C319-5273-3E3C-C05E4CA5F2D8}"/>
              </a:ext>
            </a:extLst>
          </p:cNvPr>
          <p:cNvGrpSpPr>
            <a:grpSpLocks/>
          </p:cNvGrpSpPr>
          <p:nvPr/>
        </p:nvGrpSpPr>
        <p:grpSpPr bwMode="auto">
          <a:xfrm>
            <a:off x="3430589" y="5445125"/>
            <a:ext cx="625475" cy="577850"/>
            <a:chOff x="1201" y="3430"/>
            <a:chExt cx="394" cy="364"/>
          </a:xfrm>
        </p:grpSpPr>
        <p:sp>
          <p:nvSpPr>
            <p:cNvPr id="49179" name="Rectangle 27">
              <a:extLst>
                <a:ext uri="{FF2B5EF4-FFF2-40B4-BE49-F238E27FC236}">
                  <a16:creationId xmlns:a16="http://schemas.microsoft.com/office/drawing/2014/main" id="{612B55F8-165C-C093-6A38-33F14F041A2C}"/>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49180" name="Picture 28">
              <a:extLst>
                <a:ext uri="{FF2B5EF4-FFF2-40B4-BE49-F238E27FC236}">
                  <a16:creationId xmlns:a16="http://schemas.microsoft.com/office/drawing/2014/main" id="{D302FCC4-8169-A67A-20F7-2643F557D55A}"/>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9181" name="Group 29">
            <a:extLst>
              <a:ext uri="{FF2B5EF4-FFF2-40B4-BE49-F238E27FC236}">
                <a16:creationId xmlns:a16="http://schemas.microsoft.com/office/drawing/2014/main" id="{F736EAE1-0C05-2A44-EB79-F7C41069EAE9}"/>
              </a:ext>
            </a:extLst>
          </p:cNvPr>
          <p:cNvGrpSpPr>
            <a:grpSpLocks/>
          </p:cNvGrpSpPr>
          <p:nvPr/>
        </p:nvGrpSpPr>
        <p:grpSpPr bwMode="auto">
          <a:xfrm>
            <a:off x="9288464" y="5480050"/>
            <a:ext cx="727075" cy="508000"/>
            <a:chOff x="4891" y="3452"/>
            <a:chExt cx="458" cy="320"/>
          </a:xfrm>
        </p:grpSpPr>
        <p:sp>
          <p:nvSpPr>
            <p:cNvPr id="49182" name="Rectangle 30">
              <a:extLst>
                <a:ext uri="{FF2B5EF4-FFF2-40B4-BE49-F238E27FC236}">
                  <a16:creationId xmlns:a16="http://schemas.microsoft.com/office/drawing/2014/main" id="{54B86C35-477E-7BF8-D649-3B0C206391BB}"/>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49183" name="Picture 31">
              <a:extLst>
                <a:ext uri="{FF2B5EF4-FFF2-40B4-BE49-F238E27FC236}">
                  <a16:creationId xmlns:a16="http://schemas.microsoft.com/office/drawing/2014/main" id="{45B893BB-F885-FD88-27BE-FECC4C5F1079}"/>
                </a:ext>
              </a:extLst>
            </p:cNvPr>
            <p:cNvPicPr>
              <a:picLocks noChangeArrowheads="1"/>
            </p:cNvPicPr>
            <p:nvPr/>
          </p:nvPicPr>
          <p:blipFill>
            <a:blip r:embed="rId6">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49184" name="Group 32">
            <a:extLst>
              <a:ext uri="{FF2B5EF4-FFF2-40B4-BE49-F238E27FC236}">
                <a16:creationId xmlns:a16="http://schemas.microsoft.com/office/drawing/2014/main" id="{5DB85F93-EDFC-FEBF-8564-61821BD2A4E9}"/>
              </a:ext>
            </a:extLst>
          </p:cNvPr>
          <p:cNvGrpSpPr>
            <a:grpSpLocks/>
          </p:cNvGrpSpPr>
          <p:nvPr/>
        </p:nvGrpSpPr>
        <p:grpSpPr bwMode="auto">
          <a:xfrm>
            <a:off x="8120064" y="4014788"/>
            <a:ext cx="1311275" cy="2832100"/>
            <a:chOff x="4155" y="2529"/>
            <a:chExt cx="826" cy="1784"/>
          </a:xfrm>
        </p:grpSpPr>
        <p:sp useBgFill="1">
          <p:nvSpPr>
            <p:cNvPr id="49185" name="Freeform 33">
              <a:extLst>
                <a:ext uri="{FF2B5EF4-FFF2-40B4-BE49-F238E27FC236}">
                  <a16:creationId xmlns:a16="http://schemas.microsoft.com/office/drawing/2014/main" id="{8AEA98C4-CDB1-BC92-0C0E-B4F3C3D60BC5}"/>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86" name="Rectangle 34">
              <a:extLst>
                <a:ext uri="{FF2B5EF4-FFF2-40B4-BE49-F238E27FC236}">
                  <a16:creationId xmlns:a16="http://schemas.microsoft.com/office/drawing/2014/main" id="{3A870B22-DEC4-D6D2-A1F6-FE61D4548329}"/>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grpSp>
        <p:nvGrpSpPr>
          <p:cNvPr id="49187" name="Group 35">
            <a:extLst>
              <a:ext uri="{FF2B5EF4-FFF2-40B4-BE49-F238E27FC236}">
                <a16:creationId xmlns:a16="http://schemas.microsoft.com/office/drawing/2014/main" id="{6A7AA93B-DE77-2369-9026-ACB27E36E8C6}"/>
              </a:ext>
            </a:extLst>
          </p:cNvPr>
          <p:cNvGrpSpPr>
            <a:grpSpLocks/>
          </p:cNvGrpSpPr>
          <p:nvPr/>
        </p:nvGrpSpPr>
        <p:grpSpPr bwMode="auto">
          <a:xfrm>
            <a:off x="5237164" y="5465763"/>
            <a:ext cx="625475" cy="558800"/>
            <a:chOff x="2339" y="3443"/>
            <a:chExt cx="394" cy="352"/>
          </a:xfrm>
        </p:grpSpPr>
        <p:pic>
          <p:nvPicPr>
            <p:cNvPr id="49188" name="Picture 36">
              <a:extLst>
                <a:ext uri="{FF2B5EF4-FFF2-40B4-BE49-F238E27FC236}">
                  <a16:creationId xmlns:a16="http://schemas.microsoft.com/office/drawing/2014/main" id="{5555E687-76AE-3CEB-5FCE-6FAC3747CC78}"/>
                </a:ext>
              </a:extLst>
            </p:cNvPr>
            <p:cNvPicPr>
              <a:picLocks noChangeArrowheads="1"/>
            </p:cNvPicPr>
            <p:nvPr/>
          </p:nvPicPr>
          <p:blipFill>
            <a:blip r:embed="rId7">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189" name="Rectangle 37">
              <a:extLst>
                <a:ext uri="{FF2B5EF4-FFF2-40B4-BE49-F238E27FC236}">
                  <a16:creationId xmlns:a16="http://schemas.microsoft.com/office/drawing/2014/main" id="{DE8BD19D-65E5-0B84-F09D-0D52CD992C50}"/>
                </a:ext>
              </a:extLst>
            </p:cNvPr>
            <p:cNvSpPr>
              <a:spLocks noChangeArrowheads="1"/>
            </p:cNvSpPr>
            <p:nvPr/>
          </p:nvSpPr>
          <p:spPr bwMode="auto">
            <a:xfrm>
              <a:off x="2339" y="3443"/>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580625685</a:t>
              </a:r>
            </a:p>
          </p:txBody>
        </p:sp>
      </p:grpSp>
      <p:grpSp>
        <p:nvGrpSpPr>
          <p:cNvPr id="49190" name="Group 38">
            <a:extLst>
              <a:ext uri="{FF2B5EF4-FFF2-40B4-BE49-F238E27FC236}">
                <a16:creationId xmlns:a16="http://schemas.microsoft.com/office/drawing/2014/main" id="{8C0FE89A-46D5-3753-F516-7D2852ABFAC0}"/>
              </a:ext>
            </a:extLst>
          </p:cNvPr>
          <p:cNvGrpSpPr>
            <a:grpSpLocks/>
          </p:cNvGrpSpPr>
          <p:nvPr/>
        </p:nvGrpSpPr>
        <p:grpSpPr bwMode="auto">
          <a:xfrm>
            <a:off x="7072314" y="5454651"/>
            <a:ext cx="625475" cy="550863"/>
            <a:chOff x="3495" y="3436"/>
            <a:chExt cx="394" cy="347"/>
          </a:xfrm>
        </p:grpSpPr>
        <p:pic>
          <p:nvPicPr>
            <p:cNvPr id="49191" name="Picture 39">
              <a:extLst>
                <a:ext uri="{FF2B5EF4-FFF2-40B4-BE49-F238E27FC236}">
                  <a16:creationId xmlns:a16="http://schemas.microsoft.com/office/drawing/2014/main" id="{BFB0687C-A625-DC57-1809-CFAFEE022CC9}"/>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9192" name="Rectangle 40">
              <a:extLst>
                <a:ext uri="{FF2B5EF4-FFF2-40B4-BE49-F238E27FC236}">
                  <a16:creationId xmlns:a16="http://schemas.microsoft.com/office/drawing/2014/main" id="{9835C1E7-EB04-BAB2-EB73-C98838B349CA}"/>
                </a:ext>
              </a:extLst>
            </p:cNvPr>
            <p:cNvSpPr>
              <a:spLocks noChangeArrowheads="1"/>
            </p:cNvSpPr>
            <p:nvPr/>
          </p:nvSpPr>
          <p:spPr bwMode="auto">
            <a:xfrm>
              <a:off x="3495" y="3436"/>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701466868</a:t>
              </a:r>
            </a:p>
          </p:txBody>
        </p:sp>
      </p:grpSp>
      <p:sp>
        <p:nvSpPr>
          <p:cNvPr id="49193" name="Rectangle 41">
            <a:extLst>
              <a:ext uri="{FF2B5EF4-FFF2-40B4-BE49-F238E27FC236}">
                <a16:creationId xmlns:a16="http://schemas.microsoft.com/office/drawing/2014/main" id="{1D005971-9167-FE20-3850-85E20CF1517A}"/>
              </a:ext>
            </a:extLst>
          </p:cNvPr>
          <p:cNvSpPr>
            <a:spLocks noChangeArrowheads="1"/>
          </p:cNvSpPr>
          <p:nvPr/>
        </p:nvSpPr>
        <p:spPr bwMode="auto">
          <a:xfrm>
            <a:off x="7553326" y="912813"/>
            <a:ext cx="2589213" cy="24749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49194" name="Rectangle 42">
            <a:extLst>
              <a:ext uri="{FF2B5EF4-FFF2-40B4-BE49-F238E27FC236}">
                <a16:creationId xmlns:a16="http://schemas.microsoft.com/office/drawing/2014/main" id="{D5B9DF7C-EA4A-B22F-FD6E-16007D1E24AF}"/>
              </a:ext>
            </a:extLst>
          </p:cNvPr>
          <p:cNvSpPr>
            <a:spLocks noChangeArrowheads="1"/>
          </p:cNvSpPr>
          <p:nvPr/>
        </p:nvSpPr>
        <p:spPr bwMode="auto">
          <a:xfrm>
            <a:off x="7681914" y="1104901"/>
            <a:ext cx="2273059"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Number 701466868</a:t>
            </a:r>
          </a:p>
        </p:txBody>
      </p:sp>
      <p:sp>
        <p:nvSpPr>
          <p:cNvPr id="49195" name="AutoShape 43">
            <a:extLst>
              <a:ext uri="{FF2B5EF4-FFF2-40B4-BE49-F238E27FC236}">
                <a16:creationId xmlns:a16="http://schemas.microsoft.com/office/drawing/2014/main" id="{FF811334-DAA7-6630-518F-30B9E33D4BF4}"/>
              </a:ext>
            </a:extLst>
          </p:cNvPr>
          <p:cNvSpPr>
            <a:spLocks noChangeArrowheads="1"/>
          </p:cNvSpPr>
          <p:nvPr/>
        </p:nvSpPr>
        <p:spPr bwMode="auto">
          <a:xfrm rot="10800000" flipH="1">
            <a:off x="8848726" y="3090863"/>
            <a:ext cx="1800225" cy="1076854"/>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rot="10800000" wrap="none" lIns="90488" tIns="44450" rIns="90488" bIns="44450" anchor="ctr"/>
          <a:lstStyle/>
          <a:p>
            <a:pPr algn="ctr" eaLnBrk="0" hangingPunct="0"/>
            <a:r>
              <a:rPr lang="en-US" altLang="en-US" b="1"/>
              <a:t>My hash</a:t>
            </a:r>
          </a:p>
          <a:p>
            <a:pPr algn="ctr" eaLnBrk="0" hangingPunct="0"/>
            <a:r>
              <a:rPr lang="en-US" altLang="en-US" b="1"/>
              <a:t>value is [2].</a:t>
            </a:r>
          </a:p>
        </p:txBody>
      </p:sp>
      <p:sp>
        <p:nvSpPr>
          <p:cNvPr id="49196" name="AutoShape 44">
            <a:extLst>
              <a:ext uri="{FF2B5EF4-FFF2-40B4-BE49-F238E27FC236}">
                <a16:creationId xmlns:a16="http://schemas.microsoft.com/office/drawing/2014/main" id="{C1739C2D-1510-DDF4-0500-E1DA89275562}"/>
              </a:ext>
            </a:extLst>
          </p:cNvPr>
          <p:cNvSpPr>
            <a:spLocks noChangeArrowheads="1"/>
          </p:cNvSpPr>
          <p:nvPr/>
        </p:nvSpPr>
        <p:spPr bwMode="auto">
          <a:xfrm>
            <a:off x="7197725" y="4070351"/>
            <a:ext cx="1365250" cy="644261"/>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en-US" b="1"/>
              <a:t>Yes!</a:t>
            </a:r>
          </a:p>
        </p:txBody>
      </p:sp>
      <p:sp>
        <p:nvSpPr>
          <p:cNvPr id="49197" name="Arc 45">
            <a:extLst>
              <a:ext uri="{FF2B5EF4-FFF2-40B4-BE49-F238E27FC236}">
                <a16:creationId xmlns:a16="http://schemas.microsoft.com/office/drawing/2014/main" id="{A87053F1-B5A0-47E4-A4E0-63D0D034D977}"/>
              </a:ext>
            </a:extLst>
          </p:cNvPr>
          <p:cNvSpPr>
            <a:spLocks/>
          </p:cNvSpPr>
          <p:nvPr/>
        </p:nvSpPr>
        <p:spPr bwMode="auto">
          <a:xfrm>
            <a:off x="6388101" y="4027489"/>
            <a:ext cx="798513" cy="1379537"/>
          </a:xfrm>
          <a:custGeom>
            <a:avLst/>
            <a:gdLst>
              <a:gd name="G0" fmla="+- 21600 0 0"/>
              <a:gd name="G1" fmla="+- 0 0 0"/>
              <a:gd name="G2" fmla="+- 21600 0 0"/>
              <a:gd name="T0" fmla="*/ 21600 w 21600"/>
              <a:gd name="T1" fmla="*/ 21600 h 21600"/>
              <a:gd name="T2" fmla="*/ 0 w 21600"/>
              <a:gd name="T3" fmla="*/ 0 h 21600"/>
              <a:gd name="T4" fmla="*/ 21600 w 21600"/>
              <a:gd name="T5" fmla="*/ 0 h 21600"/>
            </a:gdLst>
            <a:ahLst/>
            <a:cxnLst>
              <a:cxn ang="0">
                <a:pos x="T0" y="T1"/>
              </a:cxn>
              <a:cxn ang="0">
                <a:pos x="T2" y="T3"/>
              </a:cxn>
              <a:cxn ang="0">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close/>
              </a:path>
            </a:pathLst>
          </a:custGeom>
          <a:noFill/>
          <a:ln w="50800" cap="rnd">
            <a:solidFill>
              <a:schemeClr val="accent2"/>
            </a:solidFill>
            <a:round/>
            <a:headEnd/>
            <a:tailEn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49198" name="Arc 46">
            <a:extLst>
              <a:ext uri="{FF2B5EF4-FFF2-40B4-BE49-F238E27FC236}">
                <a16:creationId xmlns:a16="http://schemas.microsoft.com/office/drawing/2014/main" id="{4C09F278-28AA-F7FC-3107-9DB027908E86}"/>
              </a:ext>
            </a:extLst>
          </p:cNvPr>
          <p:cNvSpPr>
            <a:spLocks/>
          </p:cNvSpPr>
          <p:nvPr/>
        </p:nvSpPr>
        <p:spPr bwMode="auto">
          <a:xfrm>
            <a:off x="6388101" y="2868613"/>
            <a:ext cx="1052513" cy="1123950"/>
          </a:xfrm>
          <a:custGeom>
            <a:avLst/>
            <a:gdLst>
              <a:gd name="G0" fmla="+- 21600 0 0"/>
              <a:gd name="G1" fmla="+- 21600 0 0"/>
              <a:gd name="G2" fmla="+- 21600 0 0"/>
              <a:gd name="T0" fmla="*/ 0 w 21600"/>
              <a:gd name="T1" fmla="*/ 21600 h 21600"/>
              <a:gd name="T2" fmla="*/ 21567 w 21600"/>
              <a:gd name="T3" fmla="*/ 0 h 21600"/>
              <a:gd name="T4" fmla="*/ 21600 w 21600"/>
              <a:gd name="T5" fmla="*/ 21600 h 21600"/>
            </a:gdLst>
            <a:ahLst/>
            <a:cxnLst>
              <a:cxn ang="0">
                <a:pos x="T0" y="T1"/>
              </a:cxn>
              <a:cxn ang="0">
                <a:pos x="T2" y="T3"/>
              </a:cxn>
              <a:cxn ang="0">
                <a:pos x="T4" y="T5"/>
              </a:cxn>
            </a:cxnLst>
            <a:rect l="0" t="0" r="r" b="b"/>
            <a:pathLst>
              <a:path w="21600" h="21600" fill="none" extrusionOk="0">
                <a:moveTo>
                  <a:pt x="0" y="21600"/>
                </a:moveTo>
                <a:cubicBezTo>
                  <a:pt x="0" y="9683"/>
                  <a:pt x="9650" y="18"/>
                  <a:pt x="21567" y="0"/>
                </a:cubicBezTo>
              </a:path>
              <a:path w="21600" h="21600" stroke="0" extrusionOk="0">
                <a:moveTo>
                  <a:pt x="0" y="21600"/>
                </a:moveTo>
                <a:cubicBezTo>
                  <a:pt x="0" y="9683"/>
                  <a:pt x="9650" y="18"/>
                  <a:pt x="21567" y="0"/>
                </a:cubicBezTo>
                <a:lnTo>
                  <a:pt x="21600" y="21600"/>
                </a:lnTo>
                <a:close/>
              </a:path>
            </a:pathLst>
          </a:custGeom>
          <a:noFill/>
          <a:ln w="50800" cap="rnd">
            <a:solidFill>
              <a:schemeClr val="accent2"/>
            </a:solidFill>
            <a:round/>
            <a:headEnd/>
            <a:tailEnd type="triangle" w="med" len="med"/>
          </a:ln>
          <a:effectLst/>
          <a:extLst>
            <a:ext uri="{909E8E84-426E-40DD-AFC4-6F175D3DCCD1}">
              <a14:hiddenFill xmlns:a14="http://schemas.microsoft.com/office/drawing/2010/main">
                <a:solidFill>
                  <a:schemeClr val="bg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pic>
        <p:nvPicPr>
          <p:cNvPr id="49199" name="Picture 47">
            <a:extLst>
              <a:ext uri="{FF2B5EF4-FFF2-40B4-BE49-F238E27FC236}">
                <a16:creationId xmlns:a16="http://schemas.microsoft.com/office/drawing/2014/main" id="{5937E420-8629-CACB-803E-86F33C12394B}"/>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899400" y="1558925"/>
            <a:ext cx="1873250" cy="172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ransition>
    <p:checke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C4DC5C4D-650E-15ED-778E-793A47C9641D}"/>
              </a:ext>
            </a:extLst>
          </p:cNvPr>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altLang="en-US"/>
              <a:t>Deleting a Record</a:t>
            </a:r>
          </a:p>
        </p:txBody>
      </p:sp>
      <p:sp>
        <p:nvSpPr>
          <p:cNvPr id="51203" name="Rectangle 3">
            <a:extLst>
              <a:ext uri="{FF2B5EF4-FFF2-40B4-BE49-F238E27FC236}">
                <a16:creationId xmlns:a16="http://schemas.microsoft.com/office/drawing/2014/main" id="{7F44518C-D52D-BD84-FE78-6C06C8D06F76}"/>
              </a:ext>
            </a:extLst>
          </p:cNvPr>
          <p:cNvSpPr>
            <a:spLocks noGrp="1" noChangeArrowheads="1"/>
          </p:cNvSpPr>
          <p:nvPr>
            <p:ph type="body" sz="half" idx="1"/>
          </p:nvPr>
        </p:nvSpPr>
        <p:spPr>
          <a:xfrm>
            <a:off x="2209800" y="1774825"/>
            <a:ext cx="7442200"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Records may also be deleted from a hash table.</a:t>
            </a:r>
          </a:p>
        </p:txBody>
      </p:sp>
      <p:sp useBgFill="1">
        <p:nvSpPr>
          <p:cNvPr id="51204" name="Freeform 4">
            <a:extLst>
              <a:ext uri="{FF2B5EF4-FFF2-40B4-BE49-F238E27FC236}">
                <a16:creationId xmlns:a16="http://schemas.microsoft.com/office/drawing/2014/main" id="{6CA92C0D-8F40-80CD-1DD5-3F725978EA38}"/>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05" name="Rectangle 5">
            <a:extLst>
              <a:ext uri="{FF2B5EF4-FFF2-40B4-BE49-F238E27FC236}">
                <a16:creationId xmlns:a16="http://schemas.microsoft.com/office/drawing/2014/main" id="{AA674040-AE7C-D83F-E3E8-4F7592FEC002}"/>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06" name="Line 6">
            <a:extLst>
              <a:ext uri="{FF2B5EF4-FFF2-40B4-BE49-F238E27FC236}">
                <a16:creationId xmlns:a16="http://schemas.microsoft.com/office/drawing/2014/main" id="{47D7EA0A-3DDD-0C45-F2F9-47B892BB905B}"/>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07" name="Line 7">
            <a:extLst>
              <a:ext uri="{FF2B5EF4-FFF2-40B4-BE49-F238E27FC236}">
                <a16:creationId xmlns:a16="http://schemas.microsoft.com/office/drawing/2014/main" id="{35845EC5-4AA5-5292-5F36-DA829CE47C13}"/>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08" name="Line 8">
            <a:extLst>
              <a:ext uri="{FF2B5EF4-FFF2-40B4-BE49-F238E27FC236}">
                <a16:creationId xmlns:a16="http://schemas.microsoft.com/office/drawing/2014/main" id="{47CB166D-65F8-CED8-8AB1-86380D44287B}"/>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09" name="Line 9">
            <a:extLst>
              <a:ext uri="{FF2B5EF4-FFF2-40B4-BE49-F238E27FC236}">
                <a16:creationId xmlns:a16="http://schemas.microsoft.com/office/drawing/2014/main" id="{AD8DA5FD-BC28-E362-087B-C413F1E40C7D}"/>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10" name="Line 10">
            <a:extLst>
              <a:ext uri="{FF2B5EF4-FFF2-40B4-BE49-F238E27FC236}">
                <a16:creationId xmlns:a16="http://schemas.microsoft.com/office/drawing/2014/main" id="{ED8277FE-7668-591E-069A-084DC25AF81F}"/>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11" name="Line 11">
            <a:extLst>
              <a:ext uri="{FF2B5EF4-FFF2-40B4-BE49-F238E27FC236}">
                <a16:creationId xmlns:a16="http://schemas.microsoft.com/office/drawing/2014/main" id="{072264B4-ACFF-A4B7-01D3-67307AF8FAC1}"/>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12" name="Rectangle 12">
            <a:extLst>
              <a:ext uri="{FF2B5EF4-FFF2-40B4-BE49-F238E27FC236}">
                <a16:creationId xmlns:a16="http://schemas.microsoft.com/office/drawing/2014/main" id="{22C82492-201F-8298-CE53-5865E374AAB3}"/>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51213" name="Rectangle 13">
            <a:extLst>
              <a:ext uri="{FF2B5EF4-FFF2-40B4-BE49-F238E27FC236}">
                <a16:creationId xmlns:a16="http://schemas.microsoft.com/office/drawing/2014/main" id="{3A374451-2D73-09E9-728F-2EA8063801A7}"/>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51214" name="Rectangle 14">
            <a:extLst>
              <a:ext uri="{FF2B5EF4-FFF2-40B4-BE49-F238E27FC236}">
                <a16:creationId xmlns:a16="http://schemas.microsoft.com/office/drawing/2014/main" id="{F9AE32E2-AC8E-5E29-2AD1-293F68EA7F01}"/>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51215" name="Rectangle 15">
            <a:extLst>
              <a:ext uri="{FF2B5EF4-FFF2-40B4-BE49-F238E27FC236}">
                <a16:creationId xmlns:a16="http://schemas.microsoft.com/office/drawing/2014/main" id="{BD0ACA00-2D45-5BDE-576A-16E1014DBDB0}"/>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51216" name="Rectangle 16">
            <a:extLst>
              <a:ext uri="{FF2B5EF4-FFF2-40B4-BE49-F238E27FC236}">
                <a16:creationId xmlns:a16="http://schemas.microsoft.com/office/drawing/2014/main" id="{D744383F-7731-41DD-FC10-B3667B13CFB7}"/>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51217" name="Rectangle 17">
            <a:extLst>
              <a:ext uri="{FF2B5EF4-FFF2-40B4-BE49-F238E27FC236}">
                <a16:creationId xmlns:a16="http://schemas.microsoft.com/office/drawing/2014/main" id="{978FE5EC-6FC8-8C97-6B3E-E988E9DF7198}"/>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51218" name="Rectangle 18">
            <a:extLst>
              <a:ext uri="{FF2B5EF4-FFF2-40B4-BE49-F238E27FC236}">
                <a16:creationId xmlns:a16="http://schemas.microsoft.com/office/drawing/2014/main" id="{1ED1BC1E-AA4F-E316-ADF1-0C14D8943ADE}"/>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1219" name="Rectangle 19">
            <a:extLst>
              <a:ext uri="{FF2B5EF4-FFF2-40B4-BE49-F238E27FC236}">
                <a16:creationId xmlns:a16="http://schemas.microsoft.com/office/drawing/2014/main" id="{70DBB393-528C-3D3F-0DEC-2BEF449D4AD6}"/>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51220" name="Group 20">
            <a:extLst>
              <a:ext uri="{FF2B5EF4-FFF2-40B4-BE49-F238E27FC236}">
                <a16:creationId xmlns:a16="http://schemas.microsoft.com/office/drawing/2014/main" id="{95B2B0E5-D5A7-A115-ABFC-03A1357C3511}"/>
              </a:ext>
            </a:extLst>
          </p:cNvPr>
          <p:cNvGrpSpPr>
            <a:grpSpLocks/>
          </p:cNvGrpSpPr>
          <p:nvPr/>
        </p:nvGrpSpPr>
        <p:grpSpPr bwMode="auto">
          <a:xfrm>
            <a:off x="6122988" y="5475288"/>
            <a:ext cx="677862" cy="519112"/>
            <a:chOff x="2897" y="3449"/>
            <a:chExt cx="427" cy="327"/>
          </a:xfrm>
        </p:grpSpPr>
        <p:sp>
          <p:nvSpPr>
            <p:cNvPr id="51221" name="Rectangle 21">
              <a:extLst>
                <a:ext uri="{FF2B5EF4-FFF2-40B4-BE49-F238E27FC236}">
                  <a16:creationId xmlns:a16="http://schemas.microsoft.com/office/drawing/2014/main" id="{0087AD5D-CB19-1B34-5F70-10A989214FAB}"/>
                </a:ext>
              </a:extLst>
            </p:cNvPr>
            <p:cNvSpPr>
              <a:spLocks noChangeArrowheads="1"/>
            </p:cNvSpPr>
            <p:nvPr/>
          </p:nvSpPr>
          <p:spPr bwMode="auto">
            <a:xfrm>
              <a:off x="2897" y="3449"/>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506643548</a:t>
              </a:r>
            </a:p>
          </p:txBody>
        </p:sp>
        <p:pic>
          <p:nvPicPr>
            <p:cNvPr id="51222" name="Picture 22">
              <a:extLst>
                <a:ext uri="{FF2B5EF4-FFF2-40B4-BE49-F238E27FC236}">
                  <a16:creationId xmlns:a16="http://schemas.microsoft.com/office/drawing/2014/main" id="{2A72AC03-5CD8-06E7-3A08-ABDD38E43221}"/>
                </a:ext>
              </a:extLst>
            </p:cNvPr>
            <p:cNvPicPr>
              <a:picLocks noChangeArrowheads="1"/>
            </p:cNvPicPr>
            <p:nvPr/>
          </p:nvPicPr>
          <p:blipFill>
            <a:blip r:embed="rId3">
              <a:extLst>
                <a:ext uri="{28A0092B-C50C-407E-A947-70E740481C1C}">
                  <a14:useLocalDpi xmlns:a14="http://schemas.microsoft.com/office/drawing/2010/main" val="0"/>
                </a:ext>
              </a:extLst>
            </a:blip>
            <a:srcRect r="35910" b="42465"/>
            <a:stretch>
              <a:fillRect/>
            </a:stretch>
          </p:blipFill>
          <p:spPr bwMode="auto">
            <a:xfrm>
              <a:off x="2945" y="3524"/>
              <a:ext cx="257" cy="25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1223" name="Group 23">
            <a:extLst>
              <a:ext uri="{FF2B5EF4-FFF2-40B4-BE49-F238E27FC236}">
                <a16:creationId xmlns:a16="http://schemas.microsoft.com/office/drawing/2014/main" id="{910D0D44-C713-C347-1CFF-CDFCD8FA60B3}"/>
              </a:ext>
            </a:extLst>
          </p:cNvPr>
          <p:cNvGrpSpPr>
            <a:grpSpLocks/>
          </p:cNvGrpSpPr>
          <p:nvPr/>
        </p:nvGrpSpPr>
        <p:grpSpPr bwMode="auto">
          <a:xfrm>
            <a:off x="4346576" y="5449888"/>
            <a:ext cx="677863" cy="569912"/>
            <a:chOff x="1778" y="3433"/>
            <a:chExt cx="427" cy="359"/>
          </a:xfrm>
        </p:grpSpPr>
        <p:sp>
          <p:nvSpPr>
            <p:cNvPr id="51224" name="Rectangle 24">
              <a:extLst>
                <a:ext uri="{FF2B5EF4-FFF2-40B4-BE49-F238E27FC236}">
                  <a16:creationId xmlns:a16="http://schemas.microsoft.com/office/drawing/2014/main" id="{157E469B-B7B6-31C2-9FF4-2527E0EF3014}"/>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51225" name="Picture 25">
              <a:extLst>
                <a:ext uri="{FF2B5EF4-FFF2-40B4-BE49-F238E27FC236}">
                  <a16:creationId xmlns:a16="http://schemas.microsoft.com/office/drawing/2014/main" id="{B791272B-8E6B-770E-CFA0-C1513457A46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1226" name="Group 26">
            <a:extLst>
              <a:ext uri="{FF2B5EF4-FFF2-40B4-BE49-F238E27FC236}">
                <a16:creationId xmlns:a16="http://schemas.microsoft.com/office/drawing/2014/main" id="{CE3E8327-D7BD-3A04-4A81-70A2267238FC}"/>
              </a:ext>
            </a:extLst>
          </p:cNvPr>
          <p:cNvGrpSpPr>
            <a:grpSpLocks/>
          </p:cNvGrpSpPr>
          <p:nvPr/>
        </p:nvGrpSpPr>
        <p:grpSpPr bwMode="auto">
          <a:xfrm>
            <a:off x="3430589" y="5445125"/>
            <a:ext cx="625475" cy="577850"/>
            <a:chOff x="1201" y="3430"/>
            <a:chExt cx="394" cy="364"/>
          </a:xfrm>
        </p:grpSpPr>
        <p:sp>
          <p:nvSpPr>
            <p:cNvPr id="51227" name="Rectangle 27">
              <a:extLst>
                <a:ext uri="{FF2B5EF4-FFF2-40B4-BE49-F238E27FC236}">
                  <a16:creationId xmlns:a16="http://schemas.microsoft.com/office/drawing/2014/main" id="{76CDC8A8-A67B-82A2-3D18-FD9BA86B7591}"/>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51228" name="Picture 28">
              <a:extLst>
                <a:ext uri="{FF2B5EF4-FFF2-40B4-BE49-F238E27FC236}">
                  <a16:creationId xmlns:a16="http://schemas.microsoft.com/office/drawing/2014/main" id="{FD2026CD-E845-031D-80F0-B90C022ABC6C}"/>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1229" name="Group 29">
            <a:extLst>
              <a:ext uri="{FF2B5EF4-FFF2-40B4-BE49-F238E27FC236}">
                <a16:creationId xmlns:a16="http://schemas.microsoft.com/office/drawing/2014/main" id="{448FB562-D725-9C4A-5F2B-3089F813C375}"/>
              </a:ext>
            </a:extLst>
          </p:cNvPr>
          <p:cNvGrpSpPr>
            <a:grpSpLocks/>
          </p:cNvGrpSpPr>
          <p:nvPr/>
        </p:nvGrpSpPr>
        <p:grpSpPr bwMode="auto">
          <a:xfrm>
            <a:off x="9288464" y="5480050"/>
            <a:ext cx="727075" cy="508000"/>
            <a:chOff x="4891" y="3452"/>
            <a:chExt cx="458" cy="320"/>
          </a:xfrm>
        </p:grpSpPr>
        <p:sp>
          <p:nvSpPr>
            <p:cNvPr id="51230" name="Rectangle 30">
              <a:extLst>
                <a:ext uri="{FF2B5EF4-FFF2-40B4-BE49-F238E27FC236}">
                  <a16:creationId xmlns:a16="http://schemas.microsoft.com/office/drawing/2014/main" id="{A50B1A03-3F67-69AF-6F61-DFF40A6EA5D4}"/>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51231" name="Picture 31">
              <a:extLst>
                <a:ext uri="{FF2B5EF4-FFF2-40B4-BE49-F238E27FC236}">
                  <a16:creationId xmlns:a16="http://schemas.microsoft.com/office/drawing/2014/main" id="{5E644C17-BAD0-6A3B-1B23-C2E3C736DE06}"/>
                </a:ext>
              </a:extLst>
            </p:cNvPr>
            <p:cNvPicPr>
              <a:picLocks noChangeArrowheads="1"/>
            </p:cNvPicPr>
            <p:nvPr/>
          </p:nvPicPr>
          <p:blipFill>
            <a:blip r:embed="rId6">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1232" name="Group 32">
            <a:extLst>
              <a:ext uri="{FF2B5EF4-FFF2-40B4-BE49-F238E27FC236}">
                <a16:creationId xmlns:a16="http://schemas.microsoft.com/office/drawing/2014/main" id="{B9D14032-486F-079C-6320-182292BB371B}"/>
              </a:ext>
            </a:extLst>
          </p:cNvPr>
          <p:cNvGrpSpPr>
            <a:grpSpLocks/>
          </p:cNvGrpSpPr>
          <p:nvPr/>
        </p:nvGrpSpPr>
        <p:grpSpPr bwMode="auto">
          <a:xfrm>
            <a:off x="8120064" y="4014788"/>
            <a:ext cx="1311275" cy="2832100"/>
            <a:chOff x="4155" y="2529"/>
            <a:chExt cx="826" cy="1784"/>
          </a:xfrm>
        </p:grpSpPr>
        <p:sp useBgFill="1">
          <p:nvSpPr>
            <p:cNvPr id="51233" name="Freeform 33">
              <a:extLst>
                <a:ext uri="{FF2B5EF4-FFF2-40B4-BE49-F238E27FC236}">
                  <a16:creationId xmlns:a16="http://schemas.microsoft.com/office/drawing/2014/main" id="{E7EC9BE5-5D8E-5B33-8739-217732BEBBAE}"/>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1234" name="Rectangle 34">
              <a:extLst>
                <a:ext uri="{FF2B5EF4-FFF2-40B4-BE49-F238E27FC236}">
                  <a16:creationId xmlns:a16="http://schemas.microsoft.com/office/drawing/2014/main" id="{820C86A6-8211-5144-F08B-AB653D188411}"/>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grpSp>
        <p:nvGrpSpPr>
          <p:cNvPr id="51235" name="Group 35">
            <a:extLst>
              <a:ext uri="{FF2B5EF4-FFF2-40B4-BE49-F238E27FC236}">
                <a16:creationId xmlns:a16="http://schemas.microsoft.com/office/drawing/2014/main" id="{344C975E-ADFB-D1B5-3184-938A1C371304}"/>
              </a:ext>
            </a:extLst>
          </p:cNvPr>
          <p:cNvGrpSpPr>
            <a:grpSpLocks/>
          </p:cNvGrpSpPr>
          <p:nvPr/>
        </p:nvGrpSpPr>
        <p:grpSpPr bwMode="auto">
          <a:xfrm>
            <a:off x="5237164" y="5465763"/>
            <a:ext cx="625475" cy="558800"/>
            <a:chOff x="2339" y="3443"/>
            <a:chExt cx="394" cy="352"/>
          </a:xfrm>
        </p:grpSpPr>
        <p:pic>
          <p:nvPicPr>
            <p:cNvPr id="51236" name="Picture 36">
              <a:extLst>
                <a:ext uri="{FF2B5EF4-FFF2-40B4-BE49-F238E27FC236}">
                  <a16:creationId xmlns:a16="http://schemas.microsoft.com/office/drawing/2014/main" id="{65DF1AF3-1A2B-A605-0D7A-5895F8120310}"/>
                </a:ext>
              </a:extLst>
            </p:cNvPr>
            <p:cNvPicPr>
              <a:picLocks noChangeArrowheads="1"/>
            </p:cNvPicPr>
            <p:nvPr/>
          </p:nvPicPr>
          <p:blipFill>
            <a:blip r:embed="rId7">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37" name="Rectangle 37">
              <a:extLst>
                <a:ext uri="{FF2B5EF4-FFF2-40B4-BE49-F238E27FC236}">
                  <a16:creationId xmlns:a16="http://schemas.microsoft.com/office/drawing/2014/main" id="{8A69A45B-2104-47EE-16BF-12D406B0F05E}"/>
                </a:ext>
              </a:extLst>
            </p:cNvPr>
            <p:cNvSpPr>
              <a:spLocks noChangeArrowheads="1"/>
            </p:cNvSpPr>
            <p:nvPr/>
          </p:nvSpPr>
          <p:spPr bwMode="auto">
            <a:xfrm>
              <a:off x="2339" y="3443"/>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580625685</a:t>
              </a:r>
            </a:p>
          </p:txBody>
        </p:sp>
      </p:grpSp>
      <p:grpSp>
        <p:nvGrpSpPr>
          <p:cNvPr id="51238" name="Group 38">
            <a:extLst>
              <a:ext uri="{FF2B5EF4-FFF2-40B4-BE49-F238E27FC236}">
                <a16:creationId xmlns:a16="http://schemas.microsoft.com/office/drawing/2014/main" id="{E5025849-B058-28B3-2F03-E16632633BF2}"/>
              </a:ext>
            </a:extLst>
          </p:cNvPr>
          <p:cNvGrpSpPr>
            <a:grpSpLocks/>
          </p:cNvGrpSpPr>
          <p:nvPr/>
        </p:nvGrpSpPr>
        <p:grpSpPr bwMode="auto">
          <a:xfrm>
            <a:off x="7072314" y="5454651"/>
            <a:ext cx="625475" cy="550863"/>
            <a:chOff x="3495" y="3436"/>
            <a:chExt cx="394" cy="347"/>
          </a:xfrm>
        </p:grpSpPr>
        <p:pic>
          <p:nvPicPr>
            <p:cNvPr id="51239" name="Picture 39">
              <a:extLst>
                <a:ext uri="{FF2B5EF4-FFF2-40B4-BE49-F238E27FC236}">
                  <a16:creationId xmlns:a16="http://schemas.microsoft.com/office/drawing/2014/main" id="{0BFA8004-D098-6692-46E9-67236828D17F}"/>
                </a:ext>
              </a:extLst>
            </p:cNvPr>
            <p:cNvPicPr>
              <a:picLocks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1240" name="Rectangle 40">
              <a:extLst>
                <a:ext uri="{FF2B5EF4-FFF2-40B4-BE49-F238E27FC236}">
                  <a16:creationId xmlns:a16="http://schemas.microsoft.com/office/drawing/2014/main" id="{DF5298F7-AFBB-CFBA-5BFF-C3A37A6782E9}"/>
                </a:ext>
              </a:extLst>
            </p:cNvPr>
            <p:cNvSpPr>
              <a:spLocks noChangeArrowheads="1"/>
            </p:cNvSpPr>
            <p:nvPr/>
          </p:nvSpPr>
          <p:spPr bwMode="auto">
            <a:xfrm>
              <a:off x="3495" y="3436"/>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701466868</a:t>
              </a:r>
            </a:p>
          </p:txBody>
        </p:sp>
      </p:grpSp>
      <p:sp>
        <p:nvSpPr>
          <p:cNvPr id="51241" name="AutoShape 41">
            <a:extLst>
              <a:ext uri="{FF2B5EF4-FFF2-40B4-BE49-F238E27FC236}">
                <a16:creationId xmlns:a16="http://schemas.microsoft.com/office/drawing/2014/main" id="{E48E9378-34FA-597F-0115-15F197AEC6A2}"/>
              </a:ext>
            </a:extLst>
          </p:cNvPr>
          <p:cNvSpPr>
            <a:spLocks noChangeArrowheads="1"/>
          </p:cNvSpPr>
          <p:nvPr/>
        </p:nvSpPr>
        <p:spPr bwMode="auto">
          <a:xfrm>
            <a:off x="6200775" y="3746501"/>
            <a:ext cx="1771650" cy="976313"/>
          </a:xfrm>
          <a:prstGeom prst="wedgeRoundRectCallout">
            <a:avLst>
              <a:gd name="adj1" fmla="val -41671"/>
              <a:gd name="adj2" fmla="val 66667"/>
              <a:gd name="adj3" fmla="val 16667"/>
            </a:avLst>
          </a:prstGeom>
          <a:solidFill>
            <a:schemeClr val="bg1"/>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p>
            <a:pPr algn="ctr" eaLnBrk="0" hangingPunct="0"/>
            <a:r>
              <a:rPr lang="en-US" altLang="en-US" b="1"/>
              <a:t>Please</a:t>
            </a:r>
          </a:p>
          <a:p>
            <a:pPr algn="ctr" eaLnBrk="0" hangingPunct="0"/>
            <a:r>
              <a:rPr lang="en-US" altLang="en-US" b="1"/>
              <a:t>delete me.</a:t>
            </a:r>
          </a:p>
        </p:txBody>
      </p:sp>
    </p:spTree>
  </p:cSld>
  <p:clrMapOvr>
    <a:masterClrMapping/>
  </p:clrMapOvr>
  <p:transition>
    <p:pull dir="lu"/>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57281913-37E9-C994-D27D-71F08EE15210}"/>
              </a:ext>
            </a:extLst>
          </p:cNvPr>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altLang="en-US"/>
              <a:t>Deleting a Record</a:t>
            </a:r>
          </a:p>
        </p:txBody>
      </p:sp>
      <p:sp>
        <p:nvSpPr>
          <p:cNvPr id="53251" name="Rectangle 3">
            <a:extLst>
              <a:ext uri="{FF2B5EF4-FFF2-40B4-BE49-F238E27FC236}">
                <a16:creationId xmlns:a16="http://schemas.microsoft.com/office/drawing/2014/main" id="{82BE6CC6-73C2-C45C-3991-99156A6F0C68}"/>
              </a:ext>
            </a:extLst>
          </p:cNvPr>
          <p:cNvSpPr>
            <a:spLocks noGrp="1" noChangeArrowheads="1"/>
          </p:cNvSpPr>
          <p:nvPr>
            <p:ph type="body" sz="half" idx="1"/>
          </p:nvPr>
        </p:nvSpPr>
        <p:spPr>
          <a:xfrm>
            <a:off x="2209800" y="1774825"/>
            <a:ext cx="8294688"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Records may also be deleted from a hash table.</a:t>
            </a:r>
          </a:p>
          <a:p>
            <a:r>
              <a:rPr lang="en-US" altLang="en-US"/>
              <a:t>But the location must not be left as an ordinary "empty spot" since that could interfere with searches.</a:t>
            </a:r>
          </a:p>
        </p:txBody>
      </p:sp>
      <p:sp useBgFill="1">
        <p:nvSpPr>
          <p:cNvPr id="53252" name="Freeform 4">
            <a:extLst>
              <a:ext uri="{FF2B5EF4-FFF2-40B4-BE49-F238E27FC236}">
                <a16:creationId xmlns:a16="http://schemas.microsoft.com/office/drawing/2014/main" id="{AF29574A-97D1-7A57-56AB-C7273E061BE3}"/>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3" name="Rectangle 5">
            <a:extLst>
              <a:ext uri="{FF2B5EF4-FFF2-40B4-BE49-F238E27FC236}">
                <a16:creationId xmlns:a16="http://schemas.microsoft.com/office/drawing/2014/main" id="{02870C5F-81D5-19E8-1617-5A5FA9CCD088}"/>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54" name="Line 6">
            <a:extLst>
              <a:ext uri="{FF2B5EF4-FFF2-40B4-BE49-F238E27FC236}">
                <a16:creationId xmlns:a16="http://schemas.microsoft.com/office/drawing/2014/main" id="{BE25E7F8-1579-3979-D6F3-2451076BBF8E}"/>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5" name="Line 7">
            <a:extLst>
              <a:ext uri="{FF2B5EF4-FFF2-40B4-BE49-F238E27FC236}">
                <a16:creationId xmlns:a16="http://schemas.microsoft.com/office/drawing/2014/main" id="{840C674A-CAF4-93B7-52F1-1A30274ED177}"/>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6" name="Line 8">
            <a:extLst>
              <a:ext uri="{FF2B5EF4-FFF2-40B4-BE49-F238E27FC236}">
                <a16:creationId xmlns:a16="http://schemas.microsoft.com/office/drawing/2014/main" id="{C6895ED3-43D1-1A0C-C79A-A563BD699099}"/>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7" name="Line 9">
            <a:extLst>
              <a:ext uri="{FF2B5EF4-FFF2-40B4-BE49-F238E27FC236}">
                <a16:creationId xmlns:a16="http://schemas.microsoft.com/office/drawing/2014/main" id="{0FE8639A-10FD-84AE-489E-46E510F32D47}"/>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8" name="Line 10">
            <a:extLst>
              <a:ext uri="{FF2B5EF4-FFF2-40B4-BE49-F238E27FC236}">
                <a16:creationId xmlns:a16="http://schemas.microsoft.com/office/drawing/2014/main" id="{15927D04-71C4-1EC4-5E12-D762C88A947B}"/>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59" name="Line 11">
            <a:extLst>
              <a:ext uri="{FF2B5EF4-FFF2-40B4-BE49-F238E27FC236}">
                <a16:creationId xmlns:a16="http://schemas.microsoft.com/office/drawing/2014/main" id="{CD3DF8C1-6095-492A-9385-A4B1178FB5EC}"/>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60" name="Rectangle 12">
            <a:extLst>
              <a:ext uri="{FF2B5EF4-FFF2-40B4-BE49-F238E27FC236}">
                <a16:creationId xmlns:a16="http://schemas.microsoft.com/office/drawing/2014/main" id="{643E076E-72D7-C78A-C9E7-810643810515}"/>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53261" name="Rectangle 13">
            <a:extLst>
              <a:ext uri="{FF2B5EF4-FFF2-40B4-BE49-F238E27FC236}">
                <a16:creationId xmlns:a16="http://schemas.microsoft.com/office/drawing/2014/main" id="{F402ACA5-5EE1-990D-DC51-21F4100FDF21}"/>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53262" name="Rectangle 14">
            <a:extLst>
              <a:ext uri="{FF2B5EF4-FFF2-40B4-BE49-F238E27FC236}">
                <a16:creationId xmlns:a16="http://schemas.microsoft.com/office/drawing/2014/main" id="{808E164D-7DF7-0859-F444-F1144C0D3084}"/>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53263" name="Rectangle 15">
            <a:extLst>
              <a:ext uri="{FF2B5EF4-FFF2-40B4-BE49-F238E27FC236}">
                <a16:creationId xmlns:a16="http://schemas.microsoft.com/office/drawing/2014/main" id="{0B9A27AB-14A0-DC47-8E39-76E48B14D038}"/>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53264" name="Rectangle 16">
            <a:extLst>
              <a:ext uri="{FF2B5EF4-FFF2-40B4-BE49-F238E27FC236}">
                <a16:creationId xmlns:a16="http://schemas.microsoft.com/office/drawing/2014/main" id="{E156C787-63AE-3C6F-6C01-A33969AB4FD8}"/>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53265" name="Rectangle 17">
            <a:extLst>
              <a:ext uri="{FF2B5EF4-FFF2-40B4-BE49-F238E27FC236}">
                <a16:creationId xmlns:a16="http://schemas.microsoft.com/office/drawing/2014/main" id="{5BB72F3B-48BF-F446-D577-012F9D52CDFD}"/>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53266" name="Rectangle 18">
            <a:extLst>
              <a:ext uri="{FF2B5EF4-FFF2-40B4-BE49-F238E27FC236}">
                <a16:creationId xmlns:a16="http://schemas.microsoft.com/office/drawing/2014/main" id="{AE77D44B-0A92-4908-EC51-66B5B901A6E0}"/>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3267" name="Rectangle 19">
            <a:extLst>
              <a:ext uri="{FF2B5EF4-FFF2-40B4-BE49-F238E27FC236}">
                <a16:creationId xmlns:a16="http://schemas.microsoft.com/office/drawing/2014/main" id="{DB0AF9B0-78FD-93FE-BC3B-BDC91AE0E347}"/>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53268" name="Group 20">
            <a:extLst>
              <a:ext uri="{FF2B5EF4-FFF2-40B4-BE49-F238E27FC236}">
                <a16:creationId xmlns:a16="http://schemas.microsoft.com/office/drawing/2014/main" id="{4889C849-05AB-C5D3-976B-A002C65AFD88}"/>
              </a:ext>
            </a:extLst>
          </p:cNvPr>
          <p:cNvGrpSpPr>
            <a:grpSpLocks/>
          </p:cNvGrpSpPr>
          <p:nvPr/>
        </p:nvGrpSpPr>
        <p:grpSpPr bwMode="auto">
          <a:xfrm>
            <a:off x="4346576" y="5449888"/>
            <a:ext cx="677863" cy="569912"/>
            <a:chOff x="1778" y="3433"/>
            <a:chExt cx="427" cy="359"/>
          </a:xfrm>
        </p:grpSpPr>
        <p:sp>
          <p:nvSpPr>
            <p:cNvPr id="53269" name="Rectangle 21">
              <a:extLst>
                <a:ext uri="{FF2B5EF4-FFF2-40B4-BE49-F238E27FC236}">
                  <a16:creationId xmlns:a16="http://schemas.microsoft.com/office/drawing/2014/main" id="{974E5C96-3A06-272F-9AB1-13F6D06E50BF}"/>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53270" name="Picture 22">
              <a:extLst>
                <a:ext uri="{FF2B5EF4-FFF2-40B4-BE49-F238E27FC236}">
                  <a16:creationId xmlns:a16="http://schemas.microsoft.com/office/drawing/2014/main" id="{FEA08380-B861-1ACB-A2BA-6643E1BF2AA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3271" name="Group 23">
            <a:extLst>
              <a:ext uri="{FF2B5EF4-FFF2-40B4-BE49-F238E27FC236}">
                <a16:creationId xmlns:a16="http://schemas.microsoft.com/office/drawing/2014/main" id="{8B94AF24-D77C-4D40-FA70-C231F7751DB9}"/>
              </a:ext>
            </a:extLst>
          </p:cNvPr>
          <p:cNvGrpSpPr>
            <a:grpSpLocks/>
          </p:cNvGrpSpPr>
          <p:nvPr/>
        </p:nvGrpSpPr>
        <p:grpSpPr bwMode="auto">
          <a:xfrm>
            <a:off x="3430589" y="5445125"/>
            <a:ext cx="625475" cy="577850"/>
            <a:chOff x="1201" y="3430"/>
            <a:chExt cx="394" cy="364"/>
          </a:xfrm>
        </p:grpSpPr>
        <p:sp>
          <p:nvSpPr>
            <p:cNvPr id="53272" name="Rectangle 24">
              <a:extLst>
                <a:ext uri="{FF2B5EF4-FFF2-40B4-BE49-F238E27FC236}">
                  <a16:creationId xmlns:a16="http://schemas.microsoft.com/office/drawing/2014/main" id="{85D469F8-A8C7-9582-C501-CF59567CD507}"/>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53273" name="Picture 25">
              <a:extLst>
                <a:ext uri="{FF2B5EF4-FFF2-40B4-BE49-F238E27FC236}">
                  <a16:creationId xmlns:a16="http://schemas.microsoft.com/office/drawing/2014/main" id="{06A3AEA5-62A1-FFDE-019A-24755A16F2A9}"/>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3274" name="Group 26">
            <a:extLst>
              <a:ext uri="{FF2B5EF4-FFF2-40B4-BE49-F238E27FC236}">
                <a16:creationId xmlns:a16="http://schemas.microsoft.com/office/drawing/2014/main" id="{EF9C4389-848F-FC08-6F31-AB35080D99C3}"/>
              </a:ext>
            </a:extLst>
          </p:cNvPr>
          <p:cNvGrpSpPr>
            <a:grpSpLocks/>
          </p:cNvGrpSpPr>
          <p:nvPr/>
        </p:nvGrpSpPr>
        <p:grpSpPr bwMode="auto">
          <a:xfrm>
            <a:off x="9288464" y="5480050"/>
            <a:ext cx="727075" cy="508000"/>
            <a:chOff x="4891" y="3452"/>
            <a:chExt cx="458" cy="320"/>
          </a:xfrm>
        </p:grpSpPr>
        <p:sp>
          <p:nvSpPr>
            <p:cNvPr id="53275" name="Rectangle 27">
              <a:extLst>
                <a:ext uri="{FF2B5EF4-FFF2-40B4-BE49-F238E27FC236}">
                  <a16:creationId xmlns:a16="http://schemas.microsoft.com/office/drawing/2014/main" id="{C130B7A3-70C6-5D3C-BD27-45EB7846142D}"/>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53276" name="Picture 28">
              <a:extLst>
                <a:ext uri="{FF2B5EF4-FFF2-40B4-BE49-F238E27FC236}">
                  <a16:creationId xmlns:a16="http://schemas.microsoft.com/office/drawing/2014/main" id="{10B5A061-15D9-5F32-65AD-815A82BFE82F}"/>
                </a:ext>
              </a:extLst>
            </p:cNvPr>
            <p:cNvPicPr>
              <a:picLocks noChangeArrowheads="1"/>
            </p:cNvPicPr>
            <p:nvPr/>
          </p:nvPicPr>
          <p:blipFill>
            <a:blip r:embed="rId5">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3277" name="Group 29">
            <a:extLst>
              <a:ext uri="{FF2B5EF4-FFF2-40B4-BE49-F238E27FC236}">
                <a16:creationId xmlns:a16="http://schemas.microsoft.com/office/drawing/2014/main" id="{054A9C12-8E23-4FEA-930B-DE2D34FA0094}"/>
              </a:ext>
            </a:extLst>
          </p:cNvPr>
          <p:cNvGrpSpPr>
            <a:grpSpLocks/>
          </p:cNvGrpSpPr>
          <p:nvPr/>
        </p:nvGrpSpPr>
        <p:grpSpPr bwMode="auto">
          <a:xfrm>
            <a:off x="8120064" y="4014788"/>
            <a:ext cx="1311275" cy="2832100"/>
            <a:chOff x="4155" y="2529"/>
            <a:chExt cx="826" cy="1784"/>
          </a:xfrm>
        </p:grpSpPr>
        <p:sp useBgFill="1">
          <p:nvSpPr>
            <p:cNvPr id="53278" name="Freeform 30">
              <a:extLst>
                <a:ext uri="{FF2B5EF4-FFF2-40B4-BE49-F238E27FC236}">
                  <a16:creationId xmlns:a16="http://schemas.microsoft.com/office/drawing/2014/main" id="{381B007B-DEDB-A176-6523-31E1DFD17AEC}"/>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3279" name="Rectangle 31">
              <a:extLst>
                <a:ext uri="{FF2B5EF4-FFF2-40B4-BE49-F238E27FC236}">
                  <a16:creationId xmlns:a16="http://schemas.microsoft.com/office/drawing/2014/main" id="{BDCD017F-BA45-477D-7661-CEED581A05CC}"/>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grpSp>
        <p:nvGrpSpPr>
          <p:cNvPr id="53280" name="Group 32">
            <a:extLst>
              <a:ext uri="{FF2B5EF4-FFF2-40B4-BE49-F238E27FC236}">
                <a16:creationId xmlns:a16="http://schemas.microsoft.com/office/drawing/2014/main" id="{95A74B50-E011-D525-9C38-946EF2DDAA05}"/>
              </a:ext>
            </a:extLst>
          </p:cNvPr>
          <p:cNvGrpSpPr>
            <a:grpSpLocks/>
          </p:cNvGrpSpPr>
          <p:nvPr/>
        </p:nvGrpSpPr>
        <p:grpSpPr bwMode="auto">
          <a:xfrm>
            <a:off x="5237164" y="5465763"/>
            <a:ext cx="625475" cy="558800"/>
            <a:chOff x="2339" y="3443"/>
            <a:chExt cx="394" cy="352"/>
          </a:xfrm>
        </p:grpSpPr>
        <p:pic>
          <p:nvPicPr>
            <p:cNvPr id="53281" name="Picture 33">
              <a:extLst>
                <a:ext uri="{FF2B5EF4-FFF2-40B4-BE49-F238E27FC236}">
                  <a16:creationId xmlns:a16="http://schemas.microsoft.com/office/drawing/2014/main" id="{E50236CA-2D97-9728-D109-3B0D434A8BB7}"/>
                </a:ext>
              </a:extLst>
            </p:cNvPr>
            <p:cNvPicPr>
              <a:picLocks noChangeArrowheads="1"/>
            </p:cNvPicPr>
            <p:nvPr/>
          </p:nvPicPr>
          <p:blipFill>
            <a:blip r:embed="rId6">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282" name="Rectangle 34">
              <a:extLst>
                <a:ext uri="{FF2B5EF4-FFF2-40B4-BE49-F238E27FC236}">
                  <a16:creationId xmlns:a16="http://schemas.microsoft.com/office/drawing/2014/main" id="{6027275D-F3E7-F917-478D-45B155302713}"/>
                </a:ext>
              </a:extLst>
            </p:cNvPr>
            <p:cNvSpPr>
              <a:spLocks noChangeArrowheads="1"/>
            </p:cNvSpPr>
            <p:nvPr/>
          </p:nvSpPr>
          <p:spPr bwMode="auto">
            <a:xfrm>
              <a:off x="2339" y="3443"/>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580625685</a:t>
              </a:r>
            </a:p>
          </p:txBody>
        </p:sp>
      </p:grpSp>
      <p:grpSp>
        <p:nvGrpSpPr>
          <p:cNvPr id="53283" name="Group 35">
            <a:extLst>
              <a:ext uri="{FF2B5EF4-FFF2-40B4-BE49-F238E27FC236}">
                <a16:creationId xmlns:a16="http://schemas.microsoft.com/office/drawing/2014/main" id="{759453E4-0977-38DD-E2E0-261B69C66592}"/>
              </a:ext>
            </a:extLst>
          </p:cNvPr>
          <p:cNvGrpSpPr>
            <a:grpSpLocks/>
          </p:cNvGrpSpPr>
          <p:nvPr/>
        </p:nvGrpSpPr>
        <p:grpSpPr bwMode="auto">
          <a:xfrm>
            <a:off x="7072314" y="5454651"/>
            <a:ext cx="625475" cy="550863"/>
            <a:chOff x="3495" y="3436"/>
            <a:chExt cx="394" cy="347"/>
          </a:xfrm>
        </p:grpSpPr>
        <p:pic>
          <p:nvPicPr>
            <p:cNvPr id="53284" name="Picture 36">
              <a:extLst>
                <a:ext uri="{FF2B5EF4-FFF2-40B4-BE49-F238E27FC236}">
                  <a16:creationId xmlns:a16="http://schemas.microsoft.com/office/drawing/2014/main" id="{CEEA621A-B858-EF47-2EEF-A290676AC24E}"/>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3285" name="Rectangle 37">
              <a:extLst>
                <a:ext uri="{FF2B5EF4-FFF2-40B4-BE49-F238E27FC236}">
                  <a16:creationId xmlns:a16="http://schemas.microsoft.com/office/drawing/2014/main" id="{DE0DD0CB-0E46-A651-7AB5-0E13FB5B7084}"/>
                </a:ext>
              </a:extLst>
            </p:cNvPr>
            <p:cNvSpPr>
              <a:spLocks noChangeArrowheads="1"/>
            </p:cNvSpPr>
            <p:nvPr/>
          </p:nvSpPr>
          <p:spPr bwMode="auto">
            <a:xfrm>
              <a:off x="3495" y="3436"/>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701466868</a:t>
              </a:r>
            </a:p>
          </p:txBody>
        </p:sp>
      </p:grpSp>
    </p:spTree>
  </p:cSld>
  <p:clrMapOvr>
    <a:masterClrMapping/>
  </p:clrMapOvr>
  <p:transition>
    <p:pull dir="lu"/>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D0CF6B8C-A1FA-57A9-1B00-B6894DD80094}"/>
              </a:ext>
            </a:extLst>
          </p:cNvPr>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altLang="en-US"/>
              <a:t>Deleting a Record</a:t>
            </a:r>
          </a:p>
        </p:txBody>
      </p:sp>
      <p:sp useBgFill="1">
        <p:nvSpPr>
          <p:cNvPr id="55299" name="Freeform 3">
            <a:extLst>
              <a:ext uri="{FF2B5EF4-FFF2-40B4-BE49-F238E27FC236}">
                <a16:creationId xmlns:a16="http://schemas.microsoft.com/office/drawing/2014/main" id="{437C5D63-AA35-4C98-107C-4602A450E763}"/>
              </a:ext>
            </a:extLst>
          </p:cNvPr>
          <p:cNvSpPr>
            <a:spLocks/>
          </p:cNvSpPr>
          <p:nvPr/>
        </p:nvSpPr>
        <p:spPr bwMode="auto">
          <a:xfrm>
            <a:off x="8342314" y="3355975"/>
            <a:ext cx="1311275" cy="2832100"/>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0" name="Rectangle 4">
            <a:extLst>
              <a:ext uri="{FF2B5EF4-FFF2-40B4-BE49-F238E27FC236}">
                <a16:creationId xmlns:a16="http://schemas.microsoft.com/office/drawing/2014/main" id="{62AEB9FB-DA29-101B-501B-F72AD62930B2}"/>
              </a:ext>
            </a:extLst>
          </p:cNvPr>
          <p:cNvSpPr>
            <a:spLocks noChangeArrowheads="1"/>
          </p:cNvSpPr>
          <p:nvPr/>
        </p:nvSpPr>
        <p:spPr bwMode="auto">
          <a:xfrm>
            <a:off x="2363789" y="5341938"/>
            <a:ext cx="6046787"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01" name="Line 5">
            <a:extLst>
              <a:ext uri="{FF2B5EF4-FFF2-40B4-BE49-F238E27FC236}">
                <a16:creationId xmlns:a16="http://schemas.microsoft.com/office/drawing/2014/main" id="{83CA9B77-41E6-5DBD-21BC-D243222916E9}"/>
              </a:ext>
            </a:extLst>
          </p:cNvPr>
          <p:cNvSpPr>
            <a:spLocks noChangeShapeType="1"/>
          </p:cNvSpPr>
          <p:nvPr/>
        </p:nvSpPr>
        <p:spPr bwMode="auto">
          <a:xfrm>
            <a:off x="32766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2" name="Line 6">
            <a:extLst>
              <a:ext uri="{FF2B5EF4-FFF2-40B4-BE49-F238E27FC236}">
                <a16:creationId xmlns:a16="http://schemas.microsoft.com/office/drawing/2014/main" id="{033B0DD0-9777-A0F4-D337-2478C18CAF17}"/>
              </a:ext>
            </a:extLst>
          </p:cNvPr>
          <p:cNvSpPr>
            <a:spLocks noChangeShapeType="1"/>
          </p:cNvSpPr>
          <p:nvPr/>
        </p:nvSpPr>
        <p:spPr bwMode="auto">
          <a:xfrm>
            <a:off x="4191000" y="5338763"/>
            <a:ext cx="0"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3" name="Line 7">
            <a:extLst>
              <a:ext uri="{FF2B5EF4-FFF2-40B4-BE49-F238E27FC236}">
                <a16:creationId xmlns:a16="http://schemas.microsoft.com/office/drawing/2014/main" id="{162D6A32-B9D2-2BC4-199A-29AF88DE4C90}"/>
              </a:ext>
            </a:extLst>
          </p:cNvPr>
          <p:cNvSpPr>
            <a:spLocks noChangeShapeType="1"/>
          </p:cNvSpPr>
          <p:nvPr/>
        </p:nvSpPr>
        <p:spPr bwMode="auto">
          <a:xfrm>
            <a:off x="5103814" y="5338763"/>
            <a:ext cx="1587" cy="792162"/>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4" name="Line 8">
            <a:extLst>
              <a:ext uri="{FF2B5EF4-FFF2-40B4-BE49-F238E27FC236}">
                <a16:creationId xmlns:a16="http://schemas.microsoft.com/office/drawing/2014/main" id="{D72C435D-EA2C-08E2-1159-1228CAF488F7}"/>
              </a:ext>
            </a:extLst>
          </p:cNvPr>
          <p:cNvSpPr>
            <a:spLocks noChangeShapeType="1"/>
          </p:cNvSpPr>
          <p:nvPr/>
        </p:nvSpPr>
        <p:spPr bwMode="auto">
          <a:xfrm>
            <a:off x="60198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5" name="Line 9">
            <a:extLst>
              <a:ext uri="{FF2B5EF4-FFF2-40B4-BE49-F238E27FC236}">
                <a16:creationId xmlns:a16="http://schemas.microsoft.com/office/drawing/2014/main" id="{422B7F18-1188-153A-2F3E-97E81B79FF8B}"/>
              </a:ext>
            </a:extLst>
          </p:cNvPr>
          <p:cNvSpPr>
            <a:spLocks noChangeShapeType="1"/>
          </p:cNvSpPr>
          <p:nvPr/>
        </p:nvSpPr>
        <p:spPr bwMode="auto">
          <a:xfrm>
            <a:off x="6934200" y="5341939"/>
            <a:ext cx="0" cy="784225"/>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6" name="Line 10">
            <a:extLst>
              <a:ext uri="{FF2B5EF4-FFF2-40B4-BE49-F238E27FC236}">
                <a16:creationId xmlns:a16="http://schemas.microsoft.com/office/drawing/2014/main" id="{5BFD9DAF-F566-36E3-096B-2542CF9E039E}"/>
              </a:ext>
            </a:extLst>
          </p:cNvPr>
          <p:cNvSpPr>
            <a:spLocks noChangeShapeType="1"/>
          </p:cNvSpPr>
          <p:nvPr/>
        </p:nvSpPr>
        <p:spPr bwMode="auto">
          <a:xfrm>
            <a:off x="7848600" y="5337175"/>
            <a:ext cx="0" cy="7937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07" name="Rectangle 11">
            <a:extLst>
              <a:ext uri="{FF2B5EF4-FFF2-40B4-BE49-F238E27FC236}">
                <a16:creationId xmlns:a16="http://schemas.microsoft.com/office/drawing/2014/main" id="{E04C92A5-70F1-030B-54AE-541F5B4A61F1}"/>
              </a:ext>
            </a:extLst>
          </p:cNvPr>
          <p:cNvSpPr>
            <a:spLocks noChangeArrowheads="1"/>
          </p:cNvSpPr>
          <p:nvPr/>
        </p:nvSpPr>
        <p:spPr bwMode="auto">
          <a:xfrm>
            <a:off x="2486025"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[ 0 ]</a:t>
            </a:r>
          </a:p>
        </p:txBody>
      </p:sp>
      <p:sp>
        <p:nvSpPr>
          <p:cNvPr id="55308" name="Rectangle 12">
            <a:extLst>
              <a:ext uri="{FF2B5EF4-FFF2-40B4-BE49-F238E27FC236}">
                <a16:creationId xmlns:a16="http://schemas.microsoft.com/office/drawing/2014/main" id="{775A9FEF-8481-8A1F-1341-15948B1102A7}"/>
              </a:ext>
            </a:extLst>
          </p:cNvPr>
          <p:cNvSpPr>
            <a:spLocks noChangeArrowheads="1"/>
          </p:cNvSpPr>
          <p:nvPr/>
        </p:nvSpPr>
        <p:spPr bwMode="auto">
          <a:xfrm>
            <a:off x="34110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[ 1 ]</a:t>
            </a:r>
          </a:p>
        </p:txBody>
      </p:sp>
      <p:sp>
        <p:nvSpPr>
          <p:cNvPr id="55309" name="Rectangle 13">
            <a:extLst>
              <a:ext uri="{FF2B5EF4-FFF2-40B4-BE49-F238E27FC236}">
                <a16:creationId xmlns:a16="http://schemas.microsoft.com/office/drawing/2014/main" id="{86D97620-0724-F1AC-12A2-137D6245124C}"/>
              </a:ext>
            </a:extLst>
          </p:cNvPr>
          <p:cNvSpPr>
            <a:spLocks noChangeArrowheads="1"/>
          </p:cNvSpPr>
          <p:nvPr/>
        </p:nvSpPr>
        <p:spPr bwMode="auto">
          <a:xfrm>
            <a:off x="4325450"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[ 2 ]</a:t>
            </a:r>
          </a:p>
        </p:txBody>
      </p:sp>
      <p:sp>
        <p:nvSpPr>
          <p:cNvPr id="55310" name="Rectangle 14">
            <a:extLst>
              <a:ext uri="{FF2B5EF4-FFF2-40B4-BE49-F238E27FC236}">
                <a16:creationId xmlns:a16="http://schemas.microsoft.com/office/drawing/2014/main" id="{0B231CA5-17D0-CE50-BB60-850980FEE8A4}"/>
              </a:ext>
            </a:extLst>
          </p:cNvPr>
          <p:cNvSpPr>
            <a:spLocks noChangeArrowheads="1"/>
          </p:cNvSpPr>
          <p:nvPr/>
        </p:nvSpPr>
        <p:spPr bwMode="auto">
          <a:xfrm>
            <a:off x="52065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[ 3 ]</a:t>
            </a:r>
          </a:p>
        </p:txBody>
      </p:sp>
      <p:sp>
        <p:nvSpPr>
          <p:cNvPr id="55311" name="Rectangle 15">
            <a:extLst>
              <a:ext uri="{FF2B5EF4-FFF2-40B4-BE49-F238E27FC236}">
                <a16:creationId xmlns:a16="http://schemas.microsoft.com/office/drawing/2014/main" id="{43826CD4-8F18-F4C8-D687-2F57683221C0}"/>
              </a:ext>
            </a:extLst>
          </p:cNvPr>
          <p:cNvSpPr>
            <a:spLocks noChangeArrowheads="1"/>
          </p:cNvSpPr>
          <p:nvPr/>
        </p:nvSpPr>
        <p:spPr bwMode="auto">
          <a:xfrm>
            <a:off x="612091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[ 4 ]</a:t>
            </a:r>
          </a:p>
        </p:txBody>
      </p:sp>
      <p:sp>
        <p:nvSpPr>
          <p:cNvPr id="55312" name="Rectangle 16">
            <a:extLst>
              <a:ext uri="{FF2B5EF4-FFF2-40B4-BE49-F238E27FC236}">
                <a16:creationId xmlns:a16="http://schemas.microsoft.com/office/drawing/2014/main" id="{EBE65267-CB5C-8DCB-FF87-D5C116A16B5A}"/>
              </a:ext>
            </a:extLst>
          </p:cNvPr>
          <p:cNvSpPr>
            <a:spLocks noChangeArrowheads="1"/>
          </p:cNvSpPr>
          <p:nvPr/>
        </p:nvSpPr>
        <p:spPr bwMode="auto">
          <a:xfrm>
            <a:off x="7092463" y="4878389"/>
            <a:ext cx="59311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algn="ctr" eaLnBrk="0" hangingPunct="0"/>
            <a:r>
              <a:rPr lang="en-US" altLang="en-US" b="1">
                <a:latin typeface="Arial" panose="020B0604020202020204" pitchFamily="34" charset="0"/>
              </a:rPr>
              <a:t>[ 5 ]</a:t>
            </a:r>
          </a:p>
        </p:txBody>
      </p:sp>
      <p:sp>
        <p:nvSpPr>
          <p:cNvPr id="55313" name="Rectangle 17">
            <a:extLst>
              <a:ext uri="{FF2B5EF4-FFF2-40B4-BE49-F238E27FC236}">
                <a16:creationId xmlns:a16="http://schemas.microsoft.com/office/drawing/2014/main" id="{FF83640F-AAB5-67DF-7028-D0EF8894C448}"/>
              </a:ext>
            </a:extLst>
          </p:cNvPr>
          <p:cNvSpPr>
            <a:spLocks noChangeArrowheads="1"/>
          </p:cNvSpPr>
          <p:nvPr/>
        </p:nvSpPr>
        <p:spPr bwMode="auto">
          <a:xfrm>
            <a:off x="9193213" y="5341938"/>
            <a:ext cx="901700" cy="785812"/>
          </a:xfrm>
          <a:prstGeom prst="rect">
            <a:avLst/>
          </a:prstGeom>
          <a:solidFill>
            <a:schemeClr val="folHlink"/>
          </a:solidFill>
          <a:ln w="127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14" name="Rectangle 18">
            <a:extLst>
              <a:ext uri="{FF2B5EF4-FFF2-40B4-BE49-F238E27FC236}">
                <a16:creationId xmlns:a16="http://schemas.microsoft.com/office/drawing/2014/main" id="{EA911334-1841-72C7-57B0-48B7F510F5E9}"/>
              </a:ext>
            </a:extLst>
          </p:cNvPr>
          <p:cNvSpPr>
            <a:spLocks noChangeArrowheads="1"/>
          </p:cNvSpPr>
          <p:nvPr/>
        </p:nvSpPr>
        <p:spPr bwMode="auto">
          <a:xfrm>
            <a:off x="9350375" y="4881564"/>
            <a:ext cx="785472" cy="366767"/>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[ 700]</a:t>
            </a:r>
          </a:p>
        </p:txBody>
      </p:sp>
      <p:grpSp>
        <p:nvGrpSpPr>
          <p:cNvPr id="55315" name="Group 19">
            <a:extLst>
              <a:ext uri="{FF2B5EF4-FFF2-40B4-BE49-F238E27FC236}">
                <a16:creationId xmlns:a16="http://schemas.microsoft.com/office/drawing/2014/main" id="{218924FA-29F3-1524-23E6-9980D0BA5BBE}"/>
              </a:ext>
            </a:extLst>
          </p:cNvPr>
          <p:cNvGrpSpPr>
            <a:grpSpLocks/>
          </p:cNvGrpSpPr>
          <p:nvPr/>
        </p:nvGrpSpPr>
        <p:grpSpPr bwMode="auto">
          <a:xfrm>
            <a:off x="4346576" y="5449888"/>
            <a:ext cx="677863" cy="569912"/>
            <a:chOff x="1778" y="3433"/>
            <a:chExt cx="427" cy="359"/>
          </a:xfrm>
        </p:grpSpPr>
        <p:sp>
          <p:nvSpPr>
            <p:cNvPr id="55316" name="Rectangle 20">
              <a:extLst>
                <a:ext uri="{FF2B5EF4-FFF2-40B4-BE49-F238E27FC236}">
                  <a16:creationId xmlns:a16="http://schemas.microsoft.com/office/drawing/2014/main" id="{3E720426-F6D8-F6C8-B3A9-3313FBF6275D}"/>
                </a:ext>
              </a:extLst>
            </p:cNvPr>
            <p:cNvSpPr>
              <a:spLocks noChangeArrowheads="1"/>
            </p:cNvSpPr>
            <p:nvPr/>
          </p:nvSpPr>
          <p:spPr bwMode="auto">
            <a:xfrm>
              <a:off x="1778" y="3433"/>
              <a:ext cx="427"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233667136</a:t>
              </a:r>
            </a:p>
          </p:txBody>
        </p:sp>
        <p:pic>
          <p:nvPicPr>
            <p:cNvPr id="55317" name="Picture 21">
              <a:extLst>
                <a:ext uri="{FF2B5EF4-FFF2-40B4-BE49-F238E27FC236}">
                  <a16:creationId xmlns:a16="http://schemas.microsoft.com/office/drawing/2014/main" id="{A09C720A-950D-FB94-5B37-81D6EAE41A4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06" y="3488"/>
              <a:ext cx="327" cy="304"/>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5318" name="Group 22">
            <a:extLst>
              <a:ext uri="{FF2B5EF4-FFF2-40B4-BE49-F238E27FC236}">
                <a16:creationId xmlns:a16="http://schemas.microsoft.com/office/drawing/2014/main" id="{0965D562-130C-5988-6A20-829E2915F2F7}"/>
              </a:ext>
            </a:extLst>
          </p:cNvPr>
          <p:cNvGrpSpPr>
            <a:grpSpLocks/>
          </p:cNvGrpSpPr>
          <p:nvPr/>
        </p:nvGrpSpPr>
        <p:grpSpPr bwMode="auto">
          <a:xfrm>
            <a:off x="3430589" y="5445125"/>
            <a:ext cx="625475" cy="577850"/>
            <a:chOff x="1201" y="3430"/>
            <a:chExt cx="394" cy="364"/>
          </a:xfrm>
        </p:grpSpPr>
        <p:sp>
          <p:nvSpPr>
            <p:cNvPr id="55319" name="Rectangle 23">
              <a:extLst>
                <a:ext uri="{FF2B5EF4-FFF2-40B4-BE49-F238E27FC236}">
                  <a16:creationId xmlns:a16="http://schemas.microsoft.com/office/drawing/2014/main" id="{44D64B95-A5E4-D38B-A454-2011EA28D166}"/>
                </a:ext>
              </a:extLst>
            </p:cNvPr>
            <p:cNvSpPr>
              <a:spLocks noChangeArrowheads="1"/>
            </p:cNvSpPr>
            <p:nvPr/>
          </p:nvSpPr>
          <p:spPr bwMode="auto">
            <a:xfrm>
              <a:off x="1201" y="3430"/>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281942902</a:t>
              </a:r>
            </a:p>
          </p:txBody>
        </p:sp>
        <p:pic>
          <p:nvPicPr>
            <p:cNvPr id="55320" name="Picture 24">
              <a:extLst>
                <a:ext uri="{FF2B5EF4-FFF2-40B4-BE49-F238E27FC236}">
                  <a16:creationId xmlns:a16="http://schemas.microsoft.com/office/drawing/2014/main" id="{580ECC40-F0FB-D1DD-5A85-235318ADD8F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 y="3493"/>
              <a:ext cx="335" cy="30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5321" name="Group 25">
            <a:extLst>
              <a:ext uri="{FF2B5EF4-FFF2-40B4-BE49-F238E27FC236}">
                <a16:creationId xmlns:a16="http://schemas.microsoft.com/office/drawing/2014/main" id="{04BDF043-5986-DBD6-DC0D-9F8BEDB35721}"/>
              </a:ext>
            </a:extLst>
          </p:cNvPr>
          <p:cNvGrpSpPr>
            <a:grpSpLocks/>
          </p:cNvGrpSpPr>
          <p:nvPr/>
        </p:nvGrpSpPr>
        <p:grpSpPr bwMode="auto">
          <a:xfrm>
            <a:off x="9288464" y="5480050"/>
            <a:ext cx="727075" cy="508000"/>
            <a:chOff x="4891" y="3452"/>
            <a:chExt cx="458" cy="320"/>
          </a:xfrm>
        </p:grpSpPr>
        <p:sp>
          <p:nvSpPr>
            <p:cNvPr id="55322" name="Rectangle 26">
              <a:extLst>
                <a:ext uri="{FF2B5EF4-FFF2-40B4-BE49-F238E27FC236}">
                  <a16:creationId xmlns:a16="http://schemas.microsoft.com/office/drawing/2014/main" id="{1DEC3C0D-1120-0E2D-CE37-E6238613093D}"/>
                </a:ext>
              </a:extLst>
            </p:cNvPr>
            <p:cNvSpPr>
              <a:spLocks noChangeArrowheads="1"/>
            </p:cNvSpPr>
            <p:nvPr/>
          </p:nvSpPr>
          <p:spPr bwMode="auto">
            <a:xfrm>
              <a:off x="4928" y="3452"/>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155778322</a:t>
              </a:r>
            </a:p>
          </p:txBody>
        </p:sp>
        <p:pic>
          <p:nvPicPr>
            <p:cNvPr id="55323" name="Picture 27">
              <a:extLst>
                <a:ext uri="{FF2B5EF4-FFF2-40B4-BE49-F238E27FC236}">
                  <a16:creationId xmlns:a16="http://schemas.microsoft.com/office/drawing/2014/main" id="{53B0BD52-2282-BB31-8678-3AA553D3C34F}"/>
                </a:ext>
              </a:extLst>
            </p:cNvPr>
            <p:cNvPicPr>
              <a:picLocks noChangeArrowheads="1"/>
            </p:cNvPicPr>
            <p:nvPr/>
          </p:nvPicPr>
          <p:blipFill>
            <a:blip r:embed="rId5">
              <a:extLst>
                <a:ext uri="{28A0092B-C50C-407E-A947-70E740481C1C}">
                  <a14:useLocalDpi xmlns:a14="http://schemas.microsoft.com/office/drawing/2010/main" val="0"/>
                </a:ext>
              </a:extLst>
            </a:blip>
            <a:srcRect b="53265"/>
            <a:stretch>
              <a:fillRect/>
            </a:stretch>
          </p:blipFill>
          <p:spPr bwMode="auto">
            <a:xfrm>
              <a:off x="4891" y="3500"/>
              <a:ext cx="458"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grpSp>
        <p:nvGrpSpPr>
          <p:cNvPr id="55324" name="Group 28">
            <a:extLst>
              <a:ext uri="{FF2B5EF4-FFF2-40B4-BE49-F238E27FC236}">
                <a16:creationId xmlns:a16="http://schemas.microsoft.com/office/drawing/2014/main" id="{270DC749-003A-9ED2-74D4-85907A8FB536}"/>
              </a:ext>
            </a:extLst>
          </p:cNvPr>
          <p:cNvGrpSpPr>
            <a:grpSpLocks/>
          </p:cNvGrpSpPr>
          <p:nvPr/>
        </p:nvGrpSpPr>
        <p:grpSpPr bwMode="auto">
          <a:xfrm>
            <a:off x="8120064" y="4014788"/>
            <a:ext cx="1311275" cy="2832100"/>
            <a:chOff x="4155" y="2529"/>
            <a:chExt cx="826" cy="1784"/>
          </a:xfrm>
        </p:grpSpPr>
        <p:sp useBgFill="1">
          <p:nvSpPr>
            <p:cNvPr id="55325" name="Freeform 29">
              <a:extLst>
                <a:ext uri="{FF2B5EF4-FFF2-40B4-BE49-F238E27FC236}">
                  <a16:creationId xmlns:a16="http://schemas.microsoft.com/office/drawing/2014/main" id="{9E96B00B-E9C9-DD7A-CA16-A0722B3B4FFE}"/>
                </a:ext>
              </a:extLst>
            </p:cNvPr>
            <p:cNvSpPr>
              <a:spLocks/>
            </p:cNvSpPr>
            <p:nvPr/>
          </p:nvSpPr>
          <p:spPr bwMode="auto">
            <a:xfrm>
              <a:off x="4155" y="2529"/>
              <a:ext cx="826" cy="1784"/>
            </a:xfrm>
            <a:custGeom>
              <a:avLst/>
              <a:gdLst>
                <a:gd name="T0" fmla="*/ 334 w 826"/>
                <a:gd name="T1" fmla="*/ 0 h 1784"/>
                <a:gd name="T2" fmla="*/ 0 w 826"/>
                <a:gd name="T3" fmla="*/ 955 h 1784"/>
                <a:gd name="T4" fmla="*/ 101 w 826"/>
                <a:gd name="T5" fmla="*/ 1115 h 1784"/>
                <a:gd name="T6" fmla="*/ 43 w 826"/>
                <a:gd name="T7" fmla="*/ 1227 h 1784"/>
                <a:gd name="T8" fmla="*/ 242 w 826"/>
                <a:gd name="T9" fmla="*/ 1783 h 1784"/>
                <a:gd name="T10" fmla="*/ 825 w 826"/>
                <a:gd name="T11" fmla="*/ 1167 h 1784"/>
                <a:gd name="T12" fmla="*/ 334 w 826"/>
                <a:gd name="T13" fmla="*/ 0 h 1784"/>
              </a:gdLst>
              <a:ahLst/>
              <a:cxnLst>
                <a:cxn ang="0">
                  <a:pos x="T0" y="T1"/>
                </a:cxn>
                <a:cxn ang="0">
                  <a:pos x="T2" y="T3"/>
                </a:cxn>
                <a:cxn ang="0">
                  <a:pos x="T4" y="T5"/>
                </a:cxn>
                <a:cxn ang="0">
                  <a:pos x="T6" y="T7"/>
                </a:cxn>
                <a:cxn ang="0">
                  <a:pos x="T8" y="T9"/>
                </a:cxn>
                <a:cxn ang="0">
                  <a:pos x="T10" y="T11"/>
                </a:cxn>
                <a:cxn ang="0">
                  <a:pos x="T12" y="T13"/>
                </a:cxn>
              </a:cxnLst>
              <a:rect l="0" t="0" r="r" b="b"/>
              <a:pathLst>
                <a:path w="826" h="1784">
                  <a:moveTo>
                    <a:pt x="334" y="0"/>
                  </a:moveTo>
                  <a:lnTo>
                    <a:pt x="0" y="955"/>
                  </a:lnTo>
                  <a:lnTo>
                    <a:pt x="101" y="1115"/>
                  </a:lnTo>
                  <a:lnTo>
                    <a:pt x="43" y="1227"/>
                  </a:lnTo>
                  <a:lnTo>
                    <a:pt x="242" y="1783"/>
                  </a:lnTo>
                  <a:lnTo>
                    <a:pt x="825" y="1167"/>
                  </a:lnTo>
                  <a:lnTo>
                    <a:pt x="334" y="0"/>
                  </a:lnTo>
                </a:path>
              </a:pathLst>
            </a:custGeom>
            <a:ln>
              <a:noFill/>
            </a:ln>
            <a:effectLst/>
            <a:extLst>
              <a:ext uri="{91240B29-F687-4F45-9708-019B960494DF}">
                <a14:hiddenLine xmlns:a14="http://schemas.microsoft.com/office/drawing/2010/main" w="12700" cap="rnd" cmpd="sng">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55326" name="Rectangle 30">
              <a:extLst>
                <a:ext uri="{FF2B5EF4-FFF2-40B4-BE49-F238E27FC236}">
                  <a16:creationId xmlns:a16="http://schemas.microsoft.com/office/drawing/2014/main" id="{CD241709-BDDC-82DC-D99D-BEC1EDD0C8AB}"/>
                </a:ext>
              </a:extLst>
            </p:cNvPr>
            <p:cNvSpPr>
              <a:spLocks noChangeArrowheads="1"/>
            </p:cNvSpPr>
            <p:nvPr/>
          </p:nvSpPr>
          <p:spPr bwMode="auto">
            <a:xfrm>
              <a:off x="4354" y="3462"/>
              <a:ext cx="317" cy="231"/>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spAutoFit/>
            </a:bodyPr>
            <a:lstStyle/>
            <a:p>
              <a:pPr eaLnBrk="0" hangingPunct="0"/>
              <a:r>
                <a:rPr lang="en-US" altLang="en-US" b="1">
                  <a:latin typeface="Arial" panose="020B0604020202020204" pitchFamily="34" charset="0"/>
                </a:rPr>
                <a:t>. . .</a:t>
              </a:r>
            </a:p>
          </p:txBody>
        </p:sp>
      </p:grpSp>
      <p:grpSp>
        <p:nvGrpSpPr>
          <p:cNvPr id="55327" name="Group 31">
            <a:extLst>
              <a:ext uri="{FF2B5EF4-FFF2-40B4-BE49-F238E27FC236}">
                <a16:creationId xmlns:a16="http://schemas.microsoft.com/office/drawing/2014/main" id="{C6640F23-C154-677C-2293-EBA2AA73C580}"/>
              </a:ext>
            </a:extLst>
          </p:cNvPr>
          <p:cNvGrpSpPr>
            <a:grpSpLocks/>
          </p:cNvGrpSpPr>
          <p:nvPr/>
        </p:nvGrpSpPr>
        <p:grpSpPr bwMode="auto">
          <a:xfrm>
            <a:off x="5237164" y="5465763"/>
            <a:ext cx="625475" cy="558800"/>
            <a:chOff x="2339" y="3443"/>
            <a:chExt cx="394" cy="352"/>
          </a:xfrm>
        </p:grpSpPr>
        <p:pic>
          <p:nvPicPr>
            <p:cNvPr id="55328" name="Picture 32">
              <a:extLst>
                <a:ext uri="{FF2B5EF4-FFF2-40B4-BE49-F238E27FC236}">
                  <a16:creationId xmlns:a16="http://schemas.microsoft.com/office/drawing/2014/main" id="{FB45DC26-F22F-B132-EBEA-E37A1A34F2C0}"/>
                </a:ext>
              </a:extLst>
            </p:cNvPr>
            <p:cNvPicPr>
              <a:picLocks noChangeArrowheads="1"/>
            </p:cNvPicPr>
            <p:nvPr/>
          </p:nvPicPr>
          <p:blipFill>
            <a:blip r:embed="rId6">
              <a:extLst>
                <a:ext uri="{28A0092B-C50C-407E-A947-70E740481C1C}">
                  <a14:useLocalDpi xmlns:a14="http://schemas.microsoft.com/office/drawing/2010/main" val="0"/>
                </a:ext>
              </a:extLst>
            </a:blip>
            <a:srcRect l="51312" b="42639"/>
            <a:stretch>
              <a:fillRect/>
            </a:stretch>
          </p:blipFill>
          <p:spPr bwMode="auto">
            <a:xfrm>
              <a:off x="2369" y="3495"/>
              <a:ext cx="334" cy="3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329" name="Rectangle 33">
              <a:extLst>
                <a:ext uri="{FF2B5EF4-FFF2-40B4-BE49-F238E27FC236}">
                  <a16:creationId xmlns:a16="http://schemas.microsoft.com/office/drawing/2014/main" id="{26658134-A2AA-151B-3D75-161009B17C57}"/>
                </a:ext>
              </a:extLst>
            </p:cNvPr>
            <p:cNvSpPr>
              <a:spLocks noChangeArrowheads="1"/>
            </p:cNvSpPr>
            <p:nvPr/>
          </p:nvSpPr>
          <p:spPr bwMode="auto">
            <a:xfrm>
              <a:off x="2339" y="3443"/>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580625685</a:t>
              </a:r>
            </a:p>
          </p:txBody>
        </p:sp>
      </p:grpSp>
      <p:grpSp>
        <p:nvGrpSpPr>
          <p:cNvPr id="55330" name="Group 34">
            <a:extLst>
              <a:ext uri="{FF2B5EF4-FFF2-40B4-BE49-F238E27FC236}">
                <a16:creationId xmlns:a16="http://schemas.microsoft.com/office/drawing/2014/main" id="{C916964D-C32F-9206-8659-412A140A41A3}"/>
              </a:ext>
            </a:extLst>
          </p:cNvPr>
          <p:cNvGrpSpPr>
            <a:grpSpLocks/>
          </p:cNvGrpSpPr>
          <p:nvPr/>
        </p:nvGrpSpPr>
        <p:grpSpPr bwMode="auto">
          <a:xfrm>
            <a:off x="7072314" y="5454651"/>
            <a:ext cx="625475" cy="550863"/>
            <a:chOff x="3495" y="3436"/>
            <a:chExt cx="394" cy="347"/>
          </a:xfrm>
        </p:grpSpPr>
        <p:pic>
          <p:nvPicPr>
            <p:cNvPr id="55331" name="Picture 35">
              <a:extLst>
                <a:ext uri="{FF2B5EF4-FFF2-40B4-BE49-F238E27FC236}">
                  <a16:creationId xmlns:a16="http://schemas.microsoft.com/office/drawing/2014/main" id="{C1B55532-B7D2-3A8E-FEEA-E1D70C7CFDD6}"/>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30" y="3511"/>
              <a:ext cx="295" cy="272"/>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5332" name="Rectangle 36">
              <a:extLst>
                <a:ext uri="{FF2B5EF4-FFF2-40B4-BE49-F238E27FC236}">
                  <a16:creationId xmlns:a16="http://schemas.microsoft.com/office/drawing/2014/main" id="{659C7488-B421-8EB8-DF43-D27FC2384153}"/>
                </a:ext>
              </a:extLst>
            </p:cNvPr>
            <p:cNvSpPr>
              <a:spLocks noChangeArrowheads="1"/>
            </p:cNvSpPr>
            <p:nvPr/>
          </p:nvSpPr>
          <p:spPr bwMode="auto">
            <a:xfrm>
              <a:off x="3495" y="3436"/>
              <a:ext cx="394" cy="63"/>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23813" tIns="11113" rIns="23813" bIns="11113">
              <a:spAutoFit/>
            </a:bodyPr>
            <a:lstStyle>
              <a:lvl1pPr defTabSz="57150">
                <a:defRPr sz="2400">
                  <a:solidFill>
                    <a:schemeClr val="tx1"/>
                  </a:solidFill>
                  <a:latin typeface="Times New Roman" panose="02020603050405020304" pitchFamily="18" charset="0"/>
                </a:defRPr>
              </a:lvl1pPr>
              <a:lvl2pPr marL="114300" defTabSz="57150">
                <a:defRPr sz="2400">
                  <a:solidFill>
                    <a:schemeClr val="tx1"/>
                  </a:solidFill>
                  <a:latin typeface="Times New Roman" panose="02020603050405020304" pitchFamily="18" charset="0"/>
                </a:defRPr>
              </a:lvl2pPr>
              <a:lvl3pPr marL="228600" defTabSz="57150">
                <a:defRPr sz="2400">
                  <a:solidFill>
                    <a:schemeClr val="tx1"/>
                  </a:solidFill>
                  <a:latin typeface="Times New Roman" panose="02020603050405020304" pitchFamily="18" charset="0"/>
                </a:defRPr>
              </a:lvl3pPr>
              <a:lvl4pPr marL="342900" defTabSz="57150">
                <a:defRPr sz="2400">
                  <a:solidFill>
                    <a:schemeClr val="tx1"/>
                  </a:solidFill>
                  <a:latin typeface="Times New Roman" panose="02020603050405020304" pitchFamily="18" charset="0"/>
                </a:defRPr>
              </a:lvl4pPr>
              <a:lvl5pPr marL="457200" defTabSz="57150">
                <a:defRPr sz="2400">
                  <a:solidFill>
                    <a:schemeClr val="tx1"/>
                  </a:solidFill>
                  <a:latin typeface="Times New Roman" panose="02020603050405020304" pitchFamily="18" charset="0"/>
                </a:defRPr>
              </a:lvl5pPr>
              <a:lvl6pPr marL="914400" defTabSz="57150" fontAlgn="base">
                <a:spcBef>
                  <a:spcPct val="0"/>
                </a:spcBef>
                <a:spcAft>
                  <a:spcPct val="0"/>
                </a:spcAft>
                <a:defRPr sz="2400">
                  <a:solidFill>
                    <a:schemeClr val="tx1"/>
                  </a:solidFill>
                  <a:latin typeface="Times New Roman" panose="02020603050405020304" pitchFamily="18" charset="0"/>
                </a:defRPr>
              </a:lvl6pPr>
              <a:lvl7pPr marL="1371600" defTabSz="57150" fontAlgn="base">
                <a:spcBef>
                  <a:spcPct val="0"/>
                </a:spcBef>
                <a:spcAft>
                  <a:spcPct val="0"/>
                </a:spcAft>
                <a:defRPr sz="2400">
                  <a:solidFill>
                    <a:schemeClr val="tx1"/>
                  </a:solidFill>
                  <a:latin typeface="Times New Roman" panose="02020603050405020304" pitchFamily="18" charset="0"/>
                </a:defRPr>
              </a:lvl7pPr>
              <a:lvl8pPr marL="1828800" defTabSz="57150" fontAlgn="base">
                <a:spcBef>
                  <a:spcPct val="0"/>
                </a:spcBef>
                <a:spcAft>
                  <a:spcPct val="0"/>
                </a:spcAft>
                <a:defRPr sz="2400">
                  <a:solidFill>
                    <a:schemeClr val="tx1"/>
                  </a:solidFill>
                  <a:latin typeface="Times New Roman" panose="02020603050405020304" pitchFamily="18" charset="0"/>
                </a:defRPr>
              </a:lvl8pPr>
              <a:lvl9pPr marL="2286000" defTabSz="57150" fontAlgn="base">
                <a:spcBef>
                  <a:spcPct val="0"/>
                </a:spcBef>
                <a:spcAft>
                  <a:spcPct val="0"/>
                </a:spcAft>
                <a:defRPr sz="2400">
                  <a:solidFill>
                    <a:schemeClr val="tx1"/>
                  </a:solidFill>
                  <a:latin typeface="Times New Roman" panose="02020603050405020304" pitchFamily="18" charset="0"/>
                </a:defRPr>
              </a:lvl9pPr>
            </a:lstStyle>
            <a:p>
              <a:pPr eaLnBrk="0" hangingPunct="0"/>
              <a:r>
                <a:rPr lang="en-US" altLang="en-US" sz="500" b="1">
                  <a:latin typeface="Arial" panose="020B0604020202020204" pitchFamily="34" charset="0"/>
                </a:rPr>
                <a:t>Number 701466868</a:t>
              </a:r>
            </a:p>
          </p:txBody>
        </p:sp>
      </p:grpSp>
      <p:sp>
        <p:nvSpPr>
          <p:cNvPr id="55333" name="Rectangle 37">
            <a:extLst>
              <a:ext uri="{FF2B5EF4-FFF2-40B4-BE49-F238E27FC236}">
                <a16:creationId xmlns:a16="http://schemas.microsoft.com/office/drawing/2014/main" id="{5193CDCB-63EF-E7AA-4F51-D815204E182E}"/>
              </a:ext>
            </a:extLst>
          </p:cNvPr>
          <p:cNvSpPr>
            <a:spLocks noChangeArrowheads="1"/>
          </p:cNvSpPr>
          <p:nvPr/>
        </p:nvSpPr>
        <p:spPr bwMode="auto">
          <a:xfrm>
            <a:off x="6008688" y="5332413"/>
            <a:ext cx="901700" cy="785812"/>
          </a:xfrm>
          <a:prstGeom prst="rect">
            <a:avLst/>
          </a:prstGeom>
          <a:pattFill prst="solidDmnd">
            <a:fgClr>
              <a:schemeClr val="bg2"/>
            </a:fgClr>
            <a:bgClr>
              <a:schemeClr val="tx1"/>
            </a:bgClr>
          </a:pattFill>
          <a:ln w="12700">
            <a:solidFill>
              <a:schemeClr val="bg2"/>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55334" name="Rectangle 38">
            <a:extLst>
              <a:ext uri="{FF2B5EF4-FFF2-40B4-BE49-F238E27FC236}">
                <a16:creationId xmlns:a16="http://schemas.microsoft.com/office/drawing/2014/main" id="{E97CB09E-409E-42E1-0E82-8BA90B86FDDA}"/>
              </a:ext>
            </a:extLst>
          </p:cNvPr>
          <p:cNvSpPr>
            <a:spLocks noGrp="1" noChangeArrowheads="1"/>
          </p:cNvSpPr>
          <p:nvPr>
            <p:ph type="body" sz="half" idx="1"/>
          </p:nvPr>
        </p:nvSpPr>
        <p:spPr>
          <a:xfrm>
            <a:off x="2209801" y="1774825"/>
            <a:ext cx="8277225" cy="4114800"/>
          </a:xfrm>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r>
              <a:rPr lang="en-US" altLang="en-US"/>
              <a:t>Records may also be deleted from a hash table.</a:t>
            </a:r>
          </a:p>
          <a:p>
            <a:r>
              <a:rPr lang="en-US" altLang="en-US"/>
              <a:t>But the location must not be left as an ordinary "empty spot" since that could interfere with searches.</a:t>
            </a:r>
          </a:p>
          <a:p>
            <a:r>
              <a:rPr lang="en-US" altLang="en-US"/>
              <a:t>The location must be marked in some special way so that a search can tell that the spot used to have something in it.</a:t>
            </a:r>
          </a:p>
        </p:txBody>
      </p:sp>
    </p:spTree>
  </p:cSld>
  <p:clrMapOvr>
    <a:masterClrMapping/>
  </p:clrMapOvr>
  <p:transition>
    <p:pull dir="lu"/>
  </p:transition>
</p:sld>
</file>

<file path=ppt/slides/slide6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F531A033-19AA-233A-13ED-F4FB85A6F26D}"/>
              </a:ext>
            </a:extLst>
          </p:cNvPr>
          <p:cNvSpPr>
            <a:spLocks noGrp="1" noChangeArrowheads="1"/>
          </p:cNvSpPr>
          <p:nvPr>
            <p:ph type="body" idx="1"/>
          </p:nvPr>
        </p:nvSpPr>
        <p:spPr>
          <a:noFill/>
          <a:ln/>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ormAutofit/>
          </a:bodyPr>
          <a:lstStyle/>
          <a:p>
            <a:pPr>
              <a:lnSpc>
                <a:spcPct val="90000"/>
              </a:lnSpc>
            </a:pPr>
            <a:r>
              <a:rPr lang="en-US" altLang="en-US"/>
              <a:t>Hash tables store a collection of records with keys.</a:t>
            </a:r>
          </a:p>
          <a:p>
            <a:pPr>
              <a:lnSpc>
                <a:spcPct val="90000"/>
              </a:lnSpc>
            </a:pPr>
            <a:r>
              <a:rPr lang="en-US" altLang="en-US"/>
              <a:t>The location of a record depends on the hash value of the record's key.</a:t>
            </a:r>
          </a:p>
          <a:p>
            <a:pPr>
              <a:lnSpc>
                <a:spcPct val="90000"/>
              </a:lnSpc>
            </a:pPr>
            <a:r>
              <a:rPr lang="en-US" altLang="en-US"/>
              <a:t>Open address hashing:</a:t>
            </a:r>
          </a:p>
          <a:p>
            <a:pPr lvl="1">
              <a:lnSpc>
                <a:spcPct val="90000"/>
              </a:lnSpc>
            </a:pPr>
            <a:r>
              <a:rPr lang="en-US" altLang="en-US"/>
              <a:t>When a collision occurs, the next available location is used.</a:t>
            </a:r>
          </a:p>
          <a:p>
            <a:pPr lvl="1">
              <a:lnSpc>
                <a:spcPct val="90000"/>
              </a:lnSpc>
            </a:pPr>
            <a:r>
              <a:rPr lang="en-US" altLang="en-US"/>
              <a:t>Searching for a particular key is generally quick.</a:t>
            </a:r>
          </a:p>
          <a:p>
            <a:pPr lvl="1">
              <a:lnSpc>
                <a:spcPct val="90000"/>
              </a:lnSpc>
            </a:pPr>
            <a:r>
              <a:rPr lang="en-US" altLang="en-US"/>
              <a:t>When an item is deleted, the location must be marked in a special way, so that the searches know that the spot used to be used.</a:t>
            </a:r>
          </a:p>
          <a:p>
            <a:pPr>
              <a:lnSpc>
                <a:spcPct val="90000"/>
              </a:lnSpc>
            </a:pPr>
            <a:r>
              <a:rPr lang="en-US" altLang="en-US"/>
              <a:t>See text for implementation.</a:t>
            </a:r>
          </a:p>
        </p:txBody>
      </p:sp>
      <p:sp>
        <p:nvSpPr>
          <p:cNvPr id="57348" name="Rectangle 4">
            <a:extLst>
              <a:ext uri="{FF2B5EF4-FFF2-40B4-BE49-F238E27FC236}">
                <a16:creationId xmlns:a16="http://schemas.microsoft.com/office/drawing/2014/main" id="{AEB91CE9-49FF-9D93-30D3-036D8CBE42E7}"/>
              </a:ext>
            </a:extLst>
          </p:cNvPr>
          <p:cNvSpPr>
            <a:spLocks noGrp="1" noChangeArrowheads="1"/>
          </p:cNvSpPr>
          <p:nvPr>
            <p:ph type="title"/>
          </p:nvPr>
        </p:nvSpPr>
        <p:spPr>
          <a:noFill/>
          <a:ln/>
          <a:effectLst>
            <a:outerShdw dist="107763" dir="2700000" algn="ctr" rotWithShape="0">
              <a:schemeClr val="bg2"/>
            </a:outerShdw>
          </a:effectLst>
          <a:extLst>
            <a:ext uri="{91240B29-F687-4F45-9708-019B960494DF}">
              <a14:hiddenLine xmlns:a14="http://schemas.microsoft.com/office/drawing/2010/main" w="12700">
                <a:solidFill>
                  <a:schemeClr val="tx1"/>
                </a:solidFill>
                <a:miter lim="800000"/>
                <a:headEnd/>
                <a:tailEnd/>
              </a14:hiddenLine>
            </a:ext>
          </a:extLst>
        </p:spPr>
        <p:txBody>
          <a:bodyPr vert="horz" lIns="90488" tIns="44450" rIns="90488" bIns="44450" rtlCol="0" anchor="b">
            <a:normAutofit/>
          </a:bodyPr>
          <a:lstStyle/>
          <a:p>
            <a:r>
              <a:rPr lang="en-US" altLang="en-US"/>
              <a:t>Hashing</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4" presetClass="entr" presetSubtype="5" fill="hold" grpId="0" nodeType="clickEffect">
                                  <p:stCondLst>
                                    <p:cond delay="0"/>
                                  </p:stCondLst>
                                  <p:childTnLst>
                                    <p:set>
                                      <p:cBhvr>
                                        <p:cTn id="6" dur="1" fill="hold">
                                          <p:stCondLst>
                                            <p:cond delay="0"/>
                                          </p:stCondLst>
                                        </p:cTn>
                                        <p:tgtEl>
                                          <p:spTgt spid="57346">
                                            <p:txEl>
                                              <p:pRg st="0" end="0"/>
                                            </p:txEl>
                                          </p:spTgt>
                                        </p:tgtEl>
                                        <p:attrNameLst>
                                          <p:attrName>style.visibility</p:attrName>
                                        </p:attrNameLst>
                                      </p:cBhvr>
                                      <p:to>
                                        <p:strVal val="visible"/>
                                      </p:to>
                                    </p:set>
                                    <p:animEffect transition="in" filter="randombar(vertical)">
                                      <p:cBhvr>
                                        <p:cTn id="7" dur="500"/>
                                        <p:tgtEl>
                                          <p:spTgt spid="5734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4" presetClass="entr" presetSubtype="5" fill="hold" grpId="0" nodeType="clickEffect">
                                  <p:stCondLst>
                                    <p:cond delay="0"/>
                                  </p:stCondLst>
                                  <p:childTnLst>
                                    <p:set>
                                      <p:cBhvr>
                                        <p:cTn id="11" dur="1" fill="hold">
                                          <p:stCondLst>
                                            <p:cond delay="0"/>
                                          </p:stCondLst>
                                        </p:cTn>
                                        <p:tgtEl>
                                          <p:spTgt spid="57346">
                                            <p:txEl>
                                              <p:pRg st="1" end="1"/>
                                            </p:txEl>
                                          </p:spTgt>
                                        </p:tgtEl>
                                        <p:attrNameLst>
                                          <p:attrName>style.visibility</p:attrName>
                                        </p:attrNameLst>
                                      </p:cBhvr>
                                      <p:to>
                                        <p:strVal val="visible"/>
                                      </p:to>
                                    </p:set>
                                    <p:animEffect transition="in" filter="randombar(vertical)">
                                      <p:cBhvr>
                                        <p:cTn id="12" dur="500"/>
                                        <p:tgtEl>
                                          <p:spTgt spid="5734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4" presetClass="entr" presetSubtype="5" fill="hold" grpId="0" nodeType="clickEffect">
                                  <p:stCondLst>
                                    <p:cond delay="0"/>
                                  </p:stCondLst>
                                  <p:childTnLst>
                                    <p:set>
                                      <p:cBhvr>
                                        <p:cTn id="16" dur="1" fill="hold">
                                          <p:stCondLst>
                                            <p:cond delay="0"/>
                                          </p:stCondLst>
                                        </p:cTn>
                                        <p:tgtEl>
                                          <p:spTgt spid="57346">
                                            <p:txEl>
                                              <p:pRg st="2" end="2"/>
                                            </p:txEl>
                                          </p:spTgt>
                                        </p:tgtEl>
                                        <p:attrNameLst>
                                          <p:attrName>style.visibility</p:attrName>
                                        </p:attrNameLst>
                                      </p:cBhvr>
                                      <p:to>
                                        <p:strVal val="visible"/>
                                      </p:to>
                                    </p:set>
                                    <p:animEffect transition="in" filter="randombar(vertical)">
                                      <p:cBhvr>
                                        <p:cTn id="17" dur="500"/>
                                        <p:tgtEl>
                                          <p:spTgt spid="57346">
                                            <p:txEl>
                                              <p:pRg st="2" end="2"/>
                                            </p:txEl>
                                          </p:spTgt>
                                        </p:tgtEl>
                                      </p:cBhvr>
                                    </p:animEffect>
                                  </p:childTnLst>
                                </p:cTn>
                              </p:par>
                              <p:par>
                                <p:cTn id="18" presetID="14" presetClass="entr" presetSubtype="5" fill="hold" grpId="0" nodeType="withEffect">
                                  <p:stCondLst>
                                    <p:cond delay="0"/>
                                  </p:stCondLst>
                                  <p:childTnLst>
                                    <p:set>
                                      <p:cBhvr>
                                        <p:cTn id="19" dur="1" fill="hold">
                                          <p:stCondLst>
                                            <p:cond delay="0"/>
                                          </p:stCondLst>
                                        </p:cTn>
                                        <p:tgtEl>
                                          <p:spTgt spid="57346">
                                            <p:txEl>
                                              <p:pRg st="3" end="3"/>
                                            </p:txEl>
                                          </p:spTgt>
                                        </p:tgtEl>
                                        <p:attrNameLst>
                                          <p:attrName>style.visibility</p:attrName>
                                        </p:attrNameLst>
                                      </p:cBhvr>
                                      <p:to>
                                        <p:strVal val="visible"/>
                                      </p:to>
                                    </p:set>
                                    <p:animEffect transition="in" filter="randombar(vertical)">
                                      <p:cBhvr>
                                        <p:cTn id="20" dur="500"/>
                                        <p:tgtEl>
                                          <p:spTgt spid="57346">
                                            <p:txEl>
                                              <p:pRg st="3" end="3"/>
                                            </p:txEl>
                                          </p:spTgt>
                                        </p:tgtEl>
                                      </p:cBhvr>
                                    </p:animEffect>
                                  </p:childTnLst>
                                </p:cTn>
                              </p:par>
                              <p:par>
                                <p:cTn id="21" presetID="14" presetClass="entr" presetSubtype="5" fill="hold" grpId="0" nodeType="withEffect">
                                  <p:stCondLst>
                                    <p:cond delay="0"/>
                                  </p:stCondLst>
                                  <p:childTnLst>
                                    <p:set>
                                      <p:cBhvr>
                                        <p:cTn id="22" dur="1" fill="hold">
                                          <p:stCondLst>
                                            <p:cond delay="0"/>
                                          </p:stCondLst>
                                        </p:cTn>
                                        <p:tgtEl>
                                          <p:spTgt spid="57346">
                                            <p:txEl>
                                              <p:pRg st="4" end="4"/>
                                            </p:txEl>
                                          </p:spTgt>
                                        </p:tgtEl>
                                        <p:attrNameLst>
                                          <p:attrName>style.visibility</p:attrName>
                                        </p:attrNameLst>
                                      </p:cBhvr>
                                      <p:to>
                                        <p:strVal val="visible"/>
                                      </p:to>
                                    </p:set>
                                    <p:animEffect transition="in" filter="randombar(vertical)">
                                      <p:cBhvr>
                                        <p:cTn id="23" dur="500"/>
                                        <p:tgtEl>
                                          <p:spTgt spid="57346">
                                            <p:txEl>
                                              <p:pRg st="4" end="4"/>
                                            </p:txEl>
                                          </p:spTgt>
                                        </p:tgtEl>
                                      </p:cBhvr>
                                    </p:animEffect>
                                  </p:childTnLst>
                                </p:cTn>
                              </p:par>
                              <p:par>
                                <p:cTn id="24" presetID="14" presetClass="entr" presetSubtype="5" fill="hold" grpId="0" nodeType="withEffect">
                                  <p:stCondLst>
                                    <p:cond delay="0"/>
                                  </p:stCondLst>
                                  <p:childTnLst>
                                    <p:set>
                                      <p:cBhvr>
                                        <p:cTn id="25" dur="1" fill="hold">
                                          <p:stCondLst>
                                            <p:cond delay="0"/>
                                          </p:stCondLst>
                                        </p:cTn>
                                        <p:tgtEl>
                                          <p:spTgt spid="57346">
                                            <p:txEl>
                                              <p:pRg st="5" end="5"/>
                                            </p:txEl>
                                          </p:spTgt>
                                        </p:tgtEl>
                                        <p:attrNameLst>
                                          <p:attrName>style.visibility</p:attrName>
                                        </p:attrNameLst>
                                      </p:cBhvr>
                                      <p:to>
                                        <p:strVal val="visible"/>
                                      </p:to>
                                    </p:set>
                                    <p:animEffect transition="in" filter="randombar(vertical)">
                                      <p:cBhvr>
                                        <p:cTn id="26" dur="500"/>
                                        <p:tgtEl>
                                          <p:spTgt spid="57346">
                                            <p:txEl>
                                              <p:pRg st="5" end="5"/>
                                            </p:txEl>
                                          </p:spTgt>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14" presetClass="entr" presetSubtype="5" fill="hold" grpId="0" nodeType="clickEffect">
                                  <p:stCondLst>
                                    <p:cond delay="0"/>
                                  </p:stCondLst>
                                  <p:childTnLst>
                                    <p:set>
                                      <p:cBhvr>
                                        <p:cTn id="30" dur="1" fill="hold">
                                          <p:stCondLst>
                                            <p:cond delay="0"/>
                                          </p:stCondLst>
                                        </p:cTn>
                                        <p:tgtEl>
                                          <p:spTgt spid="57346">
                                            <p:txEl>
                                              <p:pRg st="6" end="6"/>
                                            </p:txEl>
                                          </p:spTgt>
                                        </p:tgtEl>
                                        <p:attrNameLst>
                                          <p:attrName>style.visibility</p:attrName>
                                        </p:attrNameLst>
                                      </p:cBhvr>
                                      <p:to>
                                        <p:strVal val="visible"/>
                                      </p:to>
                                    </p:set>
                                    <p:animEffect transition="in" filter="randombar(vertical)">
                                      <p:cBhvr>
                                        <p:cTn id="31" dur="500"/>
                                        <p:tgtEl>
                                          <p:spTgt spid="57346">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build="p" autoUpdateAnimBg="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500A0A27-9576-74D8-E1B1-A9D198C28A38}"/>
              </a:ext>
            </a:extLst>
          </p:cNvPr>
          <p:cNvSpPr>
            <a:spLocks noGrp="1" noChangeArrowheads="1"/>
          </p:cNvSpPr>
          <p:nvPr>
            <p:ph type="title"/>
          </p:nvPr>
        </p:nvSpPr>
        <p:spPr/>
        <p:txBody>
          <a:bodyPr/>
          <a:lstStyle/>
          <a:p>
            <a:r>
              <a:rPr lang="en-US" altLang="en-US"/>
              <a:t>Open Address Hashing</a:t>
            </a:r>
          </a:p>
        </p:txBody>
      </p:sp>
      <p:sp>
        <p:nvSpPr>
          <p:cNvPr id="100355" name="Rectangle 3">
            <a:extLst>
              <a:ext uri="{FF2B5EF4-FFF2-40B4-BE49-F238E27FC236}">
                <a16:creationId xmlns:a16="http://schemas.microsoft.com/office/drawing/2014/main" id="{AFBB4807-B83D-E3A0-4F8F-646788305239}"/>
              </a:ext>
            </a:extLst>
          </p:cNvPr>
          <p:cNvSpPr>
            <a:spLocks noGrp="1" noChangeArrowheads="1"/>
          </p:cNvSpPr>
          <p:nvPr>
            <p:ph type="body" idx="1"/>
          </p:nvPr>
        </p:nvSpPr>
        <p:spPr>
          <a:xfrm>
            <a:off x="1866900" y="1905000"/>
            <a:ext cx="8458200" cy="4114800"/>
          </a:xfrm>
        </p:spPr>
        <p:txBody>
          <a:bodyPr>
            <a:normAutofit lnSpcReduction="10000"/>
          </a:bodyPr>
          <a:lstStyle/>
          <a:p>
            <a:pPr>
              <a:lnSpc>
                <a:spcPct val="90000"/>
              </a:lnSpc>
            </a:pPr>
            <a:r>
              <a:rPr lang="en-US" altLang="en-US"/>
              <a:t>To reduce collisions…</a:t>
            </a:r>
          </a:p>
          <a:p>
            <a:pPr lvl="1">
              <a:lnSpc>
                <a:spcPct val="90000"/>
              </a:lnSpc>
            </a:pPr>
            <a:r>
              <a:rPr lang="en-US" altLang="en-US"/>
              <a:t>Use table CAPACITY = prime number of form 4k+3</a:t>
            </a:r>
          </a:p>
          <a:p>
            <a:pPr lvl="1">
              <a:lnSpc>
                <a:spcPct val="90000"/>
              </a:lnSpc>
            </a:pPr>
            <a:r>
              <a:rPr lang="en-US" altLang="en-US"/>
              <a:t>Hashing functions:</a:t>
            </a:r>
          </a:p>
          <a:p>
            <a:pPr lvl="2">
              <a:lnSpc>
                <a:spcPct val="90000"/>
              </a:lnSpc>
            </a:pPr>
            <a:r>
              <a:rPr lang="en-US" altLang="en-US" sz="2800"/>
              <a:t>Division hash function: key % CAPACITY</a:t>
            </a:r>
          </a:p>
          <a:p>
            <a:pPr lvl="2">
              <a:lnSpc>
                <a:spcPct val="90000"/>
              </a:lnSpc>
            </a:pPr>
            <a:r>
              <a:rPr lang="en-US" altLang="en-US" sz="2800"/>
              <a:t>Mid-square function: (key*key) % CAPACITY</a:t>
            </a:r>
          </a:p>
          <a:p>
            <a:pPr lvl="2">
              <a:lnSpc>
                <a:spcPct val="90000"/>
              </a:lnSpc>
            </a:pPr>
            <a:r>
              <a:rPr lang="en-US" altLang="en-US" sz="2800"/>
              <a:t>Multiplicative hash function: key is multiplied by positive constant less than one. Hash function returns first few digits of fractional result.</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2">
            <a:extLst>
              <a:ext uri="{FF2B5EF4-FFF2-40B4-BE49-F238E27FC236}">
                <a16:creationId xmlns:a16="http://schemas.microsoft.com/office/drawing/2014/main" id="{8048CA99-B787-DE9D-9D7F-6ED6F988DB08}"/>
              </a:ext>
            </a:extLst>
          </p:cNvPr>
          <p:cNvSpPr>
            <a:spLocks noGrp="1" noChangeArrowheads="1"/>
          </p:cNvSpPr>
          <p:nvPr>
            <p:ph type="title"/>
          </p:nvPr>
        </p:nvSpPr>
        <p:spPr>
          <a:xfrm>
            <a:off x="2209800" y="304800"/>
            <a:ext cx="7772400" cy="1143000"/>
          </a:xfrm>
        </p:spPr>
        <p:txBody>
          <a:bodyPr/>
          <a:lstStyle/>
          <a:p>
            <a:r>
              <a:rPr lang="en-US" altLang="en-US"/>
              <a:t>Clustering</a:t>
            </a:r>
          </a:p>
        </p:txBody>
      </p:sp>
      <p:sp>
        <p:nvSpPr>
          <p:cNvPr id="101379" name="Rectangle 3">
            <a:extLst>
              <a:ext uri="{FF2B5EF4-FFF2-40B4-BE49-F238E27FC236}">
                <a16:creationId xmlns:a16="http://schemas.microsoft.com/office/drawing/2014/main" id="{6F83BA4A-A906-34F5-22A3-0E2F2D4D0D7A}"/>
              </a:ext>
            </a:extLst>
          </p:cNvPr>
          <p:cNvSpPr>
            <a:spLocks noGrp="1" noChangeArrowheads="1"/>
          </p:cNvSpPr>
          <p:nvPr>
            <p:ph type="body" idx="1"/>
          </p:nvPr>
        </p:nvSpPr>
        <p:spPr>
          <a:xfrm>
            <a:off x="2209800" y="1600200"/>
            <a:ext cx="7772400" cy="4114800"/>
          </a:xfrm>
        </p:spPr>
        <p:txBody>
          <a:bodyPr>
            <a:normAutofit fontScale="92500" lnSpcReduction="10000"/>
          </a:bodyPr>
          <a:lstStyle/>
          <a:p>
            <a:pPr>
              <a:lnSpc>
                <a:spcPct val="90000"/>
              </a:lnSpc>
            </a:pPr>
            <a:r>
              <a:rPr lang="en-US" altLang="en-US"/>
              <a:t>In the hash method described, when the insertion encounters a collision, we move forward in the table until a vacant spot is found.  This is called </a:t>
            </a:r>
            <a:r>
              <a:rPr lang="en-US" altLang="en-US" i="1"/>
              <a:t>linear probing.</a:t>
            </a:r>
          </a:p>
          <a:p>
            <a:pPr>
              <a:lnSpc>
                <a:spcPct val="90000"/>
              </a:lnSpc>
            </a:pPr>
            <a:r>
              <a:rPr lang="en-US" altLang="en-US" i="1"/>
              <a:t>Problem: </a:t>
            </a:r>
            <a:r>
              <a:rPr lang="en-US" altLang="en-US"/>
              <a:t>when several different keys are hashed to the same location, adjacent spots in the table will be filled. This leads to the problem of </a:t>
            </a:r>
            <a:r>
              <a:rPr lang="en-US" altLang="en-US" i="1"/>
              <a:t>clustering.</a:t>
            </a:r>
          </a:p>
          <a:p>
            <a:pPr>
              <a:lnSpc>
                <a:spcPct val="90000"/>
              </a:lnSpc>
            </a:pPr>
            <a:r>
              <a:rPr lang="en-US" altLang="en-US"/>
              <a:t>As the table approaches its capacity, these clusters tend to merge. This causes insertion to take a long time (due to linear probing to find vacant spot).</a:t>
            </a:r>
            <a:endParaRPr lang="en-US" altLang="en-US" i="1"/>
          </a:p>
          <a:p>
            <a:pPr>
              <a:lnSpc>
                <a:spcPct val="90000"/>
              </a:lnSpc>
            </a:pPr>
            <a:endParaRPr lang="en-US" altLang="en-US" i="1"/>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Rectangle 2">
            <a:extLst>
              <a:ext uri="{FF2B5EF4-FFF2-40B4-BE49-F238E27FC236}">
                <a16:creationId xmlns:a16="http://schemas.microsoft.com/office/drawing/2014/main" id="{B8F012B3-2937-5D2E-4C30-CC03EFB6BFEA}"/>
              </a:ext>
            </a:extLst>
          </p:cNvPr>
          <p:cNvSpPr>
            <a:spLocks noGrp="1" noChangeArrowheads="1"/>
          </p:cNvSpPr>
          <p:nvPr>
            <p:ph type="title"/>
          </p:nvPr>
        </p:nvSpPr>
        <p:spPr/>
        <p:txBody>
          <a:bodyPr/>
          <a:lstStyle/>
          <a:p>
            <a:r>
              <a:rPr lang="en-US" altLang="en-US"/>
              <a:t>Double Hashing</a:t>
            </a:r>
          </a:p>
        </p:txBody>
      </p:sp>
      <p:sp>
        <p:nvSpPr>
          <p:cNvPr id="102403" name="Rectangle 3">
            <a:extLst>
              <a:ext uri="{FF2B5EF4-FFF2-40B4-BE49-F238E27FC236}">
                <a16:creationId xmlns:a16="http://schemas.microsoft.com/office/drawing/2014/main" id="{C9635A66-5962-AB86-99B7-C4400BC123A3}"/>
              </a:ext>
            </a:extLst>
          </p:cNvPr>
          <p:cNvSpPr>
            <a:spLocks noGrp="1" noChangeArrowheads="1"/>
          </p:cNvSpPr>
          <p:nvPr>
            <p:ph type="body" idx="1"/>
          </p:nvPr>
        </p:nvSpPr>
        <p:spPr/>
        <p:txBody>
          <a:bodyPr>
            <a:normAutofit/>
          </a:bodyPr>
          <a:lstStyle/>
          <a:p>
            <a:pPr marL="609600" indent="-609600"/>
            <a:r>
              <a:rPr lang="en-US" altLang="en-US" sz="2400"/>
              <a:t>One common technique to avoid cluster is called </a:t>
            </a:r>
            <a:r>
              <a:rPr lang="en-US" altLang="en-US" sz="2400" i="1"/>
              <a:t>double hashing</a:t>
            </a:r>
            <a:r>
              <a:rPr lang="en-US" altLang="en-US" sz="2400"/>
              <a:t>.</a:t>
            </a:r>
          </a:p>
          <a:p>
            <a:pPr marL="609600" indent="-609600"/>
            <a:r>
              <a:rPr lang="en-US" altLang="en-US" sz="2400"/>
              <a:t>Let’s call the original hash function </a:t>
            </a:r>
            <a:r>
              <a:rPr lang="en-US" altLang="en-US" sz="2400" i="1">
                <a:latin typeface="Arial" panose="020B0604020202020204" pitchFamily="34" charset="0"/>
              </a:rPr>
              <a:t>hash1</a:t>
            </a:r>
          </a:p>
          <a:p>
            <a:pPr marL="609600" indent="-609600"/>
            <a:r>
              <a:rPr lang="en-US" altLang="en-US" sz="2400"/>
              <a:t>Define a second hash function</a:t>
            </a:r>
            <a:r>
              <a:rPr lang="en-US" altLang="en-US" sz="2400" i="1">
                <a:latin typeface="Arial" panose="020B0604020202020204" pitchFamily="34" charset="0"/>
              </a:rPr>
              <a:t> hash2</a:t>
            </a:r>
          </a:p>
          <a:p>
            <a:pPr marL="609600" indent="-609600"/>
            <a:endParaRPr lang="en-US" altLang="en-US" sz="2400" i="1">
              <a:latin typeface="Arial" panose="020B0604020202020204" pitchFamily="34" charset="0"/>
            </a:endParaRPr>
          </a:p>
          <a:p>
            <a:pPr marL="609600" indent="-609600"/>
            <a:r>
              <a:rPr lang="en-US" altLang="en-US" sz="2400" i="1">
                <a:latin typeface="Arial" panose="020B0604020202020204" pitchFamily="34" charset="0"/>
              </a:rPr>
              <a:t>Double hashing algorithm:</a:t>
            </a:r>
          </a:p>
          <a:p>
            <a:pPr marL="990600" lvl="1" indent="-533400">
              <a:buFontTx/>
              <a:buAutoNum type="arabicPeriod"/>
            </a:pPr>
            <a:r>
              <a:rPr lang="en-US" altLang="en-US" sz="2000" i="1">
                <a:latin typeface="Arial" panose="020B0604020202020204" pitchFamily="34" charset="0"/>
              </a:rPr>
              <a:t>When an item is inserted, use hash1(key) to determine insertion location i in array as before.</a:t>
            </a:r>
          </a:p>
          <a:p>
            <a:pPr marL="990600" lvl="1" indent="-533400">
              <a:buFontTx/>
              <a:buAutoNum type="arabicPeriod"/>
            </a:pPr>
            <a:r>
              <a:rPr lang="en-US" altLang="en-US" sz="2000" i="1">
                <a:latin typeface="Arial" panose="020B0604020202020204" pitchFamily="34" charset="0"/>
              </a:rPr>
              <a:t>If collision occurs, use hash2(key) to determine how far to move forward in the array looking for a vacant spot:</a:t>
            </a:r>
          </a:p>
          <a:p>
            <a:pPr marL="1371600" lvl="2" indent="-457200">
              <a:buNone/>
            </a:pPr>
            <a:endParaRPr lang="en-US" altLang="en-US" sz="1800" i="1">
              <a:latin typeface="Arial" panose="020B0604020202020204" pitchFamily="34" charset="0"/>
            </a:endParaRPr>
          </a:p>
          <a:p>
            <a:pPr marL="1371600" lvl="2" indent="-457200">
              <a:buNone/>
            </a:pPr>
            <a:r>
              <a:rPr lang="en-US" altLang="en-US" sz="1800" i="1">
                <a:latin typeface="Arial" panose="020B0604020202020204" pitchFamily="34" charset="0"/>
              </a:rPr>
              <a:t>next location = (i + hash2(key)) % CAPACITY</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2">
            <a:extLst>
              <a:ext uri="{FF2B5EF4-FFF2-40B4-BE49-F238E27FC236}">
                <a16:creationId xmlns:a16="http://schemas.microsoft.com/office/drawing/2014/main" id="{5579F2C4-6116-B89C-64D3-2CFB5E8CDB4A}"/>
              </a:ext>
            </a:extLst>
          </p:cNvPr>
          <p:cNvSpPr>
            <a:spLocks noGrp="1" noChangeArrowheads="1"/>
          </p:cNvSpPr>
          <p:nvPr>
            <p:ph type="title"/>
          </p:nvPr>
        </p:nvSpPr>
        <p:spPr/>
        <p:txBody>
          <a:bodyPr/>
          <a:lstStyle/>
          <a:p>
            <a:r>
              <a:rPr lang="en-US" altLang="en-US"/>
              <a:t>Double Hashing</a:t>
            </a:r>
          </a:p>
        </p:txBody>
      </p:sp>
      <p:sp>
        <p:nvSpPr>
          <p:cNvPr id="103427" name="Rectangle 3">
            <a:extLst>
              <a:ext uri="{FF2B5EF4-FFF2-40B4-BE49-F238E27FC236}">
                <a16:creationId xmlns:a16="http://schemas.microsoft.com/office/drawing/2014/main" id="{027E358E-5BB0-54BC-9F79-38AB427B5A8F}"/>
              </a:ext>
            </a:extLst>
          </p:cNvPr>
          <p:cNvSpPr>
            <a:spLocks noGrp="1" noChangeArrowheads="1"/>
          </p:cNvSpPr>
          <p:nvPr>
            <p:ph type="body" idx="1"/>
          </p:nvPr>
        </p:nvSpPr>
        <p:spPr>
          <a:xfrm>
            <a:off x="2209800" y="1981200"/>
            <a:ext cx="8077200" cy="4114800"/>
          </a:xfrm>
        </p:spPr>
        <p:txBody>
          <a:bodyPr>
            <a:normAutofit fontScale="92500" lnSpcReduction="10000"/>
          </a:bodyPr>
          <a:lstStyle/>
          <a:p>
            <a:pPr>
              <a:lnSpc>
                <a:spcPct val="90000"/>
              </a:lnSpc>
            </a:pPr>
            <a:r>
              <a:rPr lang="en-US" altLang="en-US" sz="2400"/>
              <a:t>Clustering tends to be reduced, because </a:t>
            </a:r>
            <a:r>
              <a:rPr lang="en-US" altLang="en-US" sz="2400">
                <a:latin typeface="Arial" panose="020B0604020202020204" pitchFamily="34" charset="0"/>
              </a:rPr>
              <a:t>hash2() </a:t>
            </a:r>
            <a:r>
              <a:rPr lang="en-US" altLang="en-US" sz="2400"/>
              <a:t>has different values for keys that initially map to the same initial location via </a:t>
            </a:r>
            <a:r>
              <a:rPr lang="en-US" altLang="en-US" sz="2400">
                <a:latin typeface="Arial" panose="020B0604020202020204" pitchFamily="34" charset="0"/>
              </a:rPr>
              <a:t>hash1().</a:t>
            </a:r>
          </a:p>
          <a:p>
            <a:pPr>
              <a:lnSpc>
                <a:spcPct val="90000"/>
              </a:lnSpc>
            </a:pPr>
            <a:r>
              <a:rPr lang="en-US" altLang="en-US" sz="2400"/>
              <a:t>This is in contrast to hashing with </a:t>
            </a:r>
            <a:r>
              <a:rPr lang="en-US" altLang="en-US" sz="2400" i="1"/>
              <a:t>linear probing.</a:t>
            </a:r>
          </a:p>
          <a:p>
            <a:pPr>
              <a:lnSpc>
                <a:spcPct val="90000"/>
              </a:lnSpc>
            </a:pPr>
            <a:r>
              <a:rPr lang="en-US" altLang="en-US" sz="2400"/>
              <a:t>Both methods are </a:t>
            </a:r>
            <a:r>
              <a:rPr lang="en-US" altLang="en-US" sz="2400" i="1"/>
              <a:t>open address hashing</a:t>
            </a:r>
            <a:r>
              <a:rPr lang="en-US" altLang="en-US" sz="2400"/>
              <a:t>, because the methods take the next open spot in the array.</a:t>
            </a:r>
          </a:p>
          <a:p>
            <a:pPr>
              <a:lnSpc>
                <a:spcPct val="90000"/>
              </a:lnSpc>
            </a:pPr>
            <a:r>
              <a:rPr lang="en-US" altLang="en-US" sz="2400"/>
              <a:t>In linear probing </a:t>
            </a:r>
          </a:p>
          <a:p>
            <a:pPr lvl="1">
              <a:lnSpc>
                <a:spcPct val="90000"/>
              </a:lnSpc>
              <a:buFontTx/>
              <a:buNone/>
            </a:pPr>
            <a:r>
              <a:rPr lang="en-US" altLang="en-US" sz="2000">
                <a:latin typeface="Arial" panose="020B0604020202020204" pitchFamily="34" charset="0"/>
              </a:rPr>
              <a:t>	hash2(key) = (i+1)%CAPACITY</a:t>
            </a:r>
          </a:p>
          <a:p>
            <a:pPr>
              <a:lnSpc>
                <a:spcPct val="90000"/>
              </a:lnSpc>
            </a:pPr>
            <a:r>
              <a:rPr lang="en-US" altLang="en-US" sz="2400"/>
              <a:t>In double hashing</a:t>
            </a:r>
            <a:r>
              <a:rPr lang="en-US" altLang="en-US" sz="2400">
                <a:latin typeface="Arial" panose="020B0604020202020204" pitchFamily="34" charset="0"/>
              </a:rPr>
              <a:t> hash2() </a:t>
            </a:r>
            <a:r>
              <a:rPr lang="en-US" altLang="en-US" sz="2400"/>
              <a:t>can be a general function of the form</a:t>
            </a:r>
          </a:p>
          <a:p>
            <a:pPr lvl="1">
              <a:lnSpc>
                <a:spcPct val="90000"/>
              </a:lnSpc>
            </a:pPr>
            <a:r>
              <a:rPr lang="en-US" altLang="en-US" sz="2000">
                <a:latin typeface="Arial" panose="020B0604020202020204" pitchFamily="34" charset="0"/>
              </a:rPr>
              <a:t>hash2(key) = (I+f(key))%CAPACITY</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Rectangle 2">
            <a:extLst>
              <a:ext uri="{FF2B5EF4-FFF2-40B4-BE49-F238E27FC236}">
                <a16:creationId xmlns:a16="http://schemas.microsoft.com/office/drawing/2014/main" id="{EA4165A6-9500-BDBD-41FE-A59A5C6E4344}"/>
              </a:ext>
            </a:extLst>
          </p:cNvPr>
          <p:cNvSpPr>
            <a:spLocks noGrp="1" noChangeArrowheads="1"/>
          </p:cNvSpPr>
          <p:nvPr>
            <p:ph type="title"/>
          </p:nvPr>
        </p:nvSpPr>
        <p:spPr/>
        <p:txBody>
          <a:bodyPr/>
          <a:lstStyle/>
          <a:p>
            <a:r>
              <a:rPr lang="en-US" altLang="en-US"/>
              <a:t>Chained Hashing</a:t>
            </a:r>
          </a:p>
        </p:txBody>
      </p:sp>
      <p:sp>
        <p:nvSpPr>
          <p:cNvPr id="104451" name="Rectangle 3">
            <a:extLst>
              <a:ext uri="{FF2B5EF4-FFF2-40B4-BE49-F238E27FC236}">
                <a16:creationId xmlns:a16="http://schemas.microsoft.com/office/drawing/2014/main" id="{13247049-7430-232E-29A2-AB4F1B8739B3}"/>
              </a:ext>
            </a:extLst>
          </p:cNvPr>
          <p:cNvSpPr>
            <a:spLocks noGrp="1" noChangeArrowheads="1"/>
          </p:cNvSpPr>
          <p:nvPr>
            <p:ph type="body" idx="1"/>
          </p:nvPr>
        </p:nvSpPr>
        <p:spPr/>
        <p:txBody>
          <a:bodyPr/>
          <a:lstStyle/>
          <a:p>
            <a:r>
              <a:rPr lang="en-US" altLang="en-US"/>
              <a:t>In open address hashing, a collision is handled by probing the array for the next vacant spot.  </a:t>
            </a:r>
          </a:p>
          <a:p>
            <a:r>
              <a:rPr lang="en-US" altLang="en-US"/>
              <a:t>When the array is full, no new items can be added. </a:t>
            </a:r>
          </a:p>
          <a:p>
            <a:r>
              <a:rPr lang="en-US" altLang="en-US"/>
              <a:t>We can solve this by resizing the table.</a:t>
            </a:r>
          </a:p>
          <a:p>
            <a:r>
              <a:rPr lang="en-US" altLang="en-US"/>
              <a:t>Alternative: chained hashing.</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a:extLst>
              <a:ext uri="{FF2B5EF4-FFF2-40B4-BE49-F238E27FC236}">
                <a16:creationId xmlns:a16="http://schemas.microsoft.com/office/drawing/2014/main" id="{14E515CD-6CA6-A777-D999-C883E4EFF61A}"/>
              </a:ext>
            </a:extLst>
          </p:cNvPr>
          <p:cNvSpPr>
            <a:spLocks noGrp="1" noChangeArrowheads="1"/>
          </p:cNvSpPr>
          <p:nvPr>
            <p:ph type="title"/>
          </p:nvPr>
        </p:nvSpPr>
        <p:spPr>
          <a:xfrm>
            <a:off x="2209800" y="152400"/>
            <a:ext cx="7772400" cy="1143000"/>
          </a:xfrm>
        </p:spPr>
        <p:txBody>
          <a:bodyPr/>
          <a:lstStyle/>
          <a:p>
            <a:r>
              <a:rPr lang="en-US" altLang="en-US"/>
              <a:t>Chained Hashing</a:t>
            </a:r>
          </a:p>
        </p:txBody>
      </p:sp>
      <p:sp>
        <p:nvSpPr>
          <p:cNvPr id="105475" name="Rectangle 3">
            <a:extLst>
              <a:ext uri="{FF2B5EF4-FFF2-40B4-BE49-F238E27FC236}">
                <a16:creationId xmlns:a16="http://schemas.microsoft.com/office/drawing/2014/main" id="{CAE94F7B-60C6-B5F0-D540-E1FF3F7D8E0B}"/>
              </a:ext>
            </a:extLst>
          </p:cNvPr>
          <p:cNvSpPr>
            <a:spLocks noGrp="1" noChangeArrowheads="1"/>
          </p:cNvSpPr>
          <p:nvPr>
            <p:ph type="body" idx="1"/>
          </p:nvPr>
        </p:nvSpPr>
        <p:spPr>
          <a:xfrm>
            <a:off x="2209800" y="1524000"/>
            <a:ext cx="7772400" cy="4114800"/>
          </a:xfrm>
        </p:spPr>
        <p:txBody>
          <a:bodyPr/>
          <a:lstStyle/>
          <a:p>
            <a:r>
              <a:rPr lang="en-US" altLang="en-US"/>
              <a:t>In chained hashing, each location in the hash table contains a list of records whose keys map to that location:</a:t>
            </a:r>
          </a:p>
          <a:p>
            <a:endParaRPr lang="en-US" altLang="en-US"/>
          </a:p>
          <a:p>
            <a:endParaRPr lang="en-US" altLang="en-US"/>
          </a:p>
        </p:txBody>
      </p:sp>
      <p:sp>
        <p:nvSpPr>
          <p:cNvPr id="105476" name="Rectangle 4">
            <a:extLst>
              <a:ext uri="{FF2B5EF4-FFF2-40B4-BE49-F238E27FC236}">
                <a16:creationId xmlns:a16="http://schemas.microsoft.com/office/drawing/2014/main" id="{284E6926-18F7-219D-EA88-2378BA59BEB4}"/>
              </a:ext>
            </a:extLst>
          </p:cNvPr>
          <p:cNvSpPr>
            <a:spLocks noChangeArrowheads="1"/>
          </p:cNvSpPr>
          <p:nvPr/>
        </p:nvSpPr>
        <p:spPr bwMode="auto">
          <a:xfrm>
            <a:off x="40386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77" name="Rectangle 5">
            <a:extLst>
              <a:ext uri="{FF2B5EF4-FFF2-40B4-BE49-F238E27FC236}">
                <a16:creationId xmlns:a16="http://schemas.microsoft.com/office/drawing/2014/main" id="{1400DF0C-24FC-4A35-9833-39345362D1C2}"/>
              </a:ext>
            </a:extLst>
          </p:cNvPr>
          <p:cNvSpPr>
            <a:spLocks noChangeArrowheads="1"/>
          </p:cNvSpPr>
          <p:nvPr/>
        </p:nvSpPr>
        <p:spPr bwMode="auto">
          <a:xfrm>
            <a:off x="46482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78" name="Rectangle 6">
            <a:extLst>
              <a:ext uri="{FF2B5EF4-FFF2-40B4-BE49-F238E27FC236}">
                <a16:creationId xmlns:a16="http://schemas.microsoft.com/office/drawing/2014/main" id="{F2A8F61A-4423-88F6-3785-3B014480DE86}"/>
              </a:ext>
            </a:extLst>
          </p:cNvPr>
          <p:cNvSpPr>
            <a:spLocks noChangeArrowheads="1"/>
          </p:cNvSpPr>
          <p:nvPr/>
        </p:nvSpPr>
        <p:spPr bwMode="auto">
          <a:xfrm>
            <a:off x="52578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79" name="Rectangle 7">
            <a:extLst>
              <a:ext uri="{FF2B5EF4-FFF2-40B4-BE49-F238E27FC236}">
                <a16:creationId xmlns:a16="http://schemas.microsoft.com/office/drawing/2014/main" id="{22E78F23-D169-EAB9-2689-1C3B1BBBA825}"/>
              </a:ext>
            </a:extLst>
          </p:cNvPr>
          <p:cNvSpPr>
            <a:spLocks noChangeArrowheads="1"/>
          </p:cNvSpPr>
          <p:nvPr/>
        </p:nvSpPr>
        <p:spPr bwMode="auto">
          <a:xfrm>
            <a:off x="58674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80" name="Rectangle 8">
            <a:extLst>
              <a:ext uri="{FF2B5EF4-FFF2-40B4-BE49-F238E27FC236}">
                <a16:creationId xmlns:a16="http://schemas.microsoft.com/office/drawing/2014/main" id="{7CE01625-5514-AAAA-4FFE-6F41D1159D91}"/>
              </a:ext>
            </a:extLst>
          </p:cNvPr>
          <p:cNvSpPr>
            <a:spLocks noChangeArrowheads="1"/>
          </p:cNvSpPr>
          <p:nvPr/>
        </p:nvSpPr>
        <p:spPr bwMode="auto">
          <a:xfrm>
            <a:off x="64770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81" name="Rectangle 9">
            <a:extLst>
              <a:ext uri="{FF2B5EF4-FFF2-40B4-BE49-F238E27FC236}">
                <a16:creationId xmlns:a16="http://schemas.microsoft.com/office/drawing/2014/main" id="{0C2E08EE-9DE2-BDD6-F86A-73B0D44586A8}"/>
              </a:ext>
            </a:extLst>
          </p:cNvPr>
          <p:cNvSpPr>
            <a:spLocks noChangeArrowheads="1"/>
          </p:cNvSpPr>
          <p:nvPr/>
        </p:nvSpPr>
        <p:spPr bwMode="auto">
          <a:xfrm>
            <a:off x="70866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82" name="Rectangle 10">
            <a:extLst>
              <a:ext uri="{FF2B5EF4-FFF2-40B4-BE49-F238E27FC236}">
                <a16:creationId xmlns:a16="http://schemas.microsoft.com/office/drawing/2014/main" id="{2468D7A5-A528-A7DC-AA4F-6C7EB29FDAF6}"/>
              </a:ext>
            </a:extLst>
          </p:cNvPr>
          <p:cNvSpPr>
            <a:spLocks noChangeArrowheads="1"/>
          </p:cNvSpPr>
          <p:nvPr/>
        </p:nvSpPr>
        <p:spPr bwMode="auto">
          <a:xfrm>
            <a:off x="76962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83" name="Rectangle 11">
            <a:extLst>
              <a:ext uri="{FF2B5EF4-FFF2-40B4-BE49-F238E27FC236}">
                <a16:creationId xmlns:a16="http://schemas.microsoft.com/office/drawing/2014/main" id="{31FC6D03-D073-594A-93C7-F0388A0A1C72}"/>
              </a:ext>
            </a:extLst>
          </p:cNvPr>
          <p:cNvSpPr>
            <a:spLocks noChangeArrowheads="1"/>
          </p:cNvSpPr>
          <p:nvPr/>
        </p:nvSpPr>
        <p:spPr bwMode="auto">
          <a:xfrm>
            <a:off x="83058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84" name="Rectangle 12">
            <a:extLst>
              <a:ext uri="{FF2B5EF4-FFF2-40B4-BE49-F238E27FC236}">
                <a16:creationId xmlns:a16="http://schemas.microsoft.com/office/drawing/2014/main" id="{A031C35A-876C-4F96-A91B-81A42F20534F}"/>
              </a:ext>
            </a:extLst>
          </p:cNvPr>
          <p:cNvSpPr>
            <a:spLocks noChangeArrowheads="1"/>
          </p:cNvSpPr>
          <p:nvPr/>
        </p:nvSpPr>
        <p:spPr bwMode="auto">
          <a:xfrm>
            <a:off x="9448800" y="3070225"/>
            <a:ext cx="609600" cy="457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85" name="Text Box 13">
            <a:extLst>
              <a:ext uri="{FF2B5EF4-FFF2-40B4-BE49-F238E27FC236}">
                <a16:creationId xmlns:a16="http://schemas.microsoft.com/office/drawing/2014/main" id="{C26955E9-20C8-201B-74F9-C2D2D9254A87}"/>
              </a:ext>
            </a:extLst>
          </p:cNvPr>
          <p:cNvSpPr txBox="1">
            <a:spLocks noChangeArrowheads="1"/>
          </p:cNvSpPr>
          <p:nvPr/>
        </p:nvSpPr>
        <p:spPr bwMode="auto">
          <a:xfrm>
            <a:off x="8915400" y="2895601"/>
            <a:ext cx="458780" cy="584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200"/>
              <a:t>…</a:t>
            </a:r>
          </a:p>
        </p:txBody>
      </p:sp>
      <p:sp>
        <p:nvSpPr>
          <p:cNvPr id="105486" name="Text Box 14">
            <a:extLst>
              <a:ext uri="{FF2B5EF4-FFF2-40B4-BE49-F238E27FC236}">
                <a16:creationId xmlns:a16="http://schemas.microsoft.com/office/drawing/2014/main" id="{0CC954B6-A4BB-07C5-A144-B13B12018514}"/>
              </a:ext>
            </a:extLst>
          </p:cNvPr>
          <p:cNvSpPr txBox="1">
            <a:spLocks noChangeArrowheads="1"/>
          </p:cNvSpPr>
          <p:nvPr/>
        </p:nvSpPr>
        <p:spPr bwMode="auto">
          <a:xfrm>
            <a:off x="4038600" y="2590800"/>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[0]</a:t>
            </a:r>
          </a:p>
        </p:txBody>
      </p:sp>
      <p:sp>
        <p:nvSpPr>
          <p:cNvPr id="105487" name="Text Box 15">
            <a:extLst>
              <a:ext uri="{FF2B5EF4-FFF2-40B4-BE49-F238E27FC236}">
                <a16:creationId xmlns:a16="http://schemas.microsoft.com/office/drawing/2014/main" id="{B513990B-F087-9DB1-94B5-17A7E17C42B3}"/>
              </a:ext>
            </a:extLst>
          </p:cNvPr>
          <p:cNvSpPr txBox="1">
            <a:spLocks noChangeArrowheads="1"/>
          </p:cNvSpPr>
          <p:nvPr/>
        </p:nvSpPr>
        <p:spPr bwMode="auto">
          <a:xfrm>
            <a:off x="4718050" y="2590800"/>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[1]</a:t>
            </a:r>
          </a:p>
        </p:txBody>
      </p:sp>
      <p:sp>
        <p:nvSpPr>
          <p:cNvPr id="105488" name="Text Box 16">
            <a:extLst>
              <a:ext uri="{FF2B5EF4-FFF2-40B4-BE49-F238E27FC236}">
                <a16:creationId xmlns:a16="http://schemas.microsoft.com/office/drawing/2014/main" id="{54173EFD-EB8A-F742-8E76-FDC5743465C1}"/>
              </a:ext>
            </a:extLst>
          </p:cNvPr>
          <p:cNvSpPr txBox="1">
            <a:spLocks noChangeArrowheads="1"/>
          </p:cNvSpPr>
          <p:nvPr/>
        </p:nvSpPr>
        <p:spPr bwMode="auto">
          <a:xfrm>
            <a:off x="5245100" y="2590800"/>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[2]</a:t>
            </a:r>
          </a:p>
        </p:txBody>
      </p:sp>
      <p:sp>
        <p:nvSpPr>
          <p:cNvPr id="105489" name="Text Box 17">
            <a:extLst>
              <a:ext uri="{FF2B5EF4-FFF2-40B4-BE49-F238E27FC236}">
                <a16:creationId xmlns:a16="http://schemas.microsoft.com/office/drawing/2014/main" id="{9B5D5B2E-BD4C-718E-1838-43E1198490A4}"/>
              </a:ext>
            </a:extLst>
          </p:cNvPr>
          <p:cNvSpPr txBox="1">
            <a:spLocks noChangeArrowheads="1"/>
          </p:cNvSpPr>
          <p:nvPr/>
        </p:nvSpPr>
        <p:spPr bwMode="auto">
          <a:xfrm>
            <a:off x="5848350" y="2590800"/>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[3]</a:t>
            </a:r>
          </a:p>
        </p:txBody>
      </p:sp>
      <p:sp>
        <p:nvSpPr>
          <p:cNvPr id="105490" name="Text Box 18">
            <a:extLst>
              <a:ext uri="{FF2B5EF4-FFF2-40B4-BE49-F238E27FC236}">
                <a16:creationId xmlns:a16="http://schemas.microsoft.com/office/drawing/2014/main" id="{596DD37D-6611-D0FD-4B27-2810FAEA1CAA}"/>
              </a:ext>
            </a:extLst>
          </p:cNvPr>
          <p:cNvSpPr txBox="1">
            <a:spLocks noChangeArrowheads="1"/>
          </p:cNvSpPr>
          <p:nvPr/>
        </p:nvSpPr>
        <p:spPr bwMode="auto">
          <a:xfrm>
            <a:off x="6451600" y="2590800"/>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[4]</a:t>
            </a:r>
          </a:p>
        </p:txBody>
      </p:sp>
      <p:sp>
        <p:nvSpPr>
          <p:cNvPr id="105491" name="Text Box 19">
            <a:extLst>
              <a:ext uri="{FF2B5EF4-FFF2-40B4-BE49-F238E27FC236}">
                <a16:creationId xmlns:a16="http://schemas.microsoft.com/office/drawing/2014/main" id="{73F63CDE-A23C-E290-9610-3FA062B5E624}"/>
              </a:ext>
            </a:extLst>
          </p:cNvPr>
          <p:cNvSpPr txBox="1">
            <a:spLocks noChangeArrowheads="1"/>
          </p:cNvSpPr>
          <p:nvPr/>
        </p:nvSpPr>
        <p:spPr bwMode="auto">
          <a:xfrm>
            <a:off x="7054850" y="2590800"/>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[5]</a:t>
            </a:r>
          </a:p>
        </p:txBody>
      </p:sp>
      <p:sp>
        <p:nvSpPr>
          <p:cNvPr id="105492" name="Text Box 20">
            <a:extLst>
              <a:ext uri="{FF2B5EF4-FFF2-40B4-BE49-F238E27FC236}">
                <a16:creationId xmlns:a16="http://schemas.microsoft.com/office/drawing/2014/main" id="{A5BF9DC7-4BFC-99AE-BB2E-9E0ED2C731E9}"/>
              </a:ext>
            </a:extLst>
          </p:cNvPr>
          <p:cNvSpPr txBox="1">
            <a:spLocks noChangeArrowheads="1"/>
          </p:cNvSpPr>
          <p:nvPr/>
        </p:nvSpPr>
        <p:spPr bwMode="auto">
          <a:xfrm>
            <a:off x="7658100" y="2590800"/>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[6]</a:t>
            </a:r>
          </a:p>
        </p:txBody>
      </p:sp>
      <p:sp>
        <p:nvSpPr>
          <p:cNvPr id="105493" name="Text Box 21">
            <a:extLst>
              <a:ext uri="{FF2B5EF4-FFF2-40B4-BE49-F238E27FC236}">
                <a16:creationId xmlns:a16="http://schemas.microsoft.com/office/drawing/2014/main" id="{13DA1F4A-E568-F0B8-9D6D-E85E736027B0}"/>
              </a:ext>
            </a:extLst>
          </p:cNvPr>
          <p:cNvSpPr txBox="1">
            <a:spLocks noChangeArrowheads="1"/>
          </p:cNvSpPr>
          <p:nvPr/>
        </p:nvSpPr>
        <p:spPr bwMode="auto">
          <a:xfrm>
            <a:off x="8261350" y="2590800"/>
            <a:ext cx="43633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[7]</a:t>
            </a:r>
          </a:p>
        </p:txBody>
      </p:sp>
      <p:sp>
        <p:nvSpPr>
          <p:cNvPr id="105494" name="Text Box 22">
            <a:extLst>
              <a:ext uri="{FF2B5EF4-FFF2-40B4-BE49-F238E27FC236}">
                <a16:creationId xmlns:a16="http://schemas.microsoft.com/office/drawing/2014/main" id="{B7CC34CE-0036-50AF-8FA2-E392C949AF22}"/>
              </a:ext>
            </a:extLst>
          </p:cNvPr>
          <p:cNvSpPr txBox="1">
            <a:spLocks noChangeArrowheads="1"/>
          </p:cNvSpPr>
          <p:nvPr/>
        </p:nvSpPr>
        <p:spPr bwMode="auto">
          <a:xfrm>
            <a:off x="9518650" y="2590800"/>
            <a:ext cx="434734"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[n]</a:t>
            </a:r>
          </a:p>
        </p:txBody>
      </p:sp>
      <p:sp>
        <p:nvSpPr>
          <p:cNvPr id="105495" name="Rectangle 23">
            <a:extLst>
              <a:ext uri="{FF2B5EF4-FFF2-40B4-BE49-F238E27FC236}">
                <a16:creationId xmlns:a16="http://schemas.microsoft.com/office/drawing/2014/main" id="{4F4CE9E5-ECAC-B87A-0E0D-8EF00CF2799C}"/>
              </a:ext>
            </a:extLst>
          </p:cNvPr>
          <p:cNvSpPr>
            <a:spLocks noChangeArrowheads="1"/>
          </p:cNvSpPr>
          <p:nvPr/>
        </p:nvSpPr>
        <p:spPr bwMode="auto">
          <a:xfrm>
            <a:off x="2895600" y="4114800"/>
            <a:ext cx="1219200" cy="838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rPr>
              <a:t>Record whose </a:t>
            </a:r>
          </a:p>
          <a:p>
            <a:pPr algn="ctr"/>
            <a:r>
              <a:rPr lang="en-US" altLang="en-US" sz="1400">
                <a:latin typeface="Arial" panose="020B0604020202020204" pitchFamily="34" charset="0"/>
              </a:rPr>
              <a:t>key hashes </a:t>
            </a:r>
          </a:p>
          <a:p>
            <a:pPr algn="ctr"/>
            <a:r>
              <a:rPr lang="en-US" altLang="en-US" sz="1400">
                <a:latin typeface="Arial" panose="020B0604020202020204" pitchFamily="34" charset="0"/>
              </a:rPr>
              <a:t>to 0</a:t>
            </a:r>
          </a:p>
          <a:p>
            <a:pPr algn="ctr"/>
            <a:endParaRPr lang="en-US" altLang="en-US" sz="1400">
              <a:latin typeface="Arial" panose="020B0604020202020204" pitchFamily="34" charset="0"/>
            </a:endParaRPr>
          </a:p>
        </p:txBody>
      </p:sp>
      <p:sp>
        <p:nvSpPr>
          <p:cNvPr id="105496" name="Rectangle 24">
            <a:extLst>
              <a:ext uri="{FF2B5EF4-FFF2-40B4-BE49-F238E27FC236}">
                <a16:creationId xmlns:a16="http://schemas.microsoft.com/office/drawing/2014/main" id="{6755D4E9-410C-405F-F3CD-B14F1E7006B0}"/>
              </a:ext>
            </a:extLst>
          </p:cNvPr>
          <p:cNvSpPr>
            <a:spLocks noChangeArrowheads="1"/>
          </p:cNvSpPr>
          <p:nvPr/>
        </p:nvSpPr>
        <p:spPr bwMode="auto">
          <a:xfrm>
            <a:off x="2895600" y="4724400"/>
            <a:ext cx="121920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498" name="Line 26">
            <a:extLst>
              <a:ext uri="{FF2B5EF4-FFF2-40B4-BE49-F238E27FC236}">
                <a16:creationId xmlns:a16="http://schemas.microsoft.com/office/drawing/2014/main" id="{6533F2DF-E0F4-78E3-50AD-8669E4BBB9CD}"/>
              </a:ext>
            </a:extLst>
          </p:cNvPr>
          <p:cNvSpPr>
            <a:spLocks noChangeShapeType="1"/>
          </p:cNvSpPr>
          <p:nvPr/>
        </p:nvSpPr>
        <p:spPr bwMode="auto">
          <a:xfrm flipH="1">
            <a:off x="3429000" y="4800600"/>
            <a:ext cx="1524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499" name="Rectangle 27">
            <a:extLst>
              <a:ext uri="{FF2B5EF4-FFF2-40B4-BE49-F238E27FC236}">
                <a16:creationId xmlns:a16="http://schemas.microsoft.com/office/drawing/2014/main" id="{4E0C220F-B0CB-4721-66CE-D18FAF9AF39D}"/>
              </a:ext>
            </a:extLst>
          </p:cNvPr>
          <p:cNvSpPr>
            <a:spLocks noChangeArrowheads="1"/>
          </p:cNvSpPr>
          <p:nvPr/>
        </p:nvSpPr>
        <p:spPr bwMode="auto">
          <a:xfrm>
            <a:off x="2667000" y="5181600"/>
            <a:ext cx="1219200" cy="838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rPr>
              <a:t>Record whose </a:t>
            </a:r>
          </a:p>
          <a:p>
            <a:pPr algn="ctr"/>
            <a:r>
              <a:rPr lang="en-US" altLang="en-US" sz="1400">
                <a:latin typeface="Arial" panose="020B0604020202020204" pitchFamily="34" charset="0"/>
              </a:rPr>
              <a:t>key hashes </a:t>
            </a:r>
          </a:p>
          <a:p>
            <a:pPr algn="ctr"/>
            <a:r>
              <a:rPr lang="en-US" altLang="en-US" sz="1400">
                <a:latin typeface="Arial" panose="020B0604020202020204" pitchFamily="34" charset="0"/>
              </a:rPr>
              <a:t>to 0</a:t>
            </a:r>
          </a:p>
          <a:p>
            <a:pPr algn="ctr"/>
            <a:endParaRPr lang="en-US" altLang="en-US" sz="1400">
              <a:latin typeface="Arial" panose="020B0604020202020204" pitchFamily="34" charset="0"/>
            </a:endParaRPr>
          </a:p>
        </p:txBody>
      </p:sp>
      <p:sp>
        <p:nvSpPr>
          <p:cNvPr id="105500" name="Rectangle 28">
            <a:extLst>
              <a:ext uri="{FF2B5EF4-FFF2-40B4-BE49-F238E27FC236}">
                <a16:creationId xmlns:a16="http://schemas.microsoft.com/office/drawing/2014/main" id="{FDACEC32-D4DD-4C94-0C59-B3672A8F2AFD}"/>
              </a:ext>
            </a:extLst>
          </p:cNvPr>
          <p:cNvSpPr>
            <a:spLocks noChangeArrowheads="1"/>
          </p:cNvSpPr>
          <p:nvPr/>
        </p:nvSpPr>
        <p:spPr bwMode="auto">
          <a:xfrm>
            <a:off x="2667000" y="5791200"/>
            <a:ext cx="121920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01" name="Line 29">
            <a:extLst>
              <a:ext uri="{FF2B5EF4-FFF2-40B4-BE49-F238E27FC236}">
                <a16:creationId xmlns:a16="http://schemas.microsoft.com/office/drawing/2014/main" id="{BB25A5E2-496A-3A96-CF0A-372A6FAD49A2}"/>
              </a:ext>
            </a:extLst>
          </p:cNvPr>
          <p:cNvSpPr>
            <a:spLocks noChangeShapeType="1"/>
          </p:cNvSpPr>
          <p:nvPr/>
        </p:nvSpPr>
        <p:spPr bwMode="auto">
          <a:xfrm flipH="1">
            <a:off x="3200400" y="5867400"/>
            <a:ext cx="1524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03" name="Text Box 31">
            <a:extLst>
              <a:ext uri="{FF2B5EF4-FFF2-40B4-BE49-F238E27FC236}">
                <a16:creationId xmlns:a16="http://schemas.microsoft.com/office/drawing/2014/main" id="{B2D3CD74-C456-E45B-1816-712B51B8EE92}"/>
              </a:ext>
            </a:extLst>
          </p:cNvPr>
          <p:cNvSpPr txBox="1">
            <a:spLocks noChangeArrowheads="1"/>
          </p:cNvSpPr>
          <p:nvPr/>
        </p:nvSpPr>
        <p:spPr bwMode="auto">
          <a:xfrm>
            <a:off x="2914650" y="5946776"/>
            <a:ext cx="49404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t>…</a:t>
            </a:r>
          </a:p>
        </p:txBody>
      </p:sp>
      <p:sp>
        <p:nvSpPr>
          <p:cNvPr id="105504" name="Line 32">
            <a:extLst>
              <a:ext uri="{FF2B5EF4-FFF2-40B4-BE49-F238E27FC236}">
                <a16:creationId xmlns:a16="http://schemas.microsoft.com/office/drawing/2014/main" id="{1F8BE8B2-656F-50A8-F322-263B66BF8903}"/>
              </a:ext>
            </a:extLst>
          </p:cNvPr>
          <p:cNvSpPr>
            <a:spLocks noChangeShapeType="1"/>
          </p:cNvSpPr>
          <p:nvPr/>
        </p:nvSpPr>
        <p:spPr bwMode="auto">
          <a:xfrm flipH="1">
            <a:off x="3505200" y="3276600"/>
            <a:ext cx="762000" cy="8382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05" name="Rectangle 33">
            <a:extLst>
              <a:ext uri="{FF2B5EF4-FFF2-40B4-BE49-F238E27FC236}">
                <a16:creationId xmlns:a16="http://schemas.microsoft.com/office/drawing/2014/main" id="{F674C342-15B1-EB0D-6720-F5E700E8E061}"/>
              </a:ext>
            </a:extLst>
          </p:cNvPr>
          <p:cNvSpPr>
            <a:spLocks noChangeArrowheads="1"/>
          </p:cNvSpPr>
          <p:nvPr/>
        </p:nvSpPr>
        <p:spPr bwMode="auto">
          <a:xfrm>
            <a:off x="4419600" y="4308475"/>
            <a:ext cx="1219200" cy="838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rPr>
              <a:t>Record whose </a:t>
            </a:r>
          </a:p>
          <a:p>
            <a:pPr algn="ctr"/>
            <a:r>
              <a:rPr lang="en-US" altLang="en-US" sz="1400">
                <a:latin typeface="Arial" panose="020B0604020202020204" pitchFamily="34" charset="0"/>
              </a:rPr>
              <a:t>key hashes </a:t>
            </a:r>
          </a:p>
          <a:p>
            <a:pPr algn="ctr"/>
            <a:r>
              <a:rPr lang="en-US" altLang="en-US" sz="1400">
                <a:latin typeface="Arial" panose="020B0604020202020204" pitchFamily="34" charset="0"/>
              </a:rPr>
              <a:t>to 1</a:t>
            </a:r>
          </a:p>
          <a:p>
            <a:pPr algn="ctr"/>
            <a:endParaRPr lang="en-US" altLang="en-US" sz="1400">
              <a:latin typeface="Arial" panose="020B0604020202020204" pitchFamily="34" charset="0"/>
            </a:endParaRPr>
          </a:p>
        </p:txBody>
      </p:sp>
      <p:sp>
        <p:nvSpPr>
          <p:cNvPr id="105506" name="Rectangle 34">
            <a:extLst>
              <a:ext uri="{FF2B5EF4-FFF2-40B4-BE49-F238E27FC236}">
                <a16:creationId xmlns:a16="http://schemas.microsoft.com/office/drawing/2014/main" id="{578334DF-4EF2-9A7C-1F70-20EA4024429B}"/>
              </a:ext>
            </a:extLst>
          </p:cNvPr>
          <p:cNvSpPr>
            <a:spLocks noChangeArrowheads="1"/>
          </p:cNvSpPr>
          <p:nvPr/>
        </p:nvSpPr>
        <p:spPr bwMode="auto">
          <a:xfrm>
            <a:off x="4419600" y="4918075"/>
            <a:ext cx="121920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07" name="Line 35">
            <a:extLst>
              <a:ext uri="{FF2B5EF4-FFF2-40B4-BE49-F238E27FC236}">
                <a16:creationId xmlns:a16="http://schemas.microsoft.com/office/drawing/2014/main" id="{77A2AF85-D672-0077-8649-A383920E752C}"/>
              </a:ext>
            </a:extLst>
          </p:cNvPr>
          <p:cNvSpPr>
            <a:spLocks noChangeShapeType="1"/>
          </p:cNvSpPr>
          <p:nvPr/>
        </p:nvSpPr>
        <p:spPr bwMode="auto">
          <a:xfrm flipH="1">
            <a:off x="4953000" y="4994275"/>
            <a:ext cx="1524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08" name="Rectangle 36">
            <a:extLst>
              <a:ext uri="{FF2B5EF4-FFF2-40B4-BE49-F238E27FC236}">
                <a16:creationId xmlns:a16="http://schemas.microsoft.com/office/drawing/2014/main" id="{C604F023-70D6-217A-3AE6-8E56623CAD46}"/>
              </a:ext>
            </a:extLst>
          </p:cNvPr>
          <p:cNvSpPr>
            <a:spLocks noChangeArrowheads="1"/>
          </p:cNvSpPr>
          <p:nvPr/>
        </p:nvSpPr>
        <p:spPr bwMode="auto">
          <a:xfrm>
            <a:off x="4191000" y="5375275"/>
            <a:ext cx="1219200" cy="838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rPr>
              <a:t>Record whose </a:t>
            </a:r>
          </a:p>
          <a:p>
            <a:pPr algn="ctr"/>
            <a:r>
              <a:rPr lang="en-US" altLang="en-US" sz="1400">
                <a:latin typeface="Arial" panose="020B0604020202020204" pitchFamily="34" charset="0"/>
              </a:rPr>
              <a:t>key hashes </a:t>
            </a:r>
          </a:p>
          <a:p>
            <a:pPr algn="ctr"/>
            <a:r>
              <a:rPr lang="en-US" altLang="en-US" sz="1400">
                <a:latin typeface="Arial" panose="020B0604020202020204" pitchFamily="34" charset="0"/>
              </a:rPr>
              <a:t>to 1</a:t>
            </a:r>
          </a:p>
          <a:p>
            <a:pPr algn="ctr"/>
            <a:endParaRPr lang="en-US" altLang="en-US" sz="1400">
              <a:latin typeface="Arial" panose="020B0604020202020204" pitchFamily="34" charset="0"/>
            </a:endParaRPr>
          </a:p>
        </p:txBody>
      </p:sp>
      <p:sp>
        <p:nvSpPr>
          <p:cNvPr id="105509" name="Rectangle 37">
            <a:extLst>
              <a:ext uri="{FF2B5EF4-FFF2-40B4-BE49-F238E27FC236}">
                <a16:creationId xmlns:a16="http://schemas.microsoft.com/office/drawing/2014/main" id="{1EA16A9D-F3C1-1564-ABFE-A37163567F6E}"/>
              </a:ext>
            </a:extLst>
          </p:cNvPr>
          <p:cNvSpPr>
            <a:spLocks noChangeArrowheads="1"/>
          </p:cNvSpPr>
          <p:nvPr/>
        </p:nvSpPr>
        <p:spPr bwMode="auto">
          <a:xfrm>
            <a:off x="4191000" y="5984875"/>
            <a:ext cx="121920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10" name="Line 38">
            <a:extLst>
              <a:ext uri="{FF2B5EF4-FFF2-40B4-BE49-F238E27FC236}">
                <a16:creationId xmlns:a16="http://schemas.microsoft.com/office/drawing/2014/main" id="{C004C53F-3621-A471-4237-149AEBD9FF5F}"/>
              </a:ext>
            </a:extLst>
          </p:cNvPr>
          <p:cNvSpPr>
            <a:spLocks noChangeShapeType="1"/>
          </p:cNvSpPr>
          <p:nvPr/>
        </p:nvSpPr>
        <p:spPr bwMode="auto">
          <a:xfrm flipH="1">
            <a:off x="4724400" y="6061075"/>
            <a:ext cx="1524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11" name="Text Box 39">
            <a:extLst>
              <a:ext uri="{FF2B5EF4-FFF2-40B4-BE49-F238E27FC236}">
                <a16:creationId xmlns:a16="http://schemas.microsoft.com/office/drawing/2014/main" id="{66D62C4A-3CF2-CB7E-51FC-EB8155D4B473}"/>
              </a:ext>
            </a:extLst>
          </p:cNvPr>
          <p:cNvSpPr txBox="1">
            <a:spLocks noChangeArrowheads="1"/>
          </p:cNvSpPr>
          <p:nvPr/>
        </p:nvSpPr>
        <p:spPr bwMode="auto">
          <a:xfrm>
            <a:off x="4438650" y="6140451"/>
            <a:ext cx="49404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t>…</a:t>
            </a:r>
          </a:p>
        </p:txBody>
      </p:sp>
      <p:sp>
        <p:nvSpPr>
          <p:cNvPr id="105512" name="Line 40">
            <a:extLst>
              <a:ext uri="{FF2B5EF4-FFF2-40B4-BE49-F238E27FC236}">
                <a16:creationId xmlns:a16="http://schemas.microsoft.com/office/drawing/2014/main" id="{63B683EA-9C9C-CA8F-18DB-CCBF5BD038DE}"/>
              </a:ext>
            </a:extLst>
          </p:cNvPr>
          <p:cNvSpPr>
            <a:spLocks noChangeShapeType="1"/>
          </p:cNvSpPr>
          <p:nvPr/>
        </p:nvSpPr>
        <p:spPr bwMode="auto">
          <a:xfrm>
            <a:off x="4953000" y="3352801"/>
            <a:ext cx="76200" cy="95567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13" name="Rectangle 41">
            <a:extLst>
              <a:ext uri="{FF2B5EF4-FFF2-40B4-BE49-F238E27FC236}">
                <a16:creationId xmlns:a16="http://schemas.microsoft.com/office/drawing/2014/main" id="{278CC75A-FB70-0470-9031-BF6F03551977}"/>
              </a:ext>
            </a:extLst>
          </p:cNvPr>
          <p:cNvSpPr>
            <a:spLocks noChangeArrowheads="1"/>
          </p:cNvSpPr>
          <p:nvPr/>
        </p:nvSpPr>
        <p:spPr bwMode="auto">
          <a:xfrm>
            <a:off x="6096000" y="4232275"/>
            <a:ext cx="1219200" cy="838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rPr>
              <a:t>Record whose </a:t>
            </a:r>
          </a:p>
          <a:p>
            <a:pPr algn="ctr"/>
            <a:r>
              <a:rPr lang="en-US" altLang="en-US" sz="1400">
                <a:latin typeface="Arial" panose="020B0604020202020204" pitchFamily="34" charset="0"/>
              </a:rPr>
              <a:t>key hashes </a:t>
            </a:r>
          </a:p>
          <a:p>
            <a:pPr algn="ctr"/>
            <a:r>
              <a:rPr lang="en-US" altLang="en-US" sz="1400">
                <a:latin typeface="Arial" panose="020B0604020202020204" pitchFamily="34" charset="0"/>
              </a:rPr>
              <a:t>to 3</a:t>
            </a:r>
          </a:p>
          <a:p>
            <a:pPr algn="ctr"/>
            <a:endParaRPr lang="en-US" altLang="en-US" sz="1400">
              <a:latin typeface="Arial" panose="020B0604020202020204" pitchFamily="34" charset="0"/>
            </a:endParaRPr>
          </a:p>
        </p:txBody>
      </p:sp>
      <p:sp>
        <p:nvSpPr>
          <p:cNvPr id="105514" name="Rectangle 42">
            <a:extLst>
              <a:ext uri="{FF2B5EF4-FFF2-40B4-BE49-F238E27FC236}">
                <a16:creationId xmlns:a16="http://schemas.microsoft.com/office/drawing/2014/main" id="{712C1830-8A8E-20D5-7E7F-0E80E8BBB8A2}"/>
              </a:ext>
            </a:extLst>
          </p:cNvPr>
          <p:cNvSpPr>
            <a:spLocks noChangeArrowheads="1"/>
          </p:cNvSpPr>
          <p:nvPr/>
        </p:nvSpPr>
        <p:spPr bwMode="auto">
          <a:xfrm>
            <a:off x="6096000" y="4841875"/>
            <a:ext cx="121920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15" name="Line 43">
            <a:extLst>
              <a:ext uri="{FF2B5EF4-FFF2-40B4-BE49-F238E27FC236}">
                <a16:creationId xmlns:a16="http://schemas.microsoft.com/office/drawing/2014/main" id="{430CF0B5-F37C-5176-7A22-2A113B48915E}"/>
              </a:ext>
            </a:extLst>
          </p:cNvPr>
          <p:cNvSpPr>
            <a:spLocks noChangeShapeType="1"/>
          </p:cNvSpPr>
          <p:nvPr/>
        </p:nvSpPr>
        <p:spPr bwMode="auto">
          <a:xfrm flipH="1">
            <a:off x="6629400" y="4918075"/>
            <a:ext cx="1524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16" name="Rectangle 44">
            <a:extLst>
              <a:ext uri="{FF2B5EF4-FFF2-40B4-BE49-F238E27FC236}">
                <a16:creationId xmlns:a16="http://schemas.microsoft.com/office/drawing/2014/main" id="{F74EE519-2BAE-6E83-EA28-D6D65F4727E2}"/>
              </a:ext>
            </a:extLst>
          </p:cNvPr>
          <p:cNvSpPr>
            <a:spLocks noChangeArrowheads="1"/>
          </p:cNvSpPr>
          <p:nvPr/>
        </p:nvSpPr>
        <p:spPr bwMode="auto">
          <a:xfrm>
            <a:off x="5867400" y="5299075"/>
            <a:ext cx="1219200" cy="838200"/>
          </a:xfrm>
          <a:prstGeom prst="rect">
            <a:avLst/>
          </a:prstGeom>
          <a:solidFill>
            <a:schemeClr val="folHlink"/>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r>
              <a:rPr lang="en-US" altLang="en-US" sz="1400">
                <a:latin typeface="Arial" panose="020B0604020202020204" pitchFamily="34" charset="0"/>
              </a:rPr>
              <a:t>Record whose </a:t>
            </a:r>
          </a:p>
          <a:p>
            <a:pPr algn="ctr"/>
            <a:r>
              <a:rPr lang="en-US" altLang="en-US" sz="1400">
                <a:latin typeface="Arial" panose="020B0604020202020204" pitchFamily="34" charset="0"/>
              </a:rPr>
              <a:t>key hashes </a:t>
            </a:r>
          </a:p>
          <a:p>
            <a:pPr algn="ctr"/>
            <a:r>
              <a:rPr lang="en-US" altLang="en-US" sz="1400">
                <a:latin typeface="Arial" panose="020B0604020202020204" pitchFamily="34" charset="0"/>
              </a:rPr>
              <a:t>to 3</a:t>
            </a:r>
          </a:p>
          <a:p>
            <a:pPr algn="ctr"/>
            <a:endParaRPr lang="en-US" altLang="en-US" sz="1400">
              <a:latin typeface="Arial" panose="020B0604020202020204" pitchFamily="34" charset="0"/>
            </a:endParaRPr>
          </a:p>
        </p:txBody>
      </p:sp>
      <p:sp>
        <p:nvSpPr>
          <p:cNvPr id="105517" name="Rectangle 45">
            <a:extLst>
              <a:ext uri="{FF2B5EF4-FFF2-40B4-BE49-F238E27FC236}">
                <a16:creationId xmlns:a16="http://schemas.microsoft.com/office/drawing/2014/main" id="{A352A773-E439-6E72-8462-65BE4EA7B8E6}"/>
              </a:ext>
            </a:extLst>
          </p:cNvPr>
          <p:cNvSpPr>
            <a:spLocks noChangeArrowheads="1"/>
          </p:cNvSpPr>
          <p:nvPr/>
        </p:nvSpPr>
        <p:spPr bwMode="auto">
          <a:xfrm>
            <a:off x="5867400" y="5908675"/>
            <a:ext cx="1219200" cy="228600"/>
          </a:xfrm>
          <a:prstGeom prst="rect">
            <a:avLst/>
          </a:prstGeom>
          <a:solidFill>
            <a:schemeClr val="accent1"/>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US"/>
          </a:p>
        </p:txBody>
      </p:sp>
      <p:sp>
        <p:nvSpPr>
          <p:cNvPr id="105518" name="Line 46">
            <a:extLst>
              <a:ext uri="{FF2B5EF4-FFF2-40B4-BE49-F238E27FC236}">
                <a16:creationId xmlns:a16="http://schemas.microsoft.com/office/drawing/2014/main" id="{1824FC5B-3EF1-CE69-5E27-8EA2A8740801}"/>
              </a:ext>
            </a:extLst>
          </p:cNvPr>
          <p:cNvSpPr>
            <a:spLocks noChangeShapeType="1"/>
          </p:cNvSpPr>
          <p:nvPr/>
        </p:nvSpPr>
        <p:spPr bwMode="auto">
          <a:xfrm flipH="1">
            <a:off x="6400800" y="5984875"/>
            <a:ext cx="152400" cy="381000"/>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19" name="Text Box 47">
            <a:extLst>
              <a:ext uri="{FF2B5EF4-FFF2-40B4-BE49-F238E27FC236}">
                <a16:creationId xmlns:a16="http://schemas.microsoft.com/office/drawing/2014/main" id="{C6FDB2F9-4FF0-9E79-7438-7DDFEA4CEA1F}"/>
              </a:ext>
            </a:extLst>
          </p:cNvPr>
          <p:cNvSpPr txBox="1">
            <a:spLocks noChangeArrowheads="1"/>
          </p:cNvSpPr>
          <p:nvPr/>
        </p:nvSpPr>
        <p:spPr bwMode="auto">
          <a:xfrm>
            <a:off x="6115050" y="6064251"/>
            <a:ext cx="49404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3600"/>
              <a:t>…</a:t>
            </a:r>
          </a:p>
        </p:txBody>
      </p:sp>
      <p:sp>
        <p:nvSpPr>
          <p:cNvPr id="105520" name="Line 48">
            <a:extLst>
              <a:ext uri="{FF2B5EF4-FFF2-40B4-BE49-F238E27FC236}">
                <a16:creationId xmlns:a16="http://schemas.microsoft.com/office/drawing/2014/main" id="{AD8C7356-FAEC-E917-75D2-D4AEFA71CA4A}"/>
              </a:ext>
            </a:extLst>
          </p:cNvPr>
          <p:cNvSpPr>
            <a:spLocks noChangeShapeType="1"/>
          </p:cNvSpPr>
          <p:nvPr/>
        </p:nvSpPr>
        <p:spPr bwMode="auto">
          <a:xfrm>
            <a:off x="6096000" y="3276601"/>
            <a:ext cx="609600" cy="955675"/>
          </a:xfrm>
          <a:prstGeom prst="line">
            <a:avLst/>
          </a:prstGeom>
          <a:noFill/>
          <a:ln w="381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endParaRPr lang="en-US"/>
          </a:p>
        </p:txBody>
      </p:sp>
      <p:sp>
        <p:nvSpPr>
          <p:cNvPr id="105521" name="Text Box 49">
            <a:extLst>
              <a:ext uri="{FF2B5EF4-FFF2-40B4-BE49-F238E27FC236}">
                <a16:creationId xmlns:a16="http://schemas.microsoft.com/office/drawing/2014/main" id="{FB91AAA4-184E-8BC9-3F3A-F32D6CA89E50}"/>
              </a:ext>
            </a:extLst>
          </p:cNvPr>
          <p:cNvSpPr txBox="1">
            <a:spLocks noChangeArrowheads="1"/>
          </p:cNvSpPr>
          <p:nvPr/>
        </p:nvSpPr>
        <p:spPr bwMode="auto">
          <a:xfrm>
            <a:off x="7848600" y="4606926"/>
            <a:ext cx="561372" cy="7694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4400"/>
              <a:t>…</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a:extLst>
              <a:ext uri="{FF2B5EF4-FFF2-40B4-BE49-F238E27FC236}">
                <a16:creationId xmlns:a16="http://schemas.microsoft.com/office/drawing/2014/main" id="{88FBEEEF-5407-49A9-3038-481ACAB485D8}"/>
              </a:ext>
            </a:extLst>
          </p:cNvPr>
          <p:cNvSpPr>
            <a:spLocks noGrp="1" noChangeArrowheads="1"/>
          </p:cNvSpPr>
          <p:nvPr>
            <p:ph type="title"/>
          </p:nvPr>
        </p:nvSpPr>
        <p:spPr/>
        <p:txBody>
          <a:bodyPr/>
          <a:lstStyle/>
          <a:p>
            <a:r>
              <a:rPr lang="en-US" altLang="en-US"/>
              <a:t>Time Analysis of Hashing</a:t>
            </a:r>
          </a:p>
        </p:txBody>
      </p:sp>
      <p:sp>
        <p:nvSpPr>
          <p:cNvPr id="106499" name="Rectangle 3">
            <a:extLst>
              <a:ext uri="{FF2B5EF4-FFF2-40B4-BE49-F238E27FC236}">
                <a16:creationId xmlns:a16="http://schemas.microsoft.com/office/drawing/2014/main" id="{45C3F268-2FA0-07A7-DEC7-A9489BD10663}"/>
              </a:ext>
            </a:extLst>
          </p:cNvPr>
          <p:cNvSpPr>
            <a:spLocks noGrp="1" noChangeArrowheads="1"/>
          </p:cNvSpPr>
          <p:nvPr>
            <p:ph type="body" idx="1"/>
          </p:nvPr>
        </p:nvSpPr>
        <p:spPr/>
        <p:txBody>
          <a:bodyPr/>
          <a:lstStyle/>
          <a:p>
            <a:pPr>
              <a:lnSpc>
                <a:spcPct val="90000"/>
              </a:lnSpc>
            </a:pPr>
            <a:r>
              <a:rPr lang="en-US" altLang="en-US"/>
              <a:t>Worst case: every key gets hashed to same array index!  O(n) search!!</a:t>
            </a:r>
          </a:p>
          <a:p>
            <a:pPr>
              <a:lnSpc>
                <a:spcPct val="90000"/>
              </a:lnSpc>
            </a:pPr>
            <a:r>
              <a:rPr lang="en-US" altLang="en-US"/>
              <a:t>Luckily, average case is more promising.</a:t>
            </a:r>
          </a:p>
          <a:p>
            <a:pPr>
              <a:lnSpc>
                <a:spcPct val="90000"/>
              </a:lnSpc>
            </a:pPr>
            <a:r>
              <a:rPr lang="en-US" altLang="en-US"/>
              <a:t>First we define a fraction called the hash table </a:t>
            </a:r>
            <a:r>
              <a:rPr lang="en-US" altLang="en-US" i="1"/>
              <a:t>load factor:</a:t>
            </a:r>
          </a:p>
          <a:p>
            <a:pPr lvl="1">
              <a:lnSpc>
                <a:spcPct val="90000"/>
              </a:lnSpc>
              <a:buFontTx/>
              <a:buNone/>
            </a:pPr>
            <a:r>
              <a:rPr lang="en-US" altLang="en-US" i="1"/>
              <a:t>			</a:t>
            </a:r>
          </a:p>
          <a:p>
            <a:pPr lvl="1">
              <a:lnSpc>
                <a:spcPct val="90000"/>
              </a:lnSpc>
              <a:buFontTx/>
              <a:buNone/>
            </a:pPr>
            <a:r>
              <a:rPr lang="en-US" altLang="en-US" i="1">
                <a:latin typeface="Symbol" panose="05050102010706020507" pitchFamily="18" charset="2"/>
              </a:rPr>
              <a:t>a</a:t>
            </a:r>
            <a:r>
              <a:rPr lang="en-US" altLang="en-US" i="1"/>
              <a:t> = </a:t>
            </a:r>
            <a:r>
              <a:rPr lang="en-US" altLang="en-US" i="1" u="sng"/>
              <a:t>number of occupied table locations</a:t>
            </a:r>
          </a:p>
          <a:p>
            <a:pPr lvl="1">
              <a:lnSpc>
                <a:spcPct val="90000"/>
              </a:lnSpc>
              <a:buFontTx/>
              <a:buNone/>
            </a:pPr>
            <a:r>
              <a:rPr lang="en-US" altLang="en-US" i="1"/>
              <a:t>		  	size of table’s array</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a:extLst>
              <a:ext uri="{FF2B5EF4-FFF2-40B4-BE49-F238E27FC236}">
                <a16:creationId xmlns:a16="http://schemas.microsoft.com/office/drawing/2014/main" id="{F4B0EFD7-E40A-E5B8-DECF-7F09B92764C6}"/>
              </a:ext>
            </a:extLst>
          </p:cNvPr>
          <p:cNvSpPr>
            <a:spLocks noGrp="1" noChangeArrowheads="1"/>
          </p:cNvSpPr>
          <p:nvPr>
            <p:ph type="title"/>
          </p:nvPr>
        </p:nvSpPr>
        <p:spPr/>
        <p:txBody>
          <a:bodyPr/>
          <a:lstStyle/>
          <a:p>
            <a:r>
              <a:rPr lang="en-US" altLang="en-US"/>
              <a:t>Average Search Times</a:t>
            </a:r>
          </a:p>
        </p:txBody>
      </p:sp>
      <p:sp>
        <p:nvSpPr>
          <p:cNvPr id="107523" name="Rectangle 3">
            <a:extLst>
              <a:ext uri="{FF2B5EF4-FFF2-40B4-BE49-F238E27FC236}">
                <a16:creationId xmlns:a16="http://schemas.microsoft.com/office/drawing/2014/main" id="{FDFF31F4-CF98-C90B-BB45-CBDE33DD4E7D}"/>
              </a:ext>
            </a:extLst>
          </p:cNvPr>
          <p:cNvSpPr>
            <a:spLocks noGrp="1" noChangeArrowheads="1"/>
          </p:cNvSpPr>
          <p:nvPr>
            <p:ph type="body" idx="1"/>
          </p:nvPr>
        </p:nvSpPr>
        <p:spPr/>
        <p:txBody>
          <a:bodyPr/>
          <a:lstStyle/>
          <a:p>
            <a:pPr>
              <a:buFontTx/>
              <a:buNone/>
            </a:pPr>
            <a:r>
              <a:rPr lang="en-US" altLang="en-US"/>
              <a:t>For open addressing with linear probing, average number of table elements examined in a successful search is approximately:</a:t>
            </a:r>
          </a:p>
          <a:p>
            <a:pPr lvl="1">
              <a:buFontTx/>
              <a:buNone/>
            </a:pPr>
            <a:r>
              <a:rPr lang="en-US" altLang="en-US"/>
              <a:t>				</a:t>
            </a:r>
          </a:p>
          <a:p>
            <a:pPr lvl="1">
              <a:buFontTx/>
              <a:buNone/>
            </a:pPr>
            <a:r>
              <a:rPr lang="en-US" altLang="en-US"/>
              <a:t>		½ (1+ 1/(1-</a:t>
            </a:r>
            <a:r>
              <a:rPr lang="en-US" altLang="en-US">
                <a:latin typeface="Symbol" panose="05050102010706020507" pitchFamily="18" charset="2"/>
              </a:rPr>
              <a:t>a</a:t>
            </a:r>
            <a:r>
              <a:rPr lang="en-US" altLang="en-US"/>
              <a:t>))</a:t>
            </a:r>
          </a:p>
          <a:p>
            <a:pPr lvl="1">
              <a:buFontTx/>
              <a:buNone/>
            </a:pPr>
            <a:endParaRPr lang="en-US" altLang="en-US"/>
          </a:p>
          <a:p>
            <a:pPr lvl="1">
              <a:buFontTx/>
              <a:buNone/>
            </a:pPr>
            <a:r>
              <a:rPr lang="en-US" altLang="en-US"/>
              <a:t>Double hashing: -ln(1-</a:t>
            </a:r>
            <a:r>
              <a:rPr lang="en-US" altLang="en-US">
                <a:latin typeface="Symbol" panose="05050102010706020507" pitchFamily="18" charset="2"/>
              </a:rPr>
              <a:t>a</a:t>
            </a:r>
            <a:r>
              <a:rPr lang="en-US" altLang="en-US"/>
              <a:t>)/</a:t>
            </a:r>
            <a:r>
              <a:rPr lang="en-US" altLang="en-US">
                <a:latin typeface="Symbol" panose="05050102010706020507" pitchFamily="18" charset="2"/>
              </a:rPr>
              <a:t>a</a:t>
            </a:r>
          </a:p>
          <a:p>
            <a:pPr lvl="1">
              <a:buFontTx/>
              <a:buNone/>
            </a:pPr>
            <a:r>
              <a:rPr lang="en-US" altLang="en-US"/>
              <a:t>Chained hashing</a:t>
            </a:r>
            <a:r>
              <a:rPr lang="en-US" altLang="en-US">
                <a:latin typeface="Symbol" panose="05050102010706020507" pitchFamily="18" charset="2"/>
              </a:rPr>
              <a:t>: 1+a/2</a:t>
            </a:r>
          </a:p>
          <a:p>
            <a:pPr lvl="1">
              <a:buFontTx/>
              <a:buNone/>
            </a:pPr>
            <a:endParaRPr lang="en-US" altLang="en-US">
              <a:latin typeface="Symbol" panose="05050102010706020507" pitchFamily="18" charset="2"/>
            </a:endParaRPr>
          </a:p>
          <a:p>
            <a:pPr lvl="1">
              <a:buFontTx/>
              <a:buNone/>
            </a:pPr>
            <a:endParaRPr lang="en-US" altLang="en-US">
              <a:latin typeface="Symbol" panose="05050102010706020507" pitchFamily="18" charset="2"/>
            </a:endParaRPr>
          </a:p>
          <a:p>
            <a:pPr lvl="1">
              <a:buFontTx/>
              <a:buNone/>
            </a:pPr>
            <a:endParaRPr lang="en-US" alt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8644" name="Group 100">
            <a:extLst>
              <a:ext uri="{FF2B5EF4-FFF2-40B4-BE49-F238E27FC236}">
                <a16:creationId xmlns:a16="http://schemas.microsoft.com/office/drawing/2014/main" id="{0BA6D573-C8D2-2C81-3249-2B297E6E7DB2}"/>
              </a:ext>
            </a:extLst>
          </p:cNvPr>
          <p:cNvGraphicFramePr>
            <a:graphicFrameLocks noGrp="1"/>
          </p:cNvGraphicFramePr>
          <p:nvPr/>
        </p:nvGraphicFramePr>
        <p:xfrm>
          <a:off x="2362200" y="914401"/>
          <a:ext cx="7696200" cy="5319713"/>
        </p:xfrm>
        <a:graphic>
          <a:graphicData uri="http://schemas.openxmlformats.org/drawingml/2006/table">
            <a:tbl>
              <a:tblPr/>
              <a:tblGrid>
                <a:gridCol w="1352550">
                  <a:extLst>
                    <a:ext uri="{9D8B030D-6E8A-4147-A177-3AD203B41FA5}">
                      <a16:colId xmlns:a16="http://schemas.microsoft.com/office/drawing/2014/main" val="4100540745"/>
                    </a:ext>
                  </a:extLst>
                </a:gridCol>
                <a:gridCol w="2114550">
                  <a:extLst>
                    <a:ext uri="{9D8B030D-6E8A-4147-A177-3AD203B41FA5}">
                      <a16:colId xmlns:a16="http://schemas.microsoft.com/office/drawing/2014/main" val="2541689661"/>
                    </a:ext>
                  </a:extLst>
                </a:gridCol>
                <a:gridCol w="2114550">
                  <a:extLst>
                    <a:ext uri="{9D8B030D-6E8A-4147-A177-3AD203B41FA5}">
                      <a16:colId xmlns:a16="http://schemas.microsoft.com/office/drawing/2014/main" val="871968303"/>
                    </a:ext>
                  </a:extLst>
                </a:gridCol>
                <a:gridCol w="2114550">
                  <a:extLst>
                    <a:ext uri="{9D8B030D-6E8A-4147-A177-3AD203B41FA5}">
                      <a16:colId xmlns:a16="http://schemas.microsoft.com/office/drawing/2014/main" val="2946404655"/>
                    </a:ext>
                  </a:extLst>
                </a:gridCol>
              </a:tblGrid>
              <a:tr h="731838">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2"/>
                        </a:solidFill>
                        <a:effectLst/>
                        <a:latin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2"/>
                          </a:solidFill>
                          <a:effectLst/>
                          <a:latin typeface="Times New Roman" panose="02020603050405020304" pitchFamily="18" charset="0"/>
                        </a:rPr>
                        <a:t>Load factor(</a:t>
                      </a:r>
                      <a:r>
                        <a:rPr kumimoji="0" lang="en-US" altLang="en-US" sz="2000" b="0" i="0" u="none" strike="noStrike" cap="none" normalizeH="0" baseline="0">
                          <a:ln>
                            <a:noFill/>
                          </a:ln>
                          <a:solidFill>
                            <a:schemeClr val="tx2"/>
                          </a:solidFill>
                          <a:effectLst/>
                          <a:latin typeface="Symbol" panose="05050102010706020507" pitchFamily="18" charset="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2"/>
                          </a:solidFill>
                          <a:effectLst/>
                          <a:latin typeface="Times New Roman" panose="02020603050405020304" pitchFamily="18" charset="0"/>
                        </a:rPr>
                        <a:t>Open addressing, linear probing</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2"/>
                          </a:solidFill>
                          <a:effectLst/>
                          <a:latin typeface="Times New Roman" panose="02020603050405020304" pitchFamily="18" charset="0"/>
                        </a:rPr>
                        <a:t>½ (1+1/(1-</a:t>
                      </a:r>
                      <a:r>
                        <a:rPr kumimoji="0" lang="en-US" altLang="en-US" sz="2000" b="0" i="0" u="none" strike="noStrike" cap="none" normalizeH="0" baseline="0">
                          <a:ln>
                            <a:noFill/>
                          </a:ln>
                          <a:solidFill>
                            <a:schemeClr val="tx2"/>
                          </a:solidFill>
                          <a:effectLst/>
                          <a:latin typeface="Symbol" panose="05050102010706020507" pitchFamily="18" charset="2"/>
                        </a:rPr>
                        <a:t>a</a:t>
                      </a:r>
                      <a:r>
                        <a:rPr kumimoji="0" lang="en-US" altLang="en-US" sz="2000" b="0" i="0" u="none" strike="noStrike" cap="none" normalizeH="0" baseline="0">
                          <a:ln>
                            <a:noFill/>
                          </a:ln>
                          <a:solidFill>
                            <a:schemeClr val="tx2"/>
                          </a:solidFill>
                          <a:effectLst/>
                          <a:latin typeface="Times New Roman" panose="02020603050405020304" pitchFamily="18" charset="0"/>
                        </a:rPr>
                        <a:t>))</a:t>
                      </a:r>
                      <a:endParaRPr kumimoji="0" lang="en-US" altLang="en-US" sz="1800" b="0" i="0" u="none" strike="noStrike" cap="none" normalizeH="0" baseline="0">
                        <a:ln>
                          <a:noFill/>
                        </a:ln>
                        <a:solidFill>
                          <a:schemeClr val="tx2"/>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2"/>
                          </a:solidFill>
                          <a:effectLst/>
                          <a:latin typeface="Times New Roman" panose="02020603050405020304" pitchFamily="18" charset="0"/>
                        </a:rPr>
                        <a:t>Open addressing double hashing</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2"/>
                          </a:solidFill>
                          <a:effectLst/>
                          <a:latin typeface="Times New Roman" panose="02020603050405020304" pitchFamily="18" charset="0"/>
                        </a:rPr>
                        <a:t>-ln(1-</a:t>
                      </a:r>
                      <a:r>
                        <a:rPr kumimoji="0" lang="en-US" altLang="en-US" sz="2000" b="0" i="0" u="none" strike="noStrike" cap="none" normalizeH="0" baseline="0">
                          <a:ln>
                            <a:noFill/>
                          </a:ln>
                          <a:solidFill>
                            <a:schemeClr val="tx2"/>
                          </a:solidFill>
                          <a:effectLst/>
                          <a:latin typeface="Symbol" panose="05050102010706020507" pitchFamily="18" charset="2"/>
                        </a:rPr>
                        <a:t>a</a:t>
                      </a:r>
                      <a:r>
                        <a:rPr kumimoji="0" lang="en-US" altLang="en-US" sz="2000" b="0" i="0" u="none" strike="noStrike" cap="none" normalizeH="0" baseline="0">
                          <a:ln>
                            <a:noFill/>
                          </a:ln>
                          <a:solidFill>
                            <a:schemeClr val="tx2"/>
                          </a:solidFill>
                          <a:effectLst/>
                          <a:latin typeface="Times New Roman" panose="02020603050405020304" pitchFamily="18" charset="0"/>
                        </a:rPr>
                        <a:t>)/</a:t>
                      </a:r>
                      <a:r>
                        <a:rPr kumimoji="0" lang="en-US" altLang="en-US" sz="2000" b="0" i="0" u="none" strike="noStrike" cap="none" normalizeH="0" baseline="0">
                          <a:ln>
                            <a:noFill/>
                          </a:ln>
                          <a:solidFill>
                            <a:schemeClr val="tx2"/>
                          </a:solidFill>
                          <a:effectLst/>
                          <a:latin typeface="Symbol" panose="05050102010706020507" pitchFamily="18" charset="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altLang="en-US" sz="2000" b="0" i="0" u="none" strike="noStrike" cap="none" normalizeH="0" baseline="0">
                        <a:ln>
                          <a:noFill/>
                        </a:ln>
                        <a:solidFill>
                          <a:schemeClr val="tx2"/>
                        </a:solidFill>
                        <a:effectLst/>
                        <a:latin typeface="Times New Roman" panose="02020603050405020304" pitchFamily="18" charset="0"/>
                      </a:endParaRP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2"/>
                          </a:solidFill>
                          <a:effectLst/>
                          <a:latin typeface="Times New Roman" panose="02020603050405020304" pitchFamily="18" charset="0"/>
                        </a:rPr>
                        <a:t>Chained hashing</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2"/>
                          </a:solidFill>
                          <a:effectLst/>
                          <a:latin typeface="Symbol" panose="05050102010706020507" pitchFamily="18" charset="2"/>
                        </a:rPr>
                        <a:t>1+a/2</a:t>
                      </a:r>
                      <a:endParaRPr kumimoji="0" lang="en-US" altLang="en-US" sz="2000" b="0" i="0" u="none" strike="noStrike" cap="none" normalizeH="0" baseline="0">
                        <a:ln>
                          <a:noFill/>
                        </a:ln>
                        <a:solidFill>
                          <a:schemeClr val="tx2"/>
                        </a:solidFill>
                        <a:effectLst/>
                        <a:latin typeface="Times New Roman" panose="02020603050405020304" pitchFamily="18" charset="0"/>
                      </a:endParaRP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783084397"/>
                  </a:ext>
                </a:extLst>
              </a:tr>
              <a:tr h="523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2"/>
                          </a:solidFill>
                          <a:effectLst/>
                          <a:latin typeface="Times New Roman" panose="02020603050405020304" pitchFamily="18" charset="0"/>
                        </a:rPr>
                        <a:t>0.5</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1.50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1.39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1.25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42150647"/>
                  </a:ext>
                </a:extLst>
              </a:tr>
              <a:tr h="523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2"/>
                          </a:solidFill>
                          <a:effectLst/>
                          <a:latin typeface="Times New Roman" panose="02020603050405020304" pitchFamily="18" charset="0"/>
                        </a:rPr>
                        <a:t>0.6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1.75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1.53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1.30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257928705"/>
                  </a:ext>
                </a:extLst>
              </a:tr>
              <a:tr h="525463">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2"/>
                          </a:solidFill>
                          <a:effectLst/>
                          <a:latin typeface="Times New Roman" panose="02020603050405020304" pitchFamily="18" charset="0"/>
                        </a:rPr>
                        <a:t>0.7</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2.17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1.72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1.35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964128342"/>
                  </a:ext>
                </a:extLst>
              </a:tr>
              <a:tr h="523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2"/>
                          </a:solidFill>
                          <a:effectLst/>
                          <a:latin typeface="Times New Roman" panose="02020603050405020304" pitchFamily="18" charset="0"/>
                        </a:rPr>
                        <a:t>0.8</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3.00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2.01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1.40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617268331"/>
                  </a:ext>
                </a:extLst>
              </a:tr>
              <a:tr h="523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2"/>
                          </a:solidFill>
                          <a:effectLst/>
                          <a:latin typeface="Times New Roman" panose="02020603050405020304" pitchFamily="18" charset="0"/>
                        </a:rPr>
                        <a:t>0.9</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5.50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2.56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1.45</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2518168424"/>
                  </a:ext>
                </a:extLst>
              </a:tr>
              <a:tr h="523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2"/>
                          </a:solidFill>
                          <a:effectLst/>
                          <a:latin typeface="Times New Roman" panose="02020603050405020304" pitchFamily="18" charset="0"/>
                        </a:rPr>
                        <a:t>1.0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Not applicable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Not applicable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1.50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48559241"/>
                  </a:ext>
                </a:extLst>
              </a:tr>
              <a:tr h="525463">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2"/>
                          </a:solidFill>
                          <a:effectLst/>
                          <a:latin typeface="Times New Roman" panose="02020603050405020304" pitchFamily="18" charset="0"/>
                        </a:rPr>
                        <a:t>2.0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Not applicable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Not applicable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2.00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4127677436"/>
                  </a:ext>
                </a:extLst>
              </a:tr>
              <a:tr h="523875">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2"/>
                          </a:solidFill>
                          <a:effectLst/>
                          <a:latin typeface="Times New Roman" panose="02020603050405020304" pitchFamily="18" charset="0"/>
                        </a:rPr>
                        <a:t>3.0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Not applicable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000" b="0" i="0" u="none" strike="noStrike" cap="none" normalizeH="0" baseline="0">
                          <a:ln>
                            <a:noFill/>
                          </a:ln>
                          <a:solidFill>
                            <a:schemeClr val="tx1"/>
                          </a:solidFill>
                          <a:effectLst/>
                          <a:latin typeface="Times New Roman" panose="02020603050405020304" pitchFamily="18" charset="0"/>
                        </a:rPr>
                        <a:t>Not applicable</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Times New Roman" panose="02020603050405020304" pitchFamily="18" charset="0"/>
                        </a:defRPr>
                      </a:lvl1pPr>
                      <a:lvl2pPr>
                        <a:spcBef>
                          <a:spcPct val="20000"/>
                        </a:spcBef>
                        <a:defRPr sz="2400">
                          <a:solidFill>
                            <a:schemeClr val="tx1"/>
                          </a:solidFill>
                          <a:latin typeface="Times New Roman" panose="02020603050405020304" pitchFamily="18" charset="0"/>
                        </a:defRPr>
                      </a:lvl2pPr>
                      <a:lvl3pPr>
                        <a:spcBef>
                          <a:spcPct val="20000"/>
                        </a:spcBef>
                        <a:defRPr sz="2000">
                          <a:solidFill>
                            <a:schemeClr val="tx1"/>
                          </a:solidFill>
                          <a:latin typeface="Times New Roman" panose="02020603050405020304" pitchFamily="18" charset="0"/>
                        </a:defRPr>
                      </a:lvl3pPr>
                      <a:lvl4pPr>
                        <a:spcBef>
                          <a:spcPct val="20000"/>
                        </a:spcBef>
                        <a:defRPr>
                          <a:solidFill>
                            <a:schemeClr val="tx1"/>
                          </a:solidFill>
                          <a:latin typeface="Times New Roman" panose="02020603050405020304" pitchFamily="18" charset="0"/>
                        </a:defRPr>
                      </a:lvl4pPr>
                      <a:lvl5pPr>
                        <a:spcBef>
                          <a:spcPct val="20000"/>
                        </a:spcBef>
                        <a:defRPr>
                          <a:solidFill>
                            <a:schemeClr val="tx1"/>
                          </a:solidFill>
                          <a:latin typeface="Times New Roman" panose="02020603050405020304" pitchFamily="18" charset="0"/>
                        </a:defRPr>
                      </a:lvl5pPr>
                      <a:lvl6pPr fontAlgn="base">
                        <a:spcBef>
                          <a:spcPct val="20000"/>
                        </a:spcBef>
                        <a:spcAft>
                          <a:spcPct val="0"/>
                        </a:spcAft>
                        <a:defRPr>
                          <a:solidFill>
                            <a:schemeClr val="tx1"/>
                          </a:solidFill>
                          <a:latin typeface="Times New Roman" panose="02020603050405020304" pitchFamily="18" charset="0"/>
                        </a:defRPr>
                      </a:lvl6pPr>
                      <a:lvl7pPr fontAlgn="base">
                        <a:spcBef>
                          <a:spcPct val="20000"/>
                        </a:spcBef>
                        <a:spcAft>
                          <a:spcPct val="0"/>
                        </a:spcAft>
                        <a:defRPr>
                          <a:solidFill>
                            <a:schemeClr val="tx1"/>
                          </a:solidFill>
                          <a:latin typeface="Times New Roman" panose="02020603050405020304" pitchFamily="18" charset="0"/>
                        </a:defRPr>
                      </a:lvl7pPr>
                      <a:lvl8pPr fontAlgn="base">
                        <a:spcBef>
                          <a:spcPct val="20000"/>
                        </a:spcBef>
                        <a:spcAft>
                          <a:spcPct val="0"/>
                        </a:spcAft>
                        <a:defRPr>
                          <a:solidFill>
                            <a:schemeClr val="tx1"/>
                          </a:solidFill>
                          <a:latin typeface="Times New Roman" panose="02020603050405020304" pitchFamily="18" charset="0"/>
                        </a:defRPr>
                      </a:lvl8pPr>
                      <a:lvl9pPr fontAlgn="base">
                        <a:spcBef>
                          <a:spcPct val="20000"/>
                        </a:spcBef>
                        <a:spcAft>
                          <a:spcPct val="0"/>
                        </a:spcAft>
                        <a:defRPr>
                          <a:solidFill>
                            <a:schemeClr val="tx1"/>
                          </a:solidFill>
                          <a:latin typeface="Times New Roman" panose="02020603050405020304" pitchFamily="18" charset="0"/>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en-US" sz="2800" b="0" i="0" u="none" strike="noStrike" cap="none" normalizeH="0" baseline="0">
                          <a:ln>
                            <a:noFill/>
                          </a:ln>
                          <a:solidFill>
                            <a:schemeClr val="tx1"/>
                          </a:solidFill>
                          <a:effectLst/>
                          <a:latin typeface="Times New Roman" panose="02020603050405020304" pitchFamily="18" charset="0"/>
                        </a:rPr>
                        <a:t>2.50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3521115925"/>
                  </a:ext>
                </a:extLst>
              </a:tr>
            </a:tbl>
          </a:graphicData>
        </a:graphic>
      </p:graphicFrame>
      <p:sp>
        <p:nvSpPr>
          <p:cNvPr id="108631" name="Text Box 87">
            <a:extLst>
              <a:ext uri="{FF2B5EF4-FFF2-40B4-BE49-F238E27FC236}">
                <a16:creationId xmlns:a16="http://schemas.microsoft.com/office/drawing/2014/main" id="{CB554F56-BD54-E1EB-EF04-7BCF26098727}"/>
              </a:ext>
            </a:extLst>
          </p:cNvPr>
          <p:cNvSpPr txBox="1">
            <a:spLocks noChangeArrowheads="1"/>
          </p:cNvSpPr>
          <p:nvPr/>
        </p:nvSpPr>
        <p:spPr bwMode="auto">
          <a:xfrm>
            <a:off x="2133600" y="404814"/>
            <a:ext cx="8981946" cy="4308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200"/>
              <a:t>Average number of table elements examined during successful search</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Rectangle 2">
            <a:extLst>
              <a:ext uri="{FF2B5EF4-FFF2-40B4-BE49-F238E27FC236}">
                <a16:creationId xmlns:a16="http://schemas.microsoft.com/office/drawing/2014/main" id="{F509EAE0-DA7F-3CD1-453A-5DF6BAAC9486}"/>
              </a:ext>
            </a:extLst>
          </p:cNvPr>
          <p:cNvSpPr>
            <a:spLocks noGrp="1" noChangeArrowheads="1"/>
          </p:cNvSpPr>
          <p:nvPr>
            <p:ph type="title"/>
          </p:nvPr>
        </p:nvSpPr>
        <p:spPr/>
        <p:txBody>
          <a:bodyPr/>
          <a:lstStyle/>
          <a:p>
            <a:r>
              <a:rPr lang="en-US" altLang="en-US"/>
              <a:t>Summary</a:t>
            </a:r>
          </a:p>
        </p:txBody>
      </p:sp>
      <p:sp>
        <p:nvSpPr>
          <p:cNvPr id="109571" name="Rectangle 3">
            <a:extLst>
              <a:ext uri="{FF2B5EF4-FFF2-40B4-BE49-F238E27FC236}">
                <a16:creationId xmlns:a16="http://schemas.microsoft.com/office/drawing/2014/main" id="{D2B76F70-E4FA-06D3-35C1-04FE786B278E}"/>
              </a:ext>
            </a:extLst>
          </p:cNvPr>
          <p:cNvSpPr>
            <a:spLocks noGrp="1" noChangeArrowheads="1"/>
          </p:cNvSpPr>
          <p:nvPr>
            <p:ph type="body" idx="1"/>
          </p:nvPr>
        </p:nvSpPr>
        <p:spPr/>
        <p:txBody>
          <a:bodyPr/>
          <a:lstStyle/>
          <a:p>
            <a:r>
              <a:rPr lang="en-US" altLang="en-US"/>
              <a:t>Serial search: average case O(n)</a:t>
            </a:r>
          </a:p>
          <a:p>
            <a:r>
              <a:rPr lang="en-US" altLang="en-US"/>
              <a:t>Binary search: average case O(log</a:t>
            </a:r>
            <a:r>
              <a:rPr lang="en-US" altLang="en-US" baseline="-25000"/>
              <a:t>2</a:t>
            </a:r>
            <a:r>
              <a:rPr lang="en-US" altLang="en-US"/>
              <a:t>n)</a:t>
            </a:r>
          </a:p>
          <a:p>
            <a:r>
              <a:rPr lang="en-US" altLang="en-US"/>
              <a:t>Hashing</a:t>
            </a:r>
          </a:p>
          <a:p>
            <a:pPr lvl="1"/>
            <a:r>
              <a:rPr lang="en-US" altLang="en-US"/>
              <a:t>Open address hashing</a:t>
            </a:r>
          </a:p>
          <a:p>
            <a:pPr lvl="2"/>
            <a:r>
              <a:rPr lang="en-US" altLang="en-US"/>
              <a:t>Linear probing</a:t>
            </a:r>
          </a:p>
          <a:p>
            <a:pPr lvl="2"/>
            <a:r>
              <a:rPr lang="en-US" altLang="en-US"/>
              <a:t>Double hashing</a:t>
            </a:r>
          </a:p>
          <a:p>
            <a:pPr lvl="1"/>
            <a:r>
              <a:rPr lang="en-US" altLang="en-US"/>
              <a:t>Chained hashing</a:t>
            </a:r>
          </a:p>
          <a:p>
            <a:pPr lvl="1"/>
            <a:r>
              <a:rPr lang="en-US" altLang="en-US"/>
              <a:t>Average number of elements examined is function of load factor </a:t>
            </a:r>
            <a:r>
              <a:rPr lang="en-US" altLang="en-US">
                <a:latin typeface="Symbol" panose="05050102010706020507" pitchFamily="18" charset="2"/>
              </a:rPr>
              <a:t>a.</a:t>
            </a:r>
          </a:p>
          <a:p>
            <a:pPr lvl="1"/>
            <a:endParaRPr lang="en-US" altLang="en-US"/>
          </a:p>
        </p:txBody>
      </p:sp>
    </p:spTree>
  </p:cSld>
  <p:clrMapOvr>
    <a:masterClrMapping/>
  </p:clrMapOvr>
</p:sld>
</file>

<file path=ppt/theme/theme1.xml><?xml version="1.0" encoding="utf-8"?>
<a:theme xmlns:a="http://schemas.openxmlformats.org/drawingml/2006/main" name="CongNgheThongTin">
  <a:themeElements>
    <a:clrScheme name="HSU">
      <a:dk1>
        <a:srgbClr val="001A4A"/>
      </a:dk1>
      <a:lt1>
        <a:sysClr val="window" lastClr="FFFFFF"/>
      </a:lt1>
      <a:dk2>
        <a:srgbClr val="003595"/>
      </a:dk2>
      <a:lt2>
        <a:srgbClr val="FFFFFF"/>
      </a:lt2>
      <a:accent1>
        <a:srgbClr val="003595"/>
      </a:accent1>
      <a:accent2>
        <a:srgbClr val="ECA825"/>
      </a:accent2>
      <a:accent3>
        <a:srgbClr val="196B24"/>
      </a:accent3>
      <a:accent4>
        <a:srgbClr val="0F9ED5"/>
      </a:accent4>
      <a:accent5>
        <a:srgbClr val="A02B93"/>
      </a:accent5>
      <a:accent6>
        <a:srgbClr val="4EA72E"/>
      </a:accent6>
      <a:hlink>
        <a:srgbClr val="003595"/>
      </a:hlink>
      <a:folHlink>
        <a:srgbClr val="ECA825"/>
      </a:folHlink>
    </a:clrScheme>
    <a:fontScheme name="HSU">
      <a:majorFont>
        <a:latin typeface="SVn-optima"/>
        <a:ea typeface=""/>
        <a:cs typeface=""/>
      </a:majorFont>
      <a:minorFont>
        <a:latin typeface="Robot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8031</TotalTime>
  <Words>5163</Words>
  <Application>Microsoft Office PowerPoint</Application>
  <PresentationFormat>Widescreen</PresentationFormat>
  <Paragraphs>1197</Paragraphs>
  <Slides>71</Slides>
  <Notes>40</Notes>
  <HiddenSlides>0</HiddenSlides>
  <MMClips>0</MMClips>
  <ScaleCrop>false</ScaleCrop>
  <HeadingPairs>
    <vt:vector size="6" baseType="variant">
      <vt:variant>
        <vt:lpstr>Fonts Used</vt:lpstr>
      </vt:variant>
      <vt:variant>
        <vt:i4>14</vt:i4>
      </vt:variant>
      <vt:variant>
        <vt:lpstr>Theme</vt:lpstr>
      </vt:variant>
      <vt:variant>
        <vt:i4>1</vt:i4>
      </vt:variant>
      <vt:variant>
        <vt:lpstr>Slide Titles</vt:lpstr>
      </vt:variant>
      <vt:variant>
        <vt:i4>71</vt:i4>
      </vt:variant>
    </vt:vector>
  </HeadingPairs>
  <TitlesOfParts>
    <vt:vector size="86" baseType="lpstr">
      <vt:lpstr>Wingdings</vt:lpstr>
      <vt:lpstr>Webdings</vt:lpstr>
      <vt:lpstr>Courier New</vt:lpstr>
      <vt:lpstr>Myriad Pro</vt:lpstr>
      <vt:lpstr>Wingdings 2</vt:lpstr>
      <vt:lpstr>Monotype Corsiva</vt:lpstr>
      <vt:lpstr>Times New Roman</vt:lpstr>
      <vt:lpstr>SVn-optima</vt:lpstr>
      <vt:lpstr>Cambria</vt:lpstr>
      <vt:lpstr>Arial</vt:lpstr>
      <vt:lpstr>Symbol</vt:lpstr>
      <vt:lpstr>Tahoma</vt:lpstr>
      <vt:lpstr>Roboto</vt:lpstr>
      <vt:lpstr>Aptos</vt:lpstr>
      <vt:lpstr>CongNgheThongTin</vt:lpstr>
      <vt:lpstr>TÌM KIẾM</vt:lpstr>
      <vt:lpstr>ĐẶT VẤN ĐỀ</vt:lpstr>
      <vt:lpstr> TỔNG QUAN</vt:lpstr>
      <vt:lpstr>GIỚI THIỆU</vt:lpstr>
      <vt:lpstr>LINEAR SEARCH</vt:lpstr>
      <vt:lpstr>Ý TƯỞNG</vt:lpstr>
      <vt:lpstr>GIẢI THUẬT</vt:lpstr>
      <vt:lpstr>MINH HỌA</vt:lpstr>
      <vt:lpstr>MINH HỌA</vt:lpstr>
      <vt:lpstr>Hàm Tìm Kiếm x có trong mảng?</vt:lpstr>
      <vt:lpstr>CÀI ĐẶT</vt:lpstr>
      <vt:lpstr>ĐÁNH GIÁ</vt:lpstr>
      <vt:lpstr>BINARY SEARCH</vt:lpstr>
      <vt:lpstr>Ý TƯỞNG</vt:lpstr>
      <vt:lpstr>GIẢI THUẬT</vt:lpstr>
      <vt:lpstr>MINH HỌA</vt:lpstr>
      <vt:lpstr>Binary Search Pseudocode</vt:lpstr>
      <vt:lpstr>Binary Search</vt:lpstr>
      <vt:lpstr>Binary Search</vt:lpstr>
      <vt:lpstr>Binary Search</vt:lpstr>
      <vt:lpstr>Binary Search</vt:lpstr>
      <vt:lpstr>Binary Search</vt:lpstr>
      <vt:lpstr>Binary Search</vt:lpstr>
      <vt:lpstr>Binary Search</vt:lpstr>
      <vt:lpstr>Binary Search</vt:lpstr>
      <vt:lpstr>Binary Search</vt:lpstr>
      <vt:lpstr>Binary Search</vt:lpstr>
      <vt:lpstr>Binary Search</vt:lpstr>
      <vt:lpstr>CÀI ĐẶT</vt:lpstr>
      <vt:lpstr>ĐÁNH GIÁ</vt:lpstr>
      <vt:lpstr>Relation to Binary Search Tree</vt:lpstr>
      <vt:lpstr>Search for target = 7</vt:lpstr>
      <vt:lpstr>Search for target = 7</vt:lpstr>
      <vt:lpstr>Search for target = 7</vt:lpstr>
      <vt:lpstr>Search for target = 7</vt:lpstr>
      <vt:lpstr>Binary Search: Analysis</vt:lpstr>
      <vt:lpstr>Can we do better than O(log2n)?</vt:lpstr>
      <vt:lpstr>What is a Hash Table ?</vt:lpstr>
      <vt:lpstr>What is a Hash Table ?</vt:lpstr>
      <vt:lpstr>What is a Hash Table ?</vt:lpstr>
      <vt:lpstr>What is a Hash Table ?</vt:lpstr>
      <vt:lpstr>Open Address Hashing</vt:lpstr>
      <vt:lpstr>Inserting a New Record</vt:lpstr>
      <vt:lpstr>PowerPoint Presentation</vt:lpstr>
      <vt:lpstr>PowerPoint Presentation</vt:lpstr>
      <vt:lpstr>Inserting a New Record</vt:lpstr>
      <vt:lpstr>Collisions</vt:lpstr>
      <vt:lpstr>Collisions</vt:lpstr>
      <vt:lpstr>Collisions</vt:lpstr>
      <vt:lpstr>Collisions</vt:lpstr>
      <vt:lpstr>Collisions</vt:lpstr>
      <vt:lpstr>Searching for a Key</vt:lpstr>
      <vt:lpstr>PowerPoint Presentation</vt:lpstr>
      <vt:lpstr>PowerPoint Presentation</vt:lpstr>
      <vt:lpstr>PowerPoint Presentation</vt:lpstr>
      <vt:lpstr>PowerPoint Presentation</vt:lpstr>
      <vt:lpstr>PowerPoint Presentation</vt:lpstr>
      <vt:lpstr>Deleting a Record</vt:lpstr>
      <vt:lpstr>Deleting a Record</vt:lpstr>
      <vt:lpstr>Deleting a Record</vt:lpstr>
      <vt:lpstr>Hashing</vt:lpstr>
      <vt:lpstr>Open Address Hashing</vt:lpstr>
      <vt:lpstr>Clustering</vt:lpstr>
      <vt:lpstr>Double Hashing</vt:lpstr>
      <vt:lpstr>Double Hashing</vt:lpstr>
      <vt:lpstr>Chained Hashing</vt:lpstr>
      <vt:lpstr>Chained Hashing</vt:lpstr>
      <vt:lpstr>Time Analysis of Hashing</vt:lpstr>
      <vt:lpstr>Average Search Times</vt:lpstr>
      <vt:lpstr>PowerPoint Presentation</vt:lpstr>
      <vt:lpstr>Summary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DongHiep</dc:creator>
  <cp:lastModifiedBy>DU Nguyen Thi Thu</cp:lastModifiedBy>
  <cp:revision>81</cp:revision>
  <dcterms:created xsi:type="dcterms:W3CDTF">2024-08-23T07:09:07Z</dcterms:created>
  <dcterms:modified xsi:type="dcterms:W3CDTF">2024-10-14T01:22:37Z</dcterms:modified>
</cp:coreProperties>
</file>